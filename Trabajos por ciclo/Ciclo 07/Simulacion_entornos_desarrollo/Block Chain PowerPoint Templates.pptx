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slideMaster14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_rels/presentation.xml.rels" ContentType="application/vnd.openxmlformats-package.relationships+xml"/>
  <Override PartName="/ppt/media/image9.jpeg" ContentType="image/jpeg"/>
  <Override PartName="/ppt/media/image12.jpeg" ContentType="image/jpeg"/>
  <Override PartName="/ppt/media/image8.jpeg" ContentType="image/jpeg"/>
  <Override PartName="/ppt/media/image11.jpeg" ContentType="image/jpeg"/>
  <Override PartName="/ppt/media/image17.svg" ContentType="image/svg"/>
  <Override PartName="/ppt/media/image16.png" ContentType="image/png"/>
  <Override PartName="/ppt/media/image15.svg" ContentType="image/svg"/>
  <Override PartName="/ppt/media/image14.png" ContentType="image/png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7.jpeg" ContentType="image/jpeg"/>
  <Override PartName="/ppt/media/image18.png" ContentType="image/png"/>
  <Override PartName="/ppt/media/image10.jpeg" ContentType="image/jpeg"/>
  <Override PartName="/ppt/media/image6.jpeg" ContentType="image/jpeg"/>
  <Override PartName="/ppt/media/image13.png" ContentType="image/png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_rels/slide48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30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45.xml.rels" ContentType="application/vnd.openxmlformats-package.relationships+xml"/>
  <Override PartName="/ppt/slides/_rels/slide46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29.xml.rels" ContentType="application/vnd.openxmlformats-package.relationships+xml"/>
  <Override PartName="/ppt/slides/_rels/slide31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33.xml" ContentType="application/vnd.openxmlformats-officedocument.presentationml.slide+xml"/>
  <Override PartName="/ppt/slides/slide45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</p:sldMasterIdLst>
  <p:sldIdLst>
    <p:sldId id="256" r:id="rId27"/>
    <p:sldId id="257" r:id="rId28"/>
    <p:sldId id="258" r:id="rId29"/>
    <p:sldId id="259" r:id="rId30"/>
    <p:sldId id="260" r:id="rId31"/>
    <p:sldId id="261" r:id="rId32"/>
    <p:sldId id="262" r:id="rId33"/>
    <p:sldId id="263" r:id="rId34"/>
    <p:sldId id="264" r:id="rId35"/>
    <p:sldId id="265" r:id="rId36"/>
    <p:sldId id="266" r:id="rId37"/>
    <p:sldId id="267" r:id="rId38"/>
    <p:sldId id="268" r:id="rId39"/>
    <p:sldId id="269" r:id="rId40"/>
    <p:sldId id="270" r:id="rId41"/>
    <p:sldId id="271" r:id="rId42"/>
    <p:sldId id="272" r:id="rId43"/>
    <p:sldId id="273" r:id="rId44"/>
    <p:sldId id="274" r:id="rId45"/>
    <p:sldId id="275" r:id="rId46"/>
    <p:sldId id="276" r:id="rId47"/>
    <p:sldId id="277" r:id="rId48"/>
    <p:sldId id="278" r:id="rId49"/>
    <p:sldId id="279" r:id="rId50"/>
    <p:sldId id="280" r:id="rId51"/>
    <p:sldId id="281" r:id="rId52"/>
    <p:sldId id="282" r:id="rId53"/>
    <p:sldId id="283" r:id="rId54"/>
    <p:sldId id="284" r:id="rId55"/>
    <p:sldId id="285" r:id="rId56"/>
    <p:sldId id="286" r:id="rId57"/>
    <p:sldId id="287" r:id="rId58"/>
    <p:sldId id="288" r:id="rId59"/>
    <p:sldId id="289" r:id="rId60"/>
    <p:sldId id="290" r:id="rId61"/>
    <p:sldId id="291" r:id="rId62"/>
    <p:sldId id="292" r:id="rId63"/>
    <p:sldId id="293" r:id="rId64"/>
    <p:sldId id="294" r:id="rId65"/>
    <p:sldId id="295" r:id="rId66"/>
    <p:sldId id="296" r:id="rId67"/>
    <p:sldId id="297" r:id="rId68"/>
    <p:sldId id="298" r:id="rId69"/>
    <p:sldId id="299" r:id="rId70"/>
    <p:sldId id="300" r:id="rId71"/>
    <p:sldId id="301" r:id="rId72"/>
    <p:sldId id="302" r:id="rId73"/>
    <p:sldId id="303" r:id="rId7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" Target="slides/slide1.xml"/><Relationship Id="rId28" Type="http://schemas.openxmlformats.org/officeDocument/2006/relationships/slide" Target="slides/slide2.xml"/><Relationship Id="rId29" Type="http://schemas.openxmlformats.org/officeDocument/2006/relationships/slide" Target="slides/slide3.xml"/><Relationship Id="rId30" Type="http://schemas.openxmlformats.org/officeDocument/2006/relationships/slide" Target="slides/slide4.xml"/><Relationship Id="rId31" Type="http://schemas.openxmlformats.org/officeDocument/2006/relationships/slide" Target="slides/slide5.xml"/><Relationship Id="rId32" Type="http://schemas.openxmlformats.org/officeDocument/2006/relationships/slide" Target="slides/slide6.xml"/><Relationship Id="rId33" Type="http://schemas.openxmlformats.org/officeDocument/2006/relationships/slide" Target="slides/slide7.xml"/><Relationship Id="rId34" Type="http://schemas.openxmlformats.org/officeDocument/2006/relationships/slide" Target="slides/slide8.xml"/><Relationship Id="rId35" Type="http://schemas.openxmlformats.org/officeDocument/2006/relationships/slide" Target="slides/slide9.xml"/><Relationship Id="rId36" Type="http://schemas.openxmlformats.org/officeDocument/2006/relationships/slide" Target="slides/slide10.xml"/><Relationship Id="rId37" Type="http://schemas.openxmlformats.org/officeDocument/2006/relationships/slide" Target="slides/slide11.xml"/><Relationship Id="rId38" Type="http://schemas.openxmlformats.org/officeDocument/2006/relationships/slide" Target="slides/slide12.xml"/><Relationship Id="rId39" Type="http://schemas.openxmlformats.org/officeDocument/2006/relationships/slide" Target="slides/slide13.xml"/><Relationship Id="rId40" Type="http://schemas.openxmlformats.org/officeDocument/2006/relationships/slide" Target="slides/slide14.xml"/><Relationship Id="rId41" Type="http://schemas.openxmlformats.org/officeDocument/2006/relationships/slide" Target="slides/slide15.xml"/><Relationship Id="rId42" Type="http://schemas.openxmlformats.org/officeDocument/2006/relationships/slide" Target="slides/slide16.xml"/><Relationship Id="rId43" Type="http://schemas.openxmlformats.org/officeDocument/2006/relationships/slide" Target="slides/slide17.xml"/><Relationship Id="rId44" Type="http://schemas.openxmlformats.org/officeDocument/2006/relationships/slide" Target="slides/slide18.xml"/><Relationship Id="rId45" Type="http://schemas.openxmlformats.org/officeDocument/2006/relationships/slide" Target="slides/slide19.xml"/><Relationship Id="rId46" Type="http://schemas.openxmlformats.org/officeDocument/2006/relationships/slide" Target="slides/slide20.xml"/><Relationship Id="rId47" Type="http://schemas.openxmlformats.org/officeDocument/2006/relationships/slide" Target="slides/slide21.xml"/><Relationship Id="rId48" Type="http://schemas.openxmlformats.org/officeDocument/2006/relationships/slide" Target="slides/slide22.xml"/><Relationship Id="rId49" Type="http://schemas.openxmlformats.org/officeDocument/2006/relationships/slide" Target="slides/slide23.xml"/><Relationship Id="rId50" Type="http://schemas.openxmlformats.org/officeDocument/2006/relationships/slide" Target="slides/slide24.xml"/><Relationship Id="rId51" Type="http://schemas.openxmlformats.org/officeDocument/2006/relationships/slide" Target="slides/slide25.xml"/><Relationship Id="rId52" Type="http://schemas.openxmlformats.org/officeDocument/2006/relationships/slide" Target="slides/slide26.xml"/><Relationship Id="rId53" Type="http://schemas.openxmlformats.org/officeDocument/2006/relationships/slide" Target="slides/slide27.xml"/><Relationship Id="rId54" Type="http://schemas.openxmlformats.org/officeDocument/2006/relationships/slide" Target="slides/slide28.xml"/><Relationship Id="rId55" Type="http://schemas.openxmlformats.org/officeDocument/2006/relationships/slide" Target="slides/slide29.xml"/><Relationship Id="rId56" Type="http://schemas.openxmlformats.org/officeDocument/2006/relationships/slide" Target="slides/slide30.xml"/><Relationship Id="rId57" Type="http://schemas.openxmlformats.org/officeDocument/2006/relationships/slide" Target="slides/slide31.xml"/><Relationship Id="rId58" Type="http://schemas.openxmlformats.org/officeDocument/2006/relationships/slide" Target="slides/slide32.xml"/><Relationship Id="rId59" Type="http://schemas.openxmlformats.org/officeDocument/2006/relationships/slide" Target="slides/slide33.xml"/><Relationship Id="rId60" Type="http://schemas.openxmlformats.org/officeDocument/2006/relationships/slide" Target="slides/slide34.xml"/><Relationship Id="rId61" Type="http://schemas.openxmlformats.org/officeDocument/2006/relationships/slide" Target="slides/slide35.xml"/><Relationship Id="rId62" Type="http://schemas.openxmlformats.org/officeDocument/2006/relationships/slide" Target="slides/slide36.xml"/><Relationship Id="rId63" Type="http://schemas.openxmlformats.org/officeDocument/2006/relationships/slide" Target="slides/slide37.xml"/><Relationship Id="rId64" Type="http://schemas.openxmlformats.org/officeDocument/2006/relationships/slide" Target="slides/slide38.xml"/><Relationship Id="rId65" Type="http://schemas.openxmlformats.org/officeDocument/2006/relationships/slide" Target="slides/slide39.xml"/><Relationship Id="rId66" Type="http://schemas.openxmlformats.org/officeDocument/2006/relationships/slide" Target="slides/slide40.xml"/><Relationship Id="rId67" Type="http://schemas.openxmlformats.org/officeDocument/2006/relationships/slide" Target="slides/slide41.xml"/><Relationship Id="rId68" Type="http://schemas.openxmlformats.org/officeDocument/2006/relationships/slide" Target="slides/slide42.xml"/><Relationship Id="rId69" Type="http://schemas.openxmlformats.org/officeDocument/2006/relationships/slide" Target="slides/slide43.xml"/><Relationship Id="rId70" Type="http://schemas.openxmlformats.org/officeDocument/2006/relationships/slide" Target="slides/slide44.xml"/><Relationship Id="rId71" Type="http://schemas.openxmlformats.org/officeDocument/2006/relationships/slide" Target="slides/slide45.xml"/><Relationship Id="rId72" Type="http://schemas.openxmlformats.org/officeDocument/2006/relationships/slide" Target="slides/slide46.xml"/><Relationship Id="rId73" Type="http://schemas.openxmlformats.org/officeDocument/2006/relationships/slide" Target="slides/slide47.xml"/><Relationship Id="rId74" Type="http://schemas.openxmlformats.org/officeDocument/2006/relationships/slide" Target="slides/slide48.xml"/><Relationship Id="rId75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96491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53c3cd"/>
              </a:solidFill>
              <a:ln w="0">
                <a:noFill/>
              </a:ln>
            </c:spPr>
          </c:dPt>
          <c:dPt>
            <c:idx val="1"/>
            <c:spPr>
              <a:solidFill>
                <a:srgbClr val="19a5be"/>
              </a:solidFill>
              <a:ln w="0">
                <a:noFill/>
              </a:ln>
            </c:spPr>
          </c:dPt>
          <c:dPt>
            <c:idx val="2"/>
            <c:spPr>
              <a:solidFill>
                <a:srgbClr val="0587af"/>
              </a:solidFill>
              <a:ln w="0">
                <a:noFill/>
              </a:ln>
            </c:spPr>
          </c:dPt>
          <c:dPt>
            <c:idx val="3"/>
            <c:spPr>
              <a:solidFill>
                <a:srgbClr val="196491"/>
              </a:solidFill>
              <a:ln w="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firstSliceAng val="0"/>
        <c:holeSize val="50"/>
      </c:doughnutChart>
      <c:spPr>
        <a:solidFill>
          <a:srgbClr val="ffffff"/>
        </a:solidFill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587af"/>
            </a:solidFill>
            <a:ln w="19080">
              <a:solidFill>
                <a:srgbClr val="0587af"/>
              </a:solidFill>
              <a:round/>
            </a:ln>
          </c:spPr>
          <c:marker>
            <c:symbol val="circle"/>
            <c:size val="5"/>
            <c:spPr>
              <a:solidFill>
                <a:srgbClr val="0587af"/>
              </a:solidFill>
            </c:spPr>
          </c:marker>
          <c:dLbls>
            <c:txPr>
              <a:bodyPr wrap="squar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  <c:pt idx="6">
                  <c:v>Item 7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4300</c:v>
                </c:pt>
                <c:pt idx="1">
                  <c:v>3700</c:v>
                </c:pt>
                <c:pt idx="2">
                  <c:v>5050</c:v>
                </c:pt>
                <c:pt idx="3">
                  <c:v>3500</c:v>
                </c:pt>
                <c:pt idx="4">
                  <c:v>4500</c:v>
                </c:pt>
                <c:pt idx="5">
                  <c:v>6700</c:v>
                </c:pt>
                <c:pt idx="6">
                  <c:v>3600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196491"/>
            </a:solidFill>
            <a:ln w="19080">
              <a:solidFill>
                <a:srgbClr val="196491"/>
              </a:solidFill>
              <a:round/>
            </a:ln>
          </c:spPr>
          <c:marker>
            <c:symbol val="circle"/>
            <c:size val="5"/>
            <c:spPr>
              <a:solidFill>
                <a:srgbClr val="196491"/>
              </a:solidFill>
            </c:spPr>
          </c:marker>
          <c:dLbls>
            <c:txPr>
              <a:bodyPr wrap="squar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  <c:pt idx="6">
                  <c:v>Item 7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7"/>
                <c:pt idx="0">
                  <c:v>2400</c:v>
                </c:pt>
                <c:pt idx="1">
                  <c:v>4400</c:v>
                </c:pt>
                <c:pt idx="2">
                  <c:v>1800</c:v>
                </c:pt>
                <c:pt idx="3">
                  <c:v>2800</c:v>
                </c:pt>
                <c:pt idx="4">
                  <c:v>6700</c:v>
                </c:pt>
                <c:pt idx="5">
                  <c:v>5900</c:v>
                </c:pt>
                <c:pt idx="6">
                  <c:v>7700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19a5be"/>
            </a:solidFill>
            <a:ln w="19080">
              <a:solidFill>
                <a:srgbClr val="19a5be"/>
              </a:solidFill>
              <a:round/>
            </a:ln>
          </c:spPr>
          <c:marker>
            <c:symbol val="circle"/>
            <c:size val="5"/>
            <c:spPr>
              <a:solidFill>
                <a:srgbClr val="19a5be"/>
              </a:solidFill>
            </c:spPr>
          </c:marker>
          <c:dLbls>
            <c:txPr>
              <a:bodyPr wrap="squar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  <c:pt idx="6">
                  <c:v>Item 7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7"/>
                <c:pt idx="0">
                  <c:v>2300</c:v>
                </c:pt>
                <c:pt idx="1">
                  <c:v>3500</c:v>
                </c:pt>
                <c:pt idx="2">
                  <c:v>3007</c:v>
                </c:pt>
                <c:pt idx="3">
                  <c:v>5200</c:v>
                </c:pt>
                <c:pt idx="4">
                  <c:v>3400</c:v>
                </c:pt>
                <c:pt idx="5">
                  <c:v>3500</c:v>
                </c:pt>
                <c:pt idx="6">
                  <c:v>6400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label 3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rgbClr val="53c3cd"/>
            </a:solidFill>
            <a:ln w="19080">
              <a:solidFill>
                <a:srgbClr val="53c3cd"/>
              </a:solidFill>
              <a:round/>
            </a:ln>
          </c:spPr>
          <c:marker>
            <c:symbol val="circle"/>
            <c:size val="5"/>
            <c:spPr>
              <a:solidFill>
                <a:srgbClr val="53c3cd"/>
              </a:solidFill>
            </c:spPr>
          </c:marker>
          <c:dLbls>
            <c:txPr>
              <a:bodyPr wrap="squar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  <c:pt idx="6">
                  <c:v>Item 7</c:v>
                </c:pt>
              </c:strCache>
            </c:strRef>
          </c:cat>
          <c:val>
            <c:numRef>
              <c:f>3</c:f>
              <c:numCache>
                <c:formatCode>General</c:formatCode>
                <c:ptCount val="7"/>
                <c:pt idx="0">
                  <c:v>5500</c:v>
                </c:pt>
                <c:pt idx="1">
                  <c:v>8200</c:v>
                </c:pt>
                <c:pt idx="2">
                  <c:v>6700</c:v>
                </c:pt>
                <c:pt idx="3">
                  <c:v>7800</c:v>
                </c:pt>
                <c:pt idx="4">
                  <c:v>5500</c:v>
                </c:pt>
                <c:pt idx="5">
                  <c:v>9000</c:v>
                </c:pt>
                <c:pt idx="6">
                  <c:v>9500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21711594"/>
        <c:axId val="92304483"/>
      </c:lineChart>
      <c:catAx>
        <c:axId val="2171159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404040"/>
                </a:solidFill>
                <a:latin typeface="Arial"/>
                <a:ea typeface="Arial Unicode MS"/>
              </a:defRPr>
            </a:pPr>
          </a:p>
        </c:txPr>
        <c:crossAx val="92304483"/>
        <c:crosses val="autoZero"/>
        <c:auto val="1"/>
        <c:lblAlgn val="ctr"/>
        <c:lblOffset val="100"/>
        <c:noMultiLvlLbl val="0"/>
      </c:catAx>
      <c:valAx>
        <c:axId val="92304483"/>
        <c:scaling>
          <c:orientation val="minMax"/>
        </c:scaling>
        <c:delete val="0"/>
        <c:axPos val="l"/>
        <c:majorGridlines>
          <c:spPr>
            <a:ln w="6480">
              <a:solidFill>
                <a:srgbClr val="d9d9d9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404040"/>
                </a:solidFill>
                <a:latin typeface="Arial"/>
                <a:ea typeface="Arial Unicode MS"/>
              </a:defRPr>
            </a:pPr>
          </a:p>
        </c:txPr>
        <c:crossAx val="2171159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404040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196491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0587af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19a5be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53c3cd"/>
              </a:solidFill>
              <a:ln w="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Text 1</c:v>
                </c:pt>
                <c:pt idx="1">
                  <c:v>Text 2</c:v>
                </c:pt>
                <c:pt idx="2">
                  <c:v>Text 3</c:v>
                </c:pt>
                <c:pt idx="3">
                  <c:v>Text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90</c:v>
                </c:pt>
                <c:pt idx="1">
                  <c:v>30</c:v>
                </c:pt>
                <c:pt idx="2">
                  <c:v>70</c:v>
                </c:pt>
                <c:pt idx="3">
                  <c:v>40</c:v>
                </c:pt>
              </c:numCache>
            </c:numRef>
          </c:val>
        </c:ser>
        <c:gapWidth val="40"/>
        <c:overlap val="100"/>
        <c:axId val="9299030"/>
        <c:axId val="902862"/>
      </c:barChart>
      <c:catAx>
        <c:axId val="9299030"/>
        <c:scaling>
          <c:orientation val="minMax"/>
        </c:scaling>
        <c:delete val="1"/>
        <c:axPos val="b"/>
        <c:numFmt formatCode="[$-409]mm/dd/yyyy" sourceLinked="1"/>
        <c:majorTickMark val="out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000000"/>
                </a:solidFill>
                <a:latin typeface="Arial"/>
                <a:ea typeface="Arial Unicode MS"/>
              </a:defRPr>
            </a:pPr>
          </a:p>
        </c:txPr>
        <c:crossAx val="902862"/>
        <c:auto val="1"/>
        <c:lblAlgn val="ctr"/>
        <c:lblOffset val="100"/>
        <c:noMultiLvlLbl val="0"/>
      </c:catAx>
      <c:valAx>
        <c:axId val="90286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000000"/>
                </a:solidFill>
                <a:latin typeface="Arial"/>
                <a:ea typeface="Arial Unicode MS"/>
              </a:defRPr>
            </a:pPr>
          </a:p>
        </c:txPr>
        <c:crossAx val="9299030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587af"/>
            </a:solidFill>
            <a:ln w="31680">
              <a:solidFill>
                <a:srgbClr val="0587af"/>
              </a:solidFill>
              <a:round/>
            </a:ln>
          </c:spPr>
          <c:marker>
            <c:symbol val="x"/>
            <c:size val="6"/>
            <c:spPr>
              <a:solidFill>
                <a:srgbClr val="0587af"/>
              </a:solidFill>
            </c:spPr>
          </c:marker>
          <c:dLbls>
            <c:txPr>
              <a:bodyPr wrap="squar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6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  <c:pt idx="5">
                  <c:v>6000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1.3</c:v>
                </c:pt>
                <c:pt idx="1">
                  <c:v>0.6</c:v>
                </c:pt>
                <c:pt idx="2">
                  <c:v>0.5</c:v>
                </c:pt>
                <c:pt idx="3">
                  <c:v>1.5</c:v>
                </c:pt>
                <c:pt idx="4">
                  <c:v>1.8</c:v>
                </c:pt>
                <c:pt idx="5">
                  <c:v>0.9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196491"/>
            </a:solidFill>
            <a:ln w="31680">
              <a:solidFill>
                <a:srgbClr val="196491"/>
              </a:solidFill>
              <a:round/>
            </a:ln>
          </c:spPr>
          <c:marker>
            <c:symbol val="square"/>
            <c:size val="8"/>
            <c:spPr>
              <a:solidFill>
                <a:srgbClr val="196491"/>
              </a:solidFill>
            </c:spPr>
          </c:marker>
          <c:dPt>
            <c:idx val="1"/>
            <c:marker>
              <c:symbol val="square"/>
              <c:size val="8"/>
              <c:spPr>
                <a:solidFill>
                  <a:srgbClr val="196491"/>
                </a:solidFill>
              </c:spPr>
            </c:marker>
          </c:dPt>
          <c:dPt>
            <c:idx val="2"/>
            <c:marker>
              <c:symbol val="square"/>
              <c:size val="8"/>
              <c:spPr>
                <a:solidFill>
                  <a:srgbClr val="196491"/>
                </a:solidFill>
              </c:spPr>
            </c:marker>
          </c:dPt>
          <c:dPt>
            <c:idx val="3"/>
            <c:marker>
              <c:symbol val="square"/>
              <c:size val="8"/>
              <c:spPr>
                <a:solidFill>
                  <a:srgbClr val="196491"/>
                </a:solidFill>
              </c:spPr>
            </c:marker>
          </c:dPt>
          <c:dLbls>
            <c:dLbl>
              <c:idx val="1"/>
              <c:txPr>
                <a:bodyPr wrap="squar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8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Arial"/>
                    <a:ea typeface="Arial Unicode M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6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  <c:pt idx="5">
                  <c:v>6000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6"/>
                <c:pt idx="0">
                  <c:v>0.4</c:v>
                </c:pt>
                <c:pt idx="1">
                  <c:v>1.4</c:v>
                </c:pt>
                <c:pt idx="2">
                  <c:v>1.8</c:v>
                </c:pt>
                <c:pt idx="3">
                  <c:v>0.8</c:v>
                </c:pt>
                <c:pt idx="4">
                  <c:v>1.1</c:v>
                </c:pt>
                <c:pt idx="5">
                  <c:v>1.5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4151472"/>
        <c:axId val="64521316"/>
      </c:lineChart>
      <c:catAx>
        <c:axId val="41514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1" sz="1200" spc="-1" strike="noStrike">
                <a:solidFill>
                  <a:srgbClr val="404040"/>
                </a:solidFill>
                <a:latin typeface="Arial"/>
                <a:ea typeface="Arial Unicode MS"/>
              </a:defRPr>
            </a:pPr>
          </a:p>
        </c:txPr>
        <c:crossAx val="64521316"/>
        <c:crosses val="autoZero"/>
        <c:auto val="1"/>
        <c:lblAlgn val="ctr"/>
        <c:lblOffset val="100"/>
        <c:noMultiLvlLbl val="0"/>
      </c:catAx>
      <c:valAx>
        <c:axId val="6452131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1" sz="1400" spc="-1" strike="noStrike">
                <a:solidFill>
                  <a:srgbClr val="404040"/>
                </a:solidFill>
                <a:latin typeface="Arial"/>
                <a:ea typeface="Arial Unicode MS"/>
              </a:defRPr>
            </a:pPr>
          </a:p>
        </c:txPr>
        <c:crossAx val="4151472"/>
        <c:crosses val="autoZero"/>
        <c:crossBetween val="between"/>
      </c:valAx>
      <c:spPr>
        <a:noFill/>
        <a:ln w="25560">
          <a:noFill/>
        </a:ln>
      </c:spPr>
    </c:plotArea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0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6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NG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AND CONTENTS LAYOUT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0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Agenda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8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2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title text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title text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body"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BASIC LAYOUT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/>
          <p:nvPr/>
        </p:nvSpPr>
        <p:spPr>
          <a:xfrm>
            <a:off x="0" y="1989000"/>
            <a:ext cx="12191760" cy="288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1" name="Oval 2"/>
          <p:cNvSpPr/>
          <p:nvPr/>
        </p:nvSpPr>
        <p:spPr>
          <a:xfrm>
            <a:off x="6925320" y="5034960"/>
            <a:ext cx="4430880" cy="44856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04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grpSp>
        <p:nvGrpSpPr>
          <p:cNvPr id="12" name="Graphic 14"/>
          <p:cNvGrpSpPr/>
          <p:nvPr/>
        </p:nvGrpSpPr>
        <p:grpSpPr>
          <a:xfrm>
            <a:off x="6859080" y="1585440"/>
            <a:ext cx="4568040" cy="3686760"/>
            <a:chOff x="6859080" y="1585440"/>
            <a:chExt cx="4568040" cy="3686760"/>
          </a:xfrm>
        </p:grpSpPr>
        <p:sp>
          <p:nvSpPr>
            <p:cNvPr id="13" name="Freeform: Shape 4"/>
            <p:cNvSpPr/>
            <p:nvPr/>
          </p:nvSpPr>
          <p:spPr>
            <a:xfrm>
              <a:off x="8440200" y="4732560"/>
              <a:ext cx="1359720" cy="526320"/>
            </a:xfrm>
            <a:custGeom>
              <a:avLst/>
              <a:gdLst>
                <a:gd name="textAreaLeft" fmla="*/ 0 w 1359720"/>
                <a:gd name="textAreaRight" fmla="*/ 1360080 w 1359720"/>
                <a:gd name="textAreaTop" fmla="*/ 0 h 526320"/>
                <a:gd name="textAreaBottom" fmla="*/ 526680 h 526320"/>
              </a:gdLst>
              <a:ahLst/>
              <a:rect l="textAreaLeft" t="textAreaTop" r="textAreaRight" b="textAreaBottom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 rotWithShape="0">
              <a:gsLst>
                <a:gs pos="0">
                  <a:srgbClr val="bfbfbf"/>
                </a:gs>
                <a:gs pos="53000">
                  <a:srgbClr val="d9d9d9"/>
                </a:gs>
                <a:gs pos="83000">
                  <a:srgbClr val="bfbfbf"/>
                </a:gs>
                <a:gs pos="100000">
                  <a:srgbClr val="bfbfbf"/>
                </a:gs>
              </a:gsLst>
              <a:lin ang="16200000"/>
            </a:gra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4" name="Freeform: Shape 5"/>
            <p:cNvSpPr/>
            <p:nvPr/>
          </p:nvSpPr>
          <p:spPr>
            <a:xfrm>
              <a:off x="6859080" y="1585440"/>
              <a:ext cx="4568040" cy="3186360"/>
            </a:xfrm>
            <a:custGeom>
              <a:avLst/>
              <a:gdLst>
                <a:gd name="textAreaLeft" fmla="*/ 0 w 4568040"/>
                <a:gd name="textAreaRight" fmla="*/ 4568400 w 4568040"/>
                <a:gd name="textAreaTop" fmla="*/ 0 h 3186360"/>
                <a:gd name="textAreaBottom" fmla="*/ 3186720 h 3186360"/>
              </a:gdLst>
              <a:ahLst/>
              <a:rect l="textAreaLeft" t="textAreaTop" r="textAreaRight" b="textAreaBottom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5" name="Freeform: Shape 6"/>
            <p:cNvSpPr/>
            <p:nvPr/>
          </p:nvSpPr>
          <p:spPr>
            <a:xfrm>
              <a:off x="10787760" y="4727520"/>
              <a:ext cx="307800" cy="5220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52200"/>
                <a:gd name="textAreaBottom" fmla="*/ 52560 h 52200"/>
              </a:gdLst>
              <a:ahLst/>
              <a:rect l="textAreaLeft" t="textAreaTop" r="textAreaRight" b="textAreaBottom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560" bIns="75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6" name="Freeform: Shape 7"/>
            <p:cNvSpPr/>
            <p:nvPr/>
          </p:nvSpPr>
          <p:spPr>
            <a:xfrm>
              <a:off x="6882480" y="1611720"/>
              <a:ext cx="4516560" cy="2791440"/>
            </a:xfrm>
            <a:custGeom>
              <a:avLst/>
              <a:gdLst>
                <a:gd name="textAreaLeft" fmla="*/ 0 w 4516560"/>
                <a:gd name="textAreaRight" fmla="*/ 4516920 w 4516560"/>
                <a:gd name="textAreaTop" fmla="*/ 0 h 2791440"/>
                <a:gd name="textAreaBottom" fmla="*/ 2791800 h 2791440"/>
              </a:gdLst>
              <a:ahLst/>
              <a:rect l="textAreaLeft" t="textAreaTop" r="textAreaRight" b="textAreaBottom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7" name="Freeform: Shape 8"/>
            <p:cNvSpPr/>
            <p:nvPr/>
          </p:nvSpPr>
          <p:spPr>
            <a:xfrm>
              <a:off x="8442720" y="5193720"/>
              <a:ext cx="1359720" cy="78480"/>
            </a:xfrm>
            <a:custGeom>
              <a:avLst/>
              <a:gdLst>
                <a:gd name="textAreaLeft" fmla="*/ 0 w 1359720"/>
                <a:gd name="textAreaRight" fmla="*/ 1360080 w 1359720"/>
                <a:gd name="textAreaTop" fmla="*/ 0 h 78480"/>
                <a:gd name="textAreaBottom" fmla="*/ 78840 h 78480"/>
              </a:gdLst>
              <a:ahLst/>
              <a:rect l="textAreaLeft" t="textAreaTop" r="textAreaRight" b="textAreaBottom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3840" bIns="338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8" name="Freeform: Shape 9"/>
            <p:cNvSpPr/>
            <p:nvPr/>
          </p:nvSpPr>
          <p:spPr>
            <a:xfrm>
              <a:off x="6882480" y="4385160"/>
              <a:ext cx="4516560" cy="368280"/>
            </a:xfrm>
            <a:custGeom>
              <a:avLst/>
              <a:gdLst>
                <a:gd name="textAreaLeft" fmla="*/ 0 w 4516560"/>
                <a:gd name="textAreaRight" fmla="*/ 4516920 w 4516560"/>
                <a:gd name="textAreaTop" fmla="*/ 0 h 368280"/>
                <a:gd name="textAreaBottom" fmla="*/ 368640 h 368280"/>
              </a:gdLst>
              <a:ahLst/>
              <a:rect l="textAreaLeft" t="textAreaTop" r="textAreaRight" b="textAreaBottom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9" name="Freeform: Shape 10"/>
            <p:cNvSpPr/>
            <p:nvPr/>
          </p:nvSpPr>
          <p:spPr>
            <a:xfrm>
              <a:off x="7049160" y="1814400"/>
              <a:ext cx="4187880" cy="2422800"/>
            </a:xfrm>
            <a:custGeom>
              <a:avLst/>
              <a:gdLst>
                <a:gd name="textAreaLeft" fmla="*/ 0 w 4187880"/>
                <a:gd name="textAreaRight" fmla="*/ 4188240 w 4187880"/>
                <a:gd name="textAreaTop" fmla="*/ 0 h 2422800"/>
                <a:gd name="textAreaBottom" fmla="*/ 2423160 h 2422800"/>
              </a:gdLst>
              <a:ahLst/>
              <a:rect l="textAreaLeft" t="textAreaTop" r="textAreaRight" b="textAreaBottom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20" name="Freeform: Shape 11"/>
            <p:cNvSpPr/>
            <p:nvPr/>
          </p:nvSpPr>
          <p:spPr>
            <a:xfrm>
              <a:off x="8872920" y="1832760"/>
              <a:ext cx="2364120" cy="2405160"/>
            </a:xfrm>
            <a:custGeom>
              <a:avLst/>
              <a:gdLst>
                <a:gd name="textAreaLeft" fmla="*/ 0 w 2364120"/>
                <a:gd name="textAreaRight" fmla="*/ 2364480 w 2364120"/>
                <a:gd name="textAreaTop" fmla="*/ 0 h 2405160"/>
                <a:gd name="textAreaBottom" fmla="*/ 2405520 h 2405160"/>
              </a:gdLst>
              <a:ahLst/>
              <a:rect l="textAreaLeft" t="textAreaTop" r="textAreaRight" b="textAreaBottom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</p:grpSp>
      <p:sp>
        <p:nvSpPr>
          <p:cNvPr id="21" name="PlaceHolder 1"/>
          <p:cNvSpPr>
            <a:spLocks noGrp="1"/>
          </p:cNvSpPr>
          <p:nvPr>
            <p:ph type="body"/>
          </p:nvPr>
        </p:nvSpPr>
        <p:spPr>
          <a:xfrm>
            <a:off x="7004880" y="1717920"/>
            <a:ext cx="4255560" cy="258876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BASIC LAYOUT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body"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lt1"/>
                </a:solidFill>
                <a:latin typeface="Arial"/>
                <a:ea typeface="Arial Unicode MS"/>
              </a:rPr>
              <a:t>BASIC LAYOUT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body"/>
          </p:nvPr>
        </p:nvSpPr>
        <p:spPr>
          <a:xfrm>
            <a:off x="323640" y="33264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PNG &amp; Shapes Layout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body"/>
          </p:nvPr>
        </p:nvSpPr>
        <p:spPr>
          <a:xfrm>
            <a:off x="323640" y="123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Icon Sets Layout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3" name="Rounded Rectangle 2"/>
          <p:cNvSpPr/>
          <p:nvPr/>
        </p:nvSpPr>
        <p:spPr>
          <a:xfrm>
            <a:off x="353880" y="1131480"/>
            <a:ext cx="3560400" cy="5402160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35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34" name="Rounded Rectangle 3"/>
          <p:cNvSpPr/>
          <p:nvPr/>
        </p:nvSpPr>
        <p:spPr>
          <a:xfrm>
            <a:off x="532080" y="1347480"/>
            <a:ext cx="153360" cy="50148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35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35" name="Half Frame 4"/>
          <p:cNvSpPr/>
          <p:nvPr/>
        </p:nvSpPr>
        <p:spPr>
          <a:xfrm rot="5400000">
            <a:off x="3057480" y="1276560"/>
            <a:ext cx="685440" cy="684720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350" spc="-1" strike="noStrike">
              <a:solidFill>
                <a:schemeClr val="dk1">
                  <a:lumMod val="85000"/>
                  <a:lumOff val="1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36" name="TextBox 57"/>
          <p:cNvSpPr/>
          <p:nvPr/>
        </p:nvSpPr>
        <p:spPr>
          <a:xfrm>
            <a:off x="711720" y="1640520"/>
            <a:ext cx="22320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Arial"/>
                <a:ea typeface="Arial Unicode MS"/>
              </a:rPr>
              <a:t>You can Resize without losing quality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Box 58"/>
          <p:cNvSpPr/>
          <p:nvPr/>
        </p:nvSpPr>
        <p:spPr>
          <a:xfrm>
            <a:off x="711720" y="2131920"/>
            <a:ext cx="223200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Arial"/>
                <a:ea typeface="Arial Unicode MS"/>
              </a:rPr>
              <a:t>You can Change Fill Color &amp;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Arial"/>
                <a:ea typeface="Arial Unicode MS"/>
              </a:rPr>
              <a:t>Line Color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Box 59"/>
          <p:cNvSpPr/>
          <p:nvPr/>
        </p:nvSpPr>
        <p:spPr>
          <a:xfrm>
            <a:off x="721080" y="5810760"/>
            <a:ext cx="22316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  <a:ea typeface="Arial Unicode MS"/>
              </a:rPr>
              <a:t>www.allppt.com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Box 60"/>
          <p:cNvSpPr/>
          <p:nvPr/>
        </p:nvSpPr>
        <p:spPr>
          <a:xfrm>
            <a:off x="721080" y="4457520"/>
            <a:ext cx="271692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chemeClr val="lt1"/>
                </a:solidFill>
                <a:latin typeface="Arial"/>
                <a:ea typeface="Arial Unicode MS"/>
              </a:rPr>
              <a:t>FREE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chemeClr val="lt1"/>
                </a:solidFill>
                <a:latin typeface="Arial"/>
                <a:ea typeface="Arial Unicode MS"/>
              </a:rPr>
              <a:t>PPT TEMPLATES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22"/>
          <p:cNvSpPr/>
          <p:nvPr/>
        </p:nvSpPr>
        <p:spPr>
          <a:xfrm>
            <a:off x="0" y="0"/>
            <a:ext cx="12191760" cy="3554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body"/>
          </p:nvPr>
        </p:nvSpPr>
        <p:spPr>
          <a:xfrm>
            <a:off x="5100840" y="1934640"/>
            <a:ext cx="2997000" cy="4106880"/>
          </a:xfrm>
          <a:prstGeom prst="rect">
            <a:avLst/>
          </a:prstGeom>
          <a:solidFill>
            <a:schemeClr val="lt1">
              <a:lumMod val="95000"/>
            </a:schemeClr>
          </a:solidFill>
          <a:ln w="1260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Place Your Picture Here</a:t>
            </a: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480520" y="1934640"/>
            <a:ext cx="2997000" cy="4106880"/>
          </a:xfrm>
          <a:prstGeom prst="rect">
            <a:avLst/>
          </a:prstGeom>
          <a:solidFill>
            <a:schemeClr val="lt1">
              <a:lumMod val="95000"/>
            </a:schemeClr>
          </a:solidFill>
          <a:ln w="1260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Place Your Picture Here</a:t>
            </a: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8000" y="328680"/>
            <a:ext cx="1003680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lt1"/>
                </a:solidFill>
                <a:latin typeface="Arial"/>
                <a:ea typeface="Arial Unicode MS"/>
              </a:rPr>
              <a:t>BASIC LAYOUT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body"/>
          </p:nvPr>
        </p:nvSpPr>
        <p:spPr>
          <a:xfrm>
            <a:off x="4074840" y="448920"/>
            <a:ext cx="2824920" cy="282492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653800" y="2009520"/>
            <a:ext cx="2824920" cy="282492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7232400" y="448920"/>
            <a:ext cx="2824920" cy="282492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7206120" y="3569760"/>
            <a:ext cx="2824920" cy="282492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8769960" y="14040"/>
            <a:ext cx="3421440" cy="6843600"/>
          </a:xfrm>
          <a:prstGeom prst="rect">
            <a:avLst/>
          </a:prstGeom>
          <a:solidFill>
            <a:schemeClr val="lt1">
              <a:lumMod val="95000"/>
            </a:schemeClr>
          </a:solidFill>
          <a:ln w="1908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Place Your Picture Here</a:t>
            </a: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2"/>
          <p:cNvSpPr/>
          <p:nvPr/>
        </p:nvSpPr>
        <p:spPr>
          <a:xfrm>
            <a:off x="647640" y="619200"/>
            <a:ext cx="10905840" cy="56192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body"/>
          </p:nvPr>
        </p:nvSpPr>
        <p:spPr>
          <a:xfrm>
            <a:off x="2133720" y="0"/>
            <a:ext cx="3959640" cy="685764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  <a:ea typeface="Arial Unicode MS"/>
              </a:rPr>
              <a:t>Your Picture Here And Send To Back</a:t>
            </a: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body"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Our Team LAYOUT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902160" y="2064600"/>
            <a:ext cx="2955240" cy="3753000"/>
          </a:xfrm>
          <a:prstGeom prst="rect">
            <a:avLst/>
          </a:prstGeom>
          <a:solidFill>
            <a:schemeClr val="lt1">
              <a:lumMod val="95000"/>
            </a:schemeClr>
          </a:solidFill>
          <a:ln w="12600">
            <a:solidFill>
              <a:schemeClr val="lt1">
                <a:alpha val="59000"/>
              </a:schemeClr>
            </a:solidFill>
            <a:miter/>
          </a:ln>
        </p:spPr>
        <p:txBody>
          <a:bodyPr numCol="1" spcCol="0"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Place Your Picture Here</a:t>
            </a: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body"/>
          </p:nvPr>
        </p:nvSpPr>
        <p:spPr>
          <a:xfrm>
            <a:off x="106200" y="126720"/>
            <a:ext cx="6248160" cy="6730920"/>
          </a:xfrm>
          <a:prstGeom prst="rect">
            <a:avLst/>
          </a:prstGeom>
          <a:solidFill>
            <a:schemeClr val="lt1">
              <a:lumMod val="95000"/>
            </a:schemeClr>
          </a:solidFill>
          <a:ln w="1260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Your Picture Here </a:t>
            </a: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3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3"/>
          <p:cNvGrpSpPr/>
          <p:nvPr/>
        </p:nvGrpSpPr>
        <p:grpSpPr>
          <a:xfrm>
            <a:off x="729360" y="1780920"/>
            <a:ext cx="2448720" cy="4305240"/>
            <a:chOff x="729360" y="1780920"/>
            <a:chExt cx="2448720" cy="4305240"/>
          </a:xfrm>
        </p:grpSpPr>
        <p:sp>
          <p:nvSpPr>
            <p:cNvPr id="67" name="Rounded Rectangle 4"/>
            <p:cNvSpPr/>
            <p:nvPr/>
          </p:nvSpPr>
          <p:spPr>
            <a:xfrm>
              <a:off x="729360" y="1780920"/>
              <a:ext cx="2448720" cy="430524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scene3d>
              <a:camera prst="perspectiveFront"/>
              <a:lightRig dir="t" rig="threeP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68" name="Rectangle 5"/>
            <p:cNvSpPr/>
            <p:nvPr/>
          </p:nvSpPr>
          <p:spPr>
            <a:xfrm>
              <a:off x="1812240" y="2001960"/>
              <a:ext cx="250200" cy="3744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7200" bIns="-72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grpSp>
          <p:nvGrpSpPr>
            <p:cNvPr id="69" name="Group 6"/>
            <p:cNvGrpSpPr/>
            <p:nvPr/>
          </p:nvGrpSpPr>
          <p:grpSpPr>
            <a:xfrm>
              <a:off x="1844640" y="5727240"/>
              <a:ext cx="245160" cy="232200"/>
              <a:chOff x="1844640" y="5727240"/>
              <a:chExt cx="245160" cy="232200"/>
            </a:xfrm>
          </p:grpSpPr>
          <p:sp>
            <p:nvSpPr>
              <p:cNvPr id="70" name="Oval 7"/>
              <p:cNvSpPr/>
              <p:nvPr/>
            </p:nvSpPr>
            <p:spPr>
              <a:xfrm>
                <a:off x="1844640" y="5727240"/>
                <a:ext cx="245160" cy="232200"/>
              </a:xfrm>
              <a:prstGeom prst="ellipse">
                <a:avLst/>
              </a:prstGeom>
              <a:gradFill rotWithShape="0">
                <a:gsLst>
                  <a:gs pos="0">
                    <a:srgbClr val="0f0f0f"/>
                  </a:gs>
                  <a:gs pos="56000">
                    <a:srgbClr val="595959"/>
                  </a:gs>
                  <a:gs pos="91000">
                    <a:srgbClr val="808080"/>
                  </a:gs>
                  <a:gs pos="100000">
                    <a:srgbClr val="bfbfbf"/>
                  </a:gs>
                </a:gsLst>
                <a:lin ang="10800000"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dir="t" rig="threeP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71" name="Rounded Rectangle 8"/>
              <p:cNvSpPr/>
              <p:nvPr/>
            </p:nvSpPr>
            <p:spPr>
              <a:xfrm>
                <a:off x="1911240" y="5789880"/>
                <a:ext cx="111960" cy="106920"/>
              </a:xfrm>
              <a:prstGeom prst="roundRect">
                <a:avLst>
                  <a:gd name="adj" fmla="val 16667"/>
                </a:avLst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</p:grpSp>
      </p:grpSp>
      <p:sp>
        <p:nvSpPr>
          <p:cNvPr id="72" name="PlaceHolder 1"/>
          <p:cNvSpPr>
            <a:spLocks noGrp="1"/>
          </p:cNvSpPr>
          <p:nvPr>
            <p:ph type="body"/>
          </p:nvPr>
        </p:nvSpPr>
        <p:spPr>
          <a:xfrm>
            <a:off x="877680" y="2102400"/>
            <a:ext cx="2152440" cy="356184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Your Picture Here</a:t>
            </a: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BASIC LAYOUT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3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://www.free-powerpoint-templates-design.com/" TargetMode="External"/><Relationship Id="rId2" Type="http://schemas.openxmlformats.org/officeDocument/2006/relationships/hyperlink" Target="http://www.free-powerpoint-templates-design.com/" TargetMode="External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svg"/><Relationship Id="rId3" Type="http://schemas.openxmlformats.org/officeDocument/2006/relationships/chart" Target="../charts/chart2.xml"/><Relationship Id="rId4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svg"/><Relationship Id="rId3" Type="http://schemas.openxmlformats.org/officeDocument/2006/relationships/slideLayout" Target="../slideLayouts/slideLayout1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2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3.png"/><Relationship Id="rId3" Type="http://schemas.openxmlformats.org/officeDocument/2006/relationships/image" Target="../media/image13.png"/><Relationship Id="rId4" Type="http://schemas.openxmlformats.org/officeDocument/2006/relationships/image" Target="../media/image13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6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7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7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svg"/><Relationship Id="rId3" Type="http://schemas.openxmlformats.org/officeDocument/2006/relationships/image" Target="../media/image14.png"/><Relationship Id="rId4" Type="http://schemas.openxmlformats.org/officeDocument/2006/relationships/image" Target="../media/image15.svg"/><Relationship Id="rId5" Type="http://schemas.openxmlformats.org/officeDocument/2006/relationships/slideLayout" Target="../slideLayouts/slideLayout12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2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3">
            <a:hlinkClick r:id="rId1"/>
          </p:cNvPr>
          <p:cNvSpPr/>
          <p:nvPr/>
        </p:nvSpPr>
        <p:spPr>
          <a:xfrm>
            <a:off x="0" y="6372720"/>
            <a:ext cx="1219176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000" spc="-1" strike="noStrike" u="sng">
                <a:solidFill>
                  <a:schemeClr val="lt1"/>
                </a:solidFill>
                <a:uFillTx/>
                <a:latin typeface="Calibri"/>
                <a:hlinkClick r:id="rId2"/>
              </a:rPr>
              <a:t>http://www.free-powerpoint-templates-design.com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Box 7"/>
          <p:cNvSpPr/>
          <p:nvPr/>
        </p:nvSpPr>
        <p:spPr>
          <a:xfrm>
            <a:off x="0" y="5052960"/>
            <a:ext cx="12191760" cy="91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5400" spc="-1" strike="noStrike">
                <a:solidFill>
                  <a:schemeClr val="lt1"/>
                </a:solidFill>
                <a:latin typeface="Calibri Light"/>
              </a:rPr>
              <a:t>Free PPT Templates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Box 8"/>
          <p:cNvSpPr/>
          <p:nvPr/>
        </p:nvSpPr>
        <p:spPr>
          <a:xfrm>
            <a:off x="0" y="5899320"/>
            <a:ext cx="1219176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70" spc="-1" strike="noStrike">
                <a:solidFill>
                  <a:schemeClr val="lt1"/>
                </a:solidFill>
                <a:latin typeface="Calibri"/>
              </a:rPr>
              <a:t>Insert the Subtitle of Your Presentation</a:t>
            </a:r>
            <a:endParaRPr b="0" lang="en-US" sz="187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2" name="Graphic 1"/>
          <p:cNvGrpSpPr/>
          <p:nvPr/>
        </p:nvGrpSpPr>
        <p:grpSpPr>
          <a:xfrm>
            <a:off x="9752400" y="341280"/>
            <a:ext cx="1684080" cy="432720"/>
            <a:chOff x="9752400" y="341280"/>
            <a:chExt cx="1684080" cy="432720"/>
          </a:xfrm>
        </p:grpSpPr>
        <p:sp>
          <p:nvSpPr>
            <p:cNvPr id="83" name="Freeform: Shape 24"/>
            <p:cNvSpPr/>
            <p:nvPr/>
          </p:nvSpPr>
          <p:spPr>
            <a:xfrm>
              <a:off x="9752400" y="341280"/>
              <a:ext cx="1684080" cy="432720"/>
            </a:xfrm>
            <a:custGeom>
              <a:avLst/>
              <a:gdLst>
                <a:gd name="textAreaLeft" fmla="*/ 0 w 1684080"/>
                <a:gd name="textAreaRight" fmla="*/ 1684440 w 1684080"/>
                <a:gd name="textAreaTop" fmla="*/ 0 h 432720"/>
                <a:gd name="textAreaBottom" fmla="*/ 433080 h 432720"/>
              </a:gdLst>
              <a:ahLst/>
              <a:rect l="textAreaLeft" t="textAreaTop" r="textAreaRight" b="textAreaBottom"/>
              <a:pathLst>
                <a:path w="12134850" h="3118484">
                  <a:moveTo>
                    <a:pt x="10575608" y="3118485"/>
                  </a:moveTo>
                  <a:lnTo>
                    <a:pt x="1559243" y="3118485"/>
                  </a:lnTo>
                  <a:cubicBezTo>
                    <a:pt x="699135" y="3118485"/>
                    <a:pt x="0" y="2419350"/>
                    <a:pt x="0" y="1559243"/>
                  </a:cubicBezTo>
                  <a:cubicBezTo>
                    <a:pt x="0" y="699135"/>
                    <a:pt x="699135" y="0"/>
                    <a:pt x="1559243" y="0"/>
                  </a:cubicBezTo>
                  <a:lnTo>
                    <a:pt x="10575608" y="0"/>
                  </a:lnTo>
                  <a:cubicBezTo>
                    <a:pt x="11435715" y="0"/>
                    <a:pt x="12134850" y="699135"/>
                    <a:pt x="12134850" y="1559243"/>
                  </a:cubicBezTo>
                  <a:cubicBezTo>
                    <a:pt x="12134850" y="2419350"/>
                    <a:pt x="11435715" y="3118485"/>
                    <a:pt x="10575608" y="3118485"/>
                  </a:cubicBezTo>
                  <a:close/>
                  <a:moveTo>
                    <a:pt x="1559243" y="135255"/>
                  </a:moveTo>
                  <a:cubicBezTo>
                    <a:pt x="774383" y="135255"/>
                    <a:pt x="135255" y="774383"/>
                    <a:pt x="135255" y="1559243"/>
                  </a:cubicBezTo>
                  <a:cubicBezTo>
                    <a:pt x="135255" y="2344103"/>
                    <a:pt x="773430" y="2983230"/>
                    <a:pt x="1559243" y="2983230"/>
                  </a:cubicBezTo>
                  <a:lnTo>
                    <a:pt x="10575608" y="2983230"/>
                  </a:lnTo>
                  <a:cubicBezTo>
                    <a:pt x="11360467" y="2983230"/>
                    <a:pt x="11999595" y="2344103"/>
                    <a:pt x="11999595" y="1559243"/>
                  </a:cubicBezTo>
                  <a:cubicBezTo>
                    <a:pt x="11999595" y="774383"/>
                    <a:pt x="11361420" y="135255"/>
                    <a:pt x="10575608" y="135255"/>
                  </a:cubicBezTo>
                  <a:lnTo>
                    <a:pt x="1559243" y="13525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grpSp>
          <p:nvGrpSpPr>
            <p:cNvPr id="84" name="Graphic 1"/>
            <p:cNvGrpSpPr/>
            <p:nvPr/>
          </p:nvGrpSpPr>
          <p:grpSpPr>
            <a:xfrm>
              <a:off x="9997560" y="435600"/>
              <a:ext cx="1241280" cy="244440"/>
              <a:chOff x="9997560" y="435600"/>
              <a:chExt cx="1241280" cy="244440"/>
            </a:xfrm>
          </p:grpSpPr>
          <p:sp>
            <p:nvSpPr>
              <p:cNvPr id="85" name="Freeform: Shape 26"/>
              <p:cNvSpPr/>
              <p:nvPr/>
            </p:nvSpPr>
            <p:spPr>
              <a:xfrm>
                <a:off x="10533240" y="435600"/>
                <a:ext cx="536040" cy="235080"/>
              </a:xfrm>
              <a:custGeom>
                <a:avLst/>
                <a:gdLst>
                  <a:gd name="textAreaLeft" fmla="*/ 0 w 536040"/>
                  <a:gd name="textAreaRight" fmla="*/ 536400 w 536040"/>
                  <a:gd name="textAreaTop" fmla="*/ 0 h 235080"/>
                  <a:gd name="textAreaBottom" fmla="*/ 235440 h 235080"/>
                </a:gdLst>
                <a:ahLst/>
                <a:rect l="textAreaLeft" t="textAreaTop" r="textAreaRight" b="textAreaBottom"/>
                <a:pathLst>
                  <a:path w="3864292" h="1695450">
                    <a:moveTo>
                      <a:pt x="1693545" y="286703"/>
                    </a:moveTo>
                    <a:lnTo>
                      <a:pt x="1693545" y="767715"/>
                    </a:lnTo>
                    <a:lnTo>
                      <a:pt x="1858327" y="767715"/>
                    </a:lnTo>
                    <a:cubicBezTo>
                      <a:pt x="1977390" y="767715"/>
                      <a:pt x="2056447" y="759143"/>
                      <a:pt x="2096452" y="741045"/>
                    </a:cubicBezTo>
                    <a:cubicBezTo>
                      <a:pt x="2136458" y="722948"/>
                      <a:pt x="2167890" y="695325"/>
                      <a:pt x="2190750" y="658178"/>
                    </a:cubicBezTo>
                    <a:cubicBezTo>
                      <a:pt x="2213610" y="620078"/>
                      <a:pt x="2225040" y="576263"/>
                      <a:pt x="2225040" y="526733"/>
                    </a:cubicBezTo>
                    <a:cubicBezTo>
                      <a:pt x="2225040" y="464820"/>
                      <a:pt x="2208847" y="414338"/>
                      <a:pt x="2177415" y="374333"/>
                    </a:cubicBezTo>
                    <a:cubicBezTo>
                      <a:pt x="2145030" y="334328"/>
                      <a:pt x="2105025" y="309563"/>
                      <a:pt x="2056447" y="299085"/>
                    </a:cubicBezTo>
                    <a:cubicBezTo>
                      <a:pt x="2020252" y="291465"/>
                      <a:pt x="1947863" y="287655"/>
                      <a:pt x="1839277" y="287655"/>
                    </a:cubicBezTo>
                    <a:lnTo>
                      <a:pt x="1693545" y="287655"/>
                    </a:lnTo>
                    <a:close/>
                    <a:moveTo>
                      <a:pt x="301943" y="286703"/>
                    </a:moveTo>
                    <a:lnTo>
                      <a:pt x="301943" y="767715"/>
                    </a:lnTo>
                    <a:lnTo>
                      <a:pt x="466725" y="767715"/>
                    </a:lnTo>
                    <a:cubicBezTo>
                      <a:pt x="585788" y="767715"/>
                      <a:pt x="664845" y="759143"/>
                      <a:pt x="704850" y="741045"/>
                    </a:cubicBezTo>
                    <a:cubicBezTo>
                      <a:pt x="744855" y="722948"/>
                      <a:pt x="776288" y="695325"/>
                      <a:pt x="799147" y="658178"/>
                    </a:cubicBezTo>
                    <a:cubicBezTo>
                      <a:pt x="822007" y="620078"/>
                      <a:pt x="833438" y="576263"/>
                      <a:pt x="833438" y="526733"/>
                    </a:cubicBezTo>
                    <a:cubicBezTo>
                      <a:pt x="833438" y="464820"/>
                      <a:pt x="817245" y="414338"/>
                      <a:pt x="785813" y="374333"/>
                    </a:cubicBezTo>
                    <a:cubicBezTo>
                      <a:pt x="753427" y="334328"/>
                      <a:pt x="713422" y="309563"/>
                      <a:pt x="664845" y="299085"/>
                    </a:cubicBezTo>
                    <a:cubicBezTo>
                      <a:pt x="628650" y="291465"/>
                      <a:pt x="556260" y="287655"/>
                      <a:pt x="447675" y="287655"/>
                    </a:cubicBezTo>
                    <a:lnTo>
                      <a:pt x="301943" y="287655"/>
                    </a:lnTo>
                    <a:close/>
                    <a:moveTo>
                      <a:pt x="2676525" y="0"/>
                    </a:moveTo>
                    <a:lnTo>
                      <a:pt x="3864293" y="0"/>
                    </a:lnTo>
                    <a:lnTo>
                      <a:pt x="3864293" y="286703"/>
                    </a:lnTo>
                    <a:lnTo>
                      <a:pt x="3422333" y="286703"/>
                    </a:lnTo>
                    <a:lnTo>
                      <a:pt x="3422333" y="1695450"/>
                    </a:lnTo>
                    <a:lnTo>
                      <a:pt x="3120390" y="1695450"/>
                    </a:lnTo>
                    <a:lnTo>
                      <a:pt x="3120390" y="286703"/>
                    </a:lnTo>
                    <a:lnTo>
                      <a:pt x="2676525" y="286703"/>
                    </a:lnTo>
                    <a:lnTo>
                      <a:pt x="2676525" y="0"/>
                    </a:lnTo>
                    <a:lnTo>
                      <a:pt x="2676525" y="0"/>
                    </a:lnTo>
                    <a:close/>
                    <a:moveTo>
                      <a:pt x="1392555" y="0"/>
                    </a:moveTo>
                    <a:lnTo>
                      <a:pt x="1876425" y="0"/>
                    </a:lnTo>
                    <a:cubicBezTo>
                      <a:pt x="2060257" y="0"/>
                      <a:pt x="2179320" y="8573"/>
                      <a:pt x="2235518" y="25718"/>
                    </a:cubicBezTo>
                    <a:cubicBezTo>
                      <a:pt x="2321243" y="51435"/>
                      <a:pt x="2392680" y="106680"/>
                      <a:pt x="2450783" y="191453"/>
                    </a:cubicBezTo>
                    <a:cubicBezTo>
                      <a:pt x="2508885" y="276225"/>
                      <a:pt x="2537460" y="386715"/>
                      <a:pt x="2537460" y="521970"/>
                    </a:cubicBezTo>
                    <a:cubicBezTo>
                      <a:pt x="2537460" y="625793"/>
                      <a:pt x="2521268" y="713423"/>
                      <a:pt x="2487930" y="784860"/>
                    </a:cubicBezTo>
                    <a:cubicBezTo>
                      <a:pt x="2454593" y="855345"/>
                      <a:pt x="2412683" y="911543"/>
                      <a:pt x="2361247" y="951548"/>
                    </a:cubicBezTo>
                    <a:cubicBezTo>
                      <a:pt x="2309813" y="991553"/>
                      <a:pt x="2257425" y="1019175"/>
                      <a:pt x="2205038" y="1031558"/>
                    </a:cubicBezTo>
                    <a:cubicBezTo>
                      <a:pt x="2132647" y="1047750"/>
                      <a:pt x="2028825" y="1055370"/>
                      <a:pt x="1891665" y="1055370"/>
                    </a:cubicBezTo>
                    <a:lnTo>
                      <a:pt x="1694497" y="1055370"/>
                    </a:lnTo>
                    <a:lnTo>
                      <a:pt x="1694497" y="1694498"/>
                    </a:lnTo>
                    <a:lnTo>
                      <a:pt x="1392555" y="1694498"/>
                    </a:lnTo>
                    <a:lnTo>
                      <a:pt x="1392555" y="0"/>
                    </a:lnTo>
                    <a:lnTo>
                      <a:pt x="1392555" y="0"/>
                    </a:lnTo>
                    <a:close/>
                    <a:moveTo>
                      <a:pt x="0" y="0"/>
                    </a:moveTo>
                    <a:lnTo>
                      <a:pt x="483870" y="0"/>
                    </a:lnTo>
                    <a:cubicBezTo>
                      <a:pt x="667702" y="0"/>
                      <a:pt x="786765" y="8573"/>
                      <a:pt x="842963" y="25718"/>
                    </a:cubicBezTo>
                    <a:cubicBezTo>
                      <a:pt x="928688" y="51435"/>
                      <a:pt x="1000125" y="106680"/>
                      <a:pt x="1058227" y="191453"/>
                    </a:cubicBezTo>
                    <a:cubicBezTo>
                      <a:pt x="1116330" y="276225"/>
                      <a:pt x="1144905" y="386715"/>
                      <a:pt x="1144905" y="521970"/>
                    </a:cubicBezTo>
                    <a:cubicBezTo>
                      <a:pt x="1144905" y="625793"/>
                      <a:pt x="1128713" y="713423"/>
                      <a:pt x="1095375" y="784860"/>
                    </a:cubicBezTo>
                    <a:cubicBezTo>
                      <a:pt x="1062038" y="855345"/>
                      <a:pt x="1020127" y="911543"/>
                      <a:pt x="968693" y="951548"/>
                    </a:cubicBezTo>
                    <a:cubicBezTo>
                      <a:pt x="917257" y="991553"/>
                      <a:pt x="864870" y="1019175"/>
                      <a:pt x="812482" y="1031558"/>
                    </a:cubicBezTo>
                    <a:cubicBezTo>
                      <a:pt x="740093" y="1047750"/>
                      <a:pt x="636270" y="1055370"/>
                      <a:pt x="499110" y="1055370"/>
                    </a:cubicBezTo>
                    <a:lnTo>
                      <a:pt x="301943" y="1055370"/>
                    </a:lnTo>
                    <a:lnTo>
                      <a:pt x="301943" y="1694498"/>
                    </a:lnTo>
                    <a:lnTo>
                      <a:pt x="0" y="169449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grpSp>
            <p:nvGrpSpPr>
              <p:cNvPr id="86" name="Graphic 1"/>
              <p:cNvGrpSpPr/>
              <p:nvPr/>
            </p:nvGrpSpPr>
            <p:grpSpPr>
              <a:xfrm>
                <a:off x="9997560" y="444600"/>
                <a:ext cx="1241280" cy="235440"/>
                <a:chOff x="9997560" y="444600"/>
                <a:chExt cx="1241280" cy="235440"/>
              </a:xfrm>
            </p:grpSpPr>
            <p:sp>
              <p:nvSpPr>
                <p:cNvPr id="87" name="Freeform: Shape 28"/>
                <p:cNvSpPr/>
                <p:nvPr/>
              </p:nvSpPr>
              <p:spPr>
                <a:xfrm>
                  <a:off x="9997560" y="444600"/>
                  <a:ext cx="195840" cy="235440"/>
                </a:xfrm>
                <a:custGeom>
                  <a:avLst/>
                  <a:gdLst>
                    <a:gd name="textAreaLeft" fmla="*/ 0 w 195840"/>
                    <a:gd name="textAreaRight" fmla="*/ 196200 w 195840"/>
                    <a:gd name="textAreaTop" fmla="*/ 0 h 235440"/>
                    <a:gd name="textAreaBottom" fmla="*/ 235800 h 235440"/>
                  </a:gdLst>
                  <a:ahLst/>
                  <a:rect l="textAreaLeft" t="textAreaTop" r="textAreaRight" b="textAreaBottom"/>
                  <a:pathLst>
                    <a:path w="1414462" h="1835467">
                      <a:moveTo>
                        <a:pt x="1288732" y="1835468"/>
                      </a:moveTo>
                      <a:lnTo>
                        <a:pt x="689610" y="365760"/>
                      </a:lnTo>
                      <a:lnTo>
                        <a:pt x="126683" y="1798320"/>
                      </a:lnTo>
                      <a:lnTo>
                        <a:pt x="0" y="1747838"/>
                      </a:lnTo>
                      <a:lnTo>
                        <a:pt x="687705" y="0"/>
                      </a:lnTo>
                      <a:lnTo>
                        <a:pt x="1414463" y="178498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"/>
                  </a:endParaRPr>
                </a:p>
              </p:txBody>
            </p:sp>
            <p:grpSp>
              <p:nvGrpSpPr>
                <p:cNvPr id="88" name="Graphic 1"/>
                <p:cNvGrpSpPr/>
                <p:nvPr/>
              </p:nvGrpSpPr>
              <p:grpSpPr>
                <a:xfrm>
                  <a:off x="10222560" y="444600"/>
                  <a:ext cx="1016280" cy="235440"/>
                  <a:chOff x="10222560" y="444600"/>
                  <a:chExt cx="1016280" cy="235440"/>
                </a:xfrm>
              </p:grpSpPr>
              <p:sp>
                <p:nvSpPr>
                  <p:cNvPr id="89" name="Freeform: Shape 30"/>
                  <p:cNvSpPr/>
                  <p:nvPr/>
                </p:nvSpPr>
                <p:spPr>
                  <a:xfrm>
                    <a:off x="10222560" y="444600"/>
                    <a:ext cx="112680" cy="235440"/>
                  </a:xfrm>
                  <a:custGeom>
                    <a:avLst/>
                    <a:gdLst>
                      <a:gd name="textAreaLeft" fmla="*/ 0 w 112680"/>
                      <a:gd name="textAreaRight" fmla="*/ 113040 w 112680"/>
                      <a:gd name="textAreaTop" fmla="*/ 0 h 235440"/>
                      <a:gd name="textAreaBottom" fmla="*/ 235800 h 235440"/>
                    </a:gdLst>
                    <a:ahLst/>
                    <a:rect l="textAreaLeft" t="textAreaTop" r="textAreaRight" b="textAreaBottom"/>
                    <a:pathLst>
                      <a:path w="815339" h="1697354">
                        <a:moveTo>
                          <a:pt x="815340" y="1697355"/>
                        </a:moveTo>
                        <a:lnTo>
                          <a:pt x="0" y="1697355"/>
                        </a:lnTo>
                        <a:lnTo>
                          <a:pt x="37147" y="0"/>
                        </a:lnTo>
                        <a:lnTo>
                          <a:pt x="172402" y="3810"/>
                        </a:lnTo>
                        <a:lnTo>
                          <a:pt x="139065" y="1561148"/>
                        </a:lnTo>
                        <a:lnTo>
                          <a:pt x="815340" y="1561148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9525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45000" bIns="45000" anchor="ctr">
                    <a:noAutofit/>
                  </a:bodyPr>
                  <a:p>
                    <a:pPr defTabSz="914400">
                      <a:lnSpc>
                        <a:spcPct val="100000"/>
                      </a:lnSpc>
                    </a:pPr>
                    <a:endParaRPr b="0" lang="en-US" sz="1800" spc="-1" strike="noStrike">
                      <a:solidFill>
                        <a:schemeClr val="dk1"/>
                      </a:solidFill>
                      <a:latin typeface="Calibri"/>
                    </a:endParaRPr>
                  </a:p>
                </p:txBody>
              </p:sp>
              <p:grpSp>
                <p:nvGrpSpPr>
                  <p:cNvPr id="90" name="Graphic 1"/>
                  <p:cNvGrpSpPr/>
                  <p:nvPr/>
                </p:nvGrpSpPr>
                <p:grpSpPr>
                  <a:xfrm>
                    <a:off x="10373040" y="444600"/>
                    <a:ext cx="865800" cy="235440"/>
                    <a:chOff x="10373040" y="444600"/>
                    <a:chExt cx="865800" cy="235440"/>
                  </a:xfrm>
                </p:grpSpPr>
                <p:sp>
                  <p:nvSpPr>
                    <p:cNvPr id="91" name="Freeform: Shape 32"/>
                    <p:cNvSpPr/>
                    <p:nvPr/>
                  </p:nvSpPr>
                  <p:spPr>
                    <a:xfrm>
                      <a:off x="10373040" y="444600"/>
                      <a:ext cx="122040" cy="235440"/>
                    </a:xfrm>
                    <a:custGeom>
                      <a:avLst/>
                      <a:gdLst>
                        <a:gd name="textAreaLeft" fmla="*/ 0 w 122040"/>
                        <a:gd name="textAreaRight" fmla="*/ 122400 w 122040"/>
                        <a:gd name="textAreaTop" fmla="*/ 0 h 235440"/>
                        <a:gd name="textAreaBottom" fmla="*/ 235800 h 235440"/>
                      </a:gdLst>
                      <a:ahLst/>
                      <a:rect l="textAreaLeft" t="textAreaTop" r="textAreaRight" b="textAreaBottom"/>
                      <a:pathLst>
                        <a:path w="882967" h="1697354">
                          <a:moveTo>
                            <a:pt x="882967" y="1697355"/>
                          </a:moveTo>
                          <a:lnTo>
                            <a:pt x="0" y="1697355"/>
                          </a:lnTo>
                          <a:lnTo>
                            <a:pt x="40005" y="0"/>
                          </a:lnTo>
                          <a:lnTo>
                            <a:pt x="175260" y="3810"/>
                          </a:lnTo>
                          <a:lnTo>
                            <a:pt x="138113" y="1561148"/>
                          </a:lnTo>
                          <a:lnTo>
                            <a:pt x="882967" y="1561148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45000" bIns="450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p:txBody>
                </p:sp>
                <p:sp>
                  <p:nvSpPr>
                    <p:cNvPr id="92" name="Freeform: Shape 33"/>
                    <p:cNvSpPr/>
                    <p:nvPr/>
                  </p:nvSpPr>
                  <p:spPr>
                    <a:xfrm>
                      <a:off x="11022840" y="614160"/>
                      <a:ext cx="216000" cy="56160"/>
                    </a:xfrm>
                    <a:custGeom>
                      <a:avLst/>
                      <a:gdLst>
                        <a:gd name="textAreaLeft" fmla="*/ 0 w 216000"/>
                        <a:gd name="textAreaRight" fmla="*/ 216360 w 216000"/>
                        <a:gd name="textAreaTop" fmla="*/ 0 h 56160"/>
                        <a:gd name="textAreaBottom" fmla="*/ 56520 h 56160"/>
                      </a:gdLst>
                      <a:ahLst/>
                      <a:rect l="textAreaLeft" t="textAreaTop" r="textAreaRight" b="textAreaBottom"/>
                      <a:pathLst>
                        <a:path w="1559242" h="407670">
                          <a:moveTo>
                            <a:pt x="0" y="324803"/>
                          </a:moveTo>
                          <a:lnTo>
                            <a:pt x="88582" y="324803"/>
                          </a:lnTo>
                          <a:lnTo>
                            <a:pt x="88582" y="400050"/>
                          </a:lnTo>
                          <a:lnTo>
                            <a:pt x="0" y="400050"/>
                          </a:lnTo>
                          <a:lnTo>
                            <a:pt x="0" y="324803"/>
                          </a:lnTo>
                          <a:lnTo>
                            <a:pt x="0" y="324803"/>
                          </a:lnTo>
                          <a:close/>
                          <a:moveTo>
                            <a:pt x="851535" y="68580"/>
                          </a:moveTo>
                          <a:cubicBezTo>
                            <a:pt x="813435" y="68580"/>
                            <a:pt x="782003" y="80010"/>
                            <a:pt x="758190" y="101918"/>
                          </a:cubicBezTo>
                          <a:cubicBezTo>
                            <a:pt x="734378" y="124778"/>
                            <a:pt x="722947" y="158115"/>
                            <a:pt x="722947" y="203835"/>
                          </a:cubicBezTo>
                          <a:cubicBezTo>
                            <a:pt x="722947" y="248603"/>
                            <a:pt x="735330" y="281940"/>
                            <a:pt x="759143" y="304800"/>
                          </a:cubicBezTo>
                          <a:cubicBezTo>
                            <a:pt x="782955" y="327660"/>
                            <a:pt x="814388" y="339090"/>
                            <a:pt x="851535" y="339090"/>
                          </a:cubicBezTo>
                          <a:cubicBezTo>
                            <a:pt x="888682" y="339090"/>
                            <a:pt x="919163" y="327660"/>
                            <a:pt x="942976" y="304800"/>
                          </a:cubicBezTo>
                          <a:cubicBezTo>
                            <a:pt x="966788" y="281940"/>
                            <a:pt x="979170" y="247650"/>
                            <a:pt x="979170" y="201930"/>
                          </a:cubicBezTo>
                          <a:cubicBezTo>
                            <a:pt x="979170" y="157163"/>
                            <a:pt x="967740" y="122873"/>
                            <a:pt x="943928" y="100965"/>
                          </a:cubicBezTo>
                          <a:cubicBezTo>
                            <a:pt x="920115" y="79058"/>
                            <a:pt x="889635" y="68580"/>
                            <a:pt x="851535" y="68580"/>
                          </a:cubicBezTo>
                          <a:lnTo>
                            <a:pt x="851535" y="68580"/>
                          </a:lnTo>
                          <a:close/>
                          <a:moveTo>
                            <a:pt x="1113472" y="6668"/>
                          </a:moveTo>
                          <a:lnTo>
                            <a:pt x="1252538" y="6668"/>
                          </a:lnTo>
                          <a:lnTo>
                            <a:pt x="1336357" y="275273"/>
                          </a:lnTo>
                          <a:lnTo>
                            <a:pt x="1419226" y="6668"/>
                          </a:lnTo>
                          <a:lnTo>
                            <a:pt x="1559243" y="6668"/>
                          </a:lnTo>
                          <a:lnTo>
                            <a:pt x="1559243" y="400050"/>
                          </a:lnTo>
                          <a:lnTo>
                            <a:pt x="1472565" y="400050"/>
                          </a:lnTo>
                          <a:lnTo>
                            <a:pt x="1472565" y="90488"/>
                          </a:lnTo>
                          <a:lnTo>
                            <a:pt x="1381126" y="400050"/>
                          </a:lnTo>
                          <a:lnTo>
                            <a:pt x="1291590" y="400050"/>
                          </a:lnTo>
                          <a:lnTo>
                            <a:pt x="1200151" y="90488"/>
                          </a:lnTo>
                          <a:lnTo>
                            <a:pt x="1200151" y="400050"/>
                          </a:lnTo>
                          <a:lnTo>
                            <a:pt x="1113472" y="400050"/>
                          </a:lnTo>
                          <a:lnTo>
                            <a:pt x="1113472" y="6668"/>
                          </a:lnTo>
                          <a:lnTo>
                            <a:pt x="1113472" y="6668"/>
                          </a:lnTo>
                          <a:close/>
                          <a:moveTo>
                            <a:pt x="850582" y="0"/>
                          </a:moveTo>
                          <a:cubicBezTo>
                            <a:pt x="918210" y="0"/>
                            <a:pt x="973455" y="18098"/>
                            <a:pt x="1013460" y="54293"/>
                          </a:cubicBezTo>
                          <a:cubicBezTo>
                            <a:pt x="1054418" y="90488"/>
                            <a:pt x="1074420" y="140018"/>
                            <a:pt x="1074420" y="203835"/>
                          </a:cubicBezTo>
                          <a:cubicBezTo>
                            <a:pt x="1074420" y="267653"/>
                            <a:pt x="1054418" y="317183"/>
                            <a:pt x="1013460" y="352425"/>
                          </a:cubicBezTo>
                          <a:cubicBezTo>
                            <a:pt x="972503" y="388620"/>
                            <a:pt x="919163" y="405765"/>
                            <a:pt x="850582" y="405765"/>
                          </a:cubicBezTo>
                          <a:cubicBezTo>
                            <a:pt x="782003" y="405765"/>
                            <a:pt x="727710" y="387668"/>
                            <a:pt x="686753" y="352425"/>
                          </a:cubicBezTo>
                          <a:cubicBezTo>
                            <a:pt x="645795" y="317183"/>
                            <a:pt x="625793" y="267653"/>
                            <a:pt x="625793" y="204788"/>
                          </a:cubicBezTo>
                          <a:cubicBezTo>
                            <a:pt x="625793" y="164783"/>
                            <a:pt x="632460" y="131445"/>
                            <a:pt x="646747" y="103823"/>
                          </a:cubicBezTo>
                          <a:cubicBezTo>
                            <a:pt x="657226" y="83820"/>
                            <a:pt x="671513" y="65723"/>
                            <a:pt x="689610" y="49530"/>
                          </a:cubicBezTo>
                          <a:cubicBezTo>
                            <a:pt x="707707" y="33338"/>
                            <a:pt x="727710" y="21908"/>
                            <a:pt x="749618" y="14288"/>
                          </a:cubicBezTo>
                          <a:cubicBezTo>
                            <a:pt x="779145" y="5715"/>
                            <a:pt x="812482" y="0"/>
                            <a:pt x="850582" y="0"/>
                          </a:cubicBezTo>
                          <a:lnTo>
                            <a:pt x="850582" y="0"/>
                          </a:lnTo>
                          <a:close/>
                          <a:moveTo>
                            <a:pt x="376238" y="0"/>
                          </a:moveTo>
                          <a:cubicBezTo>
                            <a:pt x="432435" y="0"/>
                            <a:pt x="478155" y="14288"/>
                            <a:pt x="513398" y="42863"/>
                          </a:cubicBezTo>
                          <a:cubicBezTo>
                            <a:pt x="534353" y="60008"/>
                            <a:pt x="550545" y="83820"/>
                            <a:pt x="561023" y="115253"/>
                          </a:cubicBezTo>
                          <a:lnTo>
                            <a:pt x="468630" y="134303"/>
                          </a:lnTo>
                          <a:cubicBezTo>
                            <a:pt x="462915" y="114300"/>
                            <a:pt x="451485" y="98108"/>
                            <a:pt x="434340" y="85725"/>
                          </a:cubicBezTo>
                          <a:cubicBezTo>
                            <a:pt x="417195" y="74295"/>
                            <a:pt x="396240" y="67628"/>
                            <a:pt x="371475" y="67628"/>
                          </a:cubicBezTo>
                          <a:cubicBezTo>
                            <a:pt x="337185" y="67628"/>
                            <a:pt x="309563" y="78105"/>
                            <a:pt x="288607" y="99060"/>
                          </a:cubicBezTo>
                          <a:cubicBezTo>
                            <a:pt x="267653" y="120015"/>
                            <a:pt x="256223" y="154305"/>
                            <a:pt x="256223" y="200978"/>
                          </a:cubicBezTo>
                          <a:cubicBezTo>
                            <a:pt x="256223" y="250508"/>
                            <a:pt x="266700" y="285750"/>
                            <a:pt x="287655" y="307658"/>
                          </a:cubicBezTo>
                          <a:cubicBezTo>
                            <a:pt x="308610" y="328613"/>
                            <a:pt x="336232" y="339090"/>
                            <a:pt x="369570" y="339090"/>
                          </a:cubicBezTo>
                          <a:cubicBezTo>
                            <a:pt x="394335" y="339090"/>
                            <a:pt x="415290" y="332423"/>
                            <a:pt x="433388" y="319088"/>
                          </a:cubicBezTo>
                          <a:cubicBezTo>
                            <a:pt x="451485" y="305753"/>
                            <a:pt x="463868" y="284798"/>
                            <a:pt x="471488" y="256223"/>
                          </a:cubicBezTo>
                          <a:lnTo>
                            <a:pt x="561975" y="280988"/>
                          </a:lnTo>
                          <a:cubicBezTo>
                            <a:pt x="547688" y="323850"/>
                            <a:pt x="524828" y="356235"/>
                            <a:pt x="492443" y="376238"/>
                          </a:cubicBezTo>
                          <a:cubicBezTo>
                            <a:pt x="460057" y="397193"/>
                            <a:pt x="419100" y="407670"/>
                            <a:pt x="369570" y="407670"/>
                          </a:cubicBezTo>
                          <a:cubicBezTo>
                            <a:pt x="308610" y="407670"/>
                            <a:pt x="258128" y="389573"/>
                            <a:pt x="218123" y="354330"/>
                          </a:cubicBezTo>
                          <a:cubicBezTo>
                            <a:pt x="179070" y="319088"/>
                            <a:pt x="159068" y="269558"/>
                            <a:pt x="159068" y="207645"/>
                          </a:cubicBezTo>
                          <a:cubicBezTo>
                            <a:pt x="159068" y="141923"/>
                            <a:pt x="179070" y="91440"/>
                            <a:pt x="218123" y="55245"/>
                          </a:cubicBezTo>
                          <a:cubicBezTo>
                            <a:pt x="257175" y="19050"/>
                            <a:pt x="311468" y="0"/>
                            <a:pt x="376238" y="0"/>
                          </a:cubicBezTo>
                          <a:lnTo>
                            <a:pt x="376238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11520" bIns="1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p:txBody>
                </p:sp>
              </p:grpSp>
            </p:grpSp>
          </p:grp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roup 5"/>
          <p:cNvGrpSpPr/>
          <p:nvPr/>
        </p:nvGrpSpPr>
        <p:grpSpPr>
          <a:xfrm>
            <a:off x="6804360" y="2862360"/>
            <a:ext cx="4797000" cy="1135080"/>
            <a:chOff x="6804360" y="2862360"/>
            <a:chExt cx="4797000" cy="1135080"/>
          </a:xfrm>
        </p:grpSpPr>
        <p:sp>
          <p:nvSpPr>
            <p:cNvPr id="94" name="TextBox 7"/>
            <p:cNvSpPr/>
            <p:nvPr/>
          </p:nvSpPr>
          <p:spPr>
            <a:xfrm>
              <a:off x="6804360" y="2862360"/>
              <a:ext cx="4776840" cy="82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48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Section</a:t>
              </a:r>
              <a:r>
                <a:rPr b="0" lang="en-US" sz="48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 </a:t>
              </a:r>
              <a:r>
                <a:rPr b="1" lang="en-US" sz="48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Break</a:t>
              </a:r>
              <a:endParaRPr b="0" lang="en-US" sz="4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5" name="TextBox 8"/>
            <p:cNvSpPr/>
            <p:nvPr/>
          </p:nvSpPr>
          <p:spPr>
            <a:xfrm>
              <a:off x="6824520" y="3623760"/>
              <a:ext cx="4776840" cy="37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87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Insert the Subtitle of Your Presentation</a:t>
              </a:r>
              <a:endParaRPr b="0" lang="en-US" sz="187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3"/>
          <p:cNvSpPr/>
          <p:nvPr/>
        </p:nvSpPr>
        <p:spPr>
          <a:xfrm>
            <a:off x="740160" y="352800"/>
            <a:ext cx="3439440" cy="17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en-US" sz="5400" spc="-1" strike="noStrike">
                <a:solidFill>
                  <a:schemeClr val="lt1"/>
                </a:solidFill>
                <a:latin typeface="Arial"/>
                <a:ea typeface="Arial Unicode MS"/>
              </a:rPr>
              <a:t>Agenda Style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97" name="Group 10"/>
          <p:cNvGrpSpPr/>
          <p:nvPr/>
        </p:nvGrpSpPr>
        <p:grpSpPr>
          <a:xfrm>
            <a:off x="3642120" y="895320"/>
            <a:ext cx="7920000" cy="5200560"/>
            <a:chOff x="3642120" y="895320"/>
            <a:chExt cx="7920000" cy="5200560"/>
          </a:xfrm>
        </p:grpSpPr>
        <p:cxnSp>
          <p:nvCxnSpPr>
            <p:cNvPr id="98" name="Straight Connector 11"/>
            <p:cNvCxnSpPr/>
            <p:nvPr/>
          </p:nvCxnSpPr>
          <p:spPr>
            <a:xfrm>
              <a:off x="4904640" y="1814400"/>
              <a:ext cx="360" cy="4281840"/>
            </a:xfrm>
            <a:prstGeom prst="straightConnector1">
              <a:avLst/>
            </a:prstGeom>
            <a:ln w="25400">
              <a:solidFill>
                <a:srgbClr val="ffffff"/>
              </a:solidFill>
            </a:ln>
          </p:spPr>
        </p:cxnSp>
        <p:cxnSp>
          <p:nvCxnSpPr>
            <p:cNvPr id="99" name="Straight Connector 12"/>
            <p:cNvCxnSpPr/>
            <p:nvPr/>
          </p:nvCxnSpPr>
          <p:spPr>
            <a:xfrm flipH="1">
              <a:off x="4904640" y="6070680"/>
              <a:ext cx="6640200" cy="360"/>
            </a:xfrm>
            <a:prstGeom prst="straightConnector1">
              <a:avLst/>
            </a:prstGeom>
            <a:ln w="25400">
              <a:solidFill>
                <a:srgbClr val="ffffff"/>
              </a:solidFill>
            </a:ln>
          </p:spPr>
        </p:cxnSp>
        <p:cxnSp>
          <p:nvCxnSpPr>
            <p:cNvPr id="100" name="Straight Connector 13"/>
            <p:cNvCxnSpPr/>
            <p:nvPr/>
          </p:nvCxnSpPr>
          <p:spPr>
            <a:xfrm>
              <a:off x="11544480" y="915480"/>
              <a:ext cx="360" cy="5180760"/>
            </a:xfrm>
            <a:prstGeom prst="straightConnector1">
              <a:avLst/>
            </a:prstGeom>
            <a:ln w="25400">
              <a:solidFill>
                <a:srgbClr val="ffffff"/>
              </a:solidFill>
            </a:ln>
          </p:spPr>
        </p:cxnSp>
        <p:cxnSp>
          <p:nvCxnSpPr>
            <p:cNvPr id="101" name="Straight Connector 14"/>
            <p:cNvCxnSpPr/>
            <p:nvPr/>
          </p:nvCxnSpPr>
          <p:spPr>
            <a:xfrm flipH="1" flipV="1">
              <a:off x="3642120" y="895320"/>
              <a:ext cx="7920360" cy="11880"/>
            </a:xfrm>
            <a:prstGeom prst="straightConnector1">
              <a:avLst/>
            </a:prstGeom>
            <a:ln w="25400">
              <a:solidFill>
                <a:srgbClr val="ffffff"/>
              </a:solidFill>
            </a:ln>
          </p:spPr>
        </p:cxnSp>
      </p:grpSp>
      <p:sp>
        <p:nvSpPr>
          <p:cNvPr id="102" name="Rectangle 16"/>
          <p:cNvSpPr/>
          <p:nvPr/>
        </p:nvSpPr>
        <p:spPr>
          <a:xfrm>
            <a:off x="4563720" y="1527840"/>
            <a:ext cx="681840" cy="681840"/>
          </a:xfrm>
          <a:prstGeom prst="rect">
            <a:avLst/>
          </a:prstGeom>
          <a:solidFill>
            <a:schemeClr val="accent1"/>
          </a:solidFill>
          <a:ln w="444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03" name="Rectangle 17"/>
          <p:cNvSpPr/>
          <p:nvPr/>
        </p:nvSpPr>
        <p:spPr>
          <a:xfrm>
            <a:off x="4563720" y="2662560"/>
            <a:ext cx="681840" cy="681840"/>
          </a:xfrm>
          <a:prstGeom prst="rect">
            <a:avLst/>
          </a:prstGeom>
          <a:solidFill>
            <a:schemeClr val="accent2"/>
          </a:solidFill>
          <a:ln w="444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04" name="Rectangle 18"/>
          <p:cNvSpPr/>
          <p:nvPr/>
        </p:nvSpPr>
        <p:spPr>
          <a:xfrm>
            <a:off x="4563720" y="3797640"/>
            <a:ext cx="681840" cy="681840"/>
          </a:xfrm>
          <a:prstGeom prst="rect">
            <a:avLst/>
          </a:prstGeom>
          <a:solidFill>
            <a:schemeClr val="accent3"/>
          </a:solidFill>
          <a:ln w="444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05" name="Rectangle 19"/>
          <p:cNvSpPr/>
          <p:nvPr/>
        </p:nvSpPr>
        <p:spPr>
          <a:xfrm>
            <a:off x="4563720" y="4932360"/>
            <a:ext cx="681840" cy="681840"/>
          </a:xfrm>
          <a:prstGeom prst="rect">
            <a:avLst/>
          </a:prstGeom>
          <a:solidFill>
            <a:schemeClr val="accent4"/>
          </a:solidFill>
          <a:ln w="444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06" name="TextBox 20"/>
          <p:cNvSpPr/>
          <p:nvPr/>
        </p:nvSpPr>
        <p:spPr>
          <a:xfrm>
            <a:off x="4563720" y="1636200"/>
            <a:ext cx="681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Arial Unicode MS"/>
              </a:rPr>
              <a:t>01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Box 21"/>
          <p:cNvSpPr/>
          <p:nvPr/>
        </p:nvSpPr>
        <p:spPr>
          <a:xfrm>
            <a:off x="4563720" y="2775240"/>
            <a:ext cx="681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Arial Unicode MS"/>
              </a:rPr>
              <a:t>02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Box 22"/>
          <p:cNvSpPr/>
          <p:nvPr/>
        </p:nvSpPr>
        <p:spPr>
          <a:xfrm>
            <a:off x="4563720" y="3913920"/>
            <a:ext cx="681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Arial Unicode MS"/>
              </a:rPr>
              <a:t>03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Box 23"/>
          <p:cNvSpPr/>
          <p:nvPr/>
        </p:nvSpPr>
        <p:spPr>
          <a:xfrm>
            <a:off x="4563720" y="5052960"/>
            <a:ext cx="681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Arial Unicode MS"/>
              </a:rPr>
              <a:t>04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10" name="Group 1"/>
          <p:cNvGrpSpPr/>
          <p:nvPr/>
        </p:nvGrpSpPr>
        <p:grpSpPr>
          <a:xfrm>
            <a:off x="5672160" y="1359360"/>
            <a:ext cx="5433480" cy="927360"/>
            <a:chOff x="5672160" y="1359360"/>
            <a:chExt cx="5433480" cy="927360"/>
          </a:xfrm>
        </p:grpSpPr>
        <p:sp>
          <p:nvSpPr>
            <p:cNvPr id="111" name="TextBox 24"/>
            <p:cNvSpPr/>
            <p:nvPr/>
          </p:nvSpPr>
          <p:spPr>
            <a:xfrm>
              <a:off x="5672160" y="1831320"/>
              <a:ext cx="54334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Get a modern PowerPoint  Presentation that is beautifully designed. </a:t>
              </a: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FZShuTi"/>
                </a:rPr>
                <a:t>I hope and I believe that this Template will your Time.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2" name="TextBox 25"/>
            <p:cNvSpPr/>
            <p:nvPr/>
          </p:nvSpPr>
          <p:spPr>
            <a:xfrm>
              <a:off x="5672160" y="1359360"/>
              <a:ext cx="5433480" cy="50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108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Contents Here</a:t>
              </a:r>
              <a:endParaRPr b="0" lang="en-US" sz="27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3" name="Group 26"/>
          <p:cNvGrpSpPr/>
          <p:nvPr/>
        </p:nvGrpSpPr>
        <p:grpSpPr>
          <a:xfrm>
            <a:off x="5684400" y="2498040"/>
            <a:ext cx="5433480" cy="927720"/>
            <a:chOff x="5684400" y="2498040"/>
            <a:chExt cx="5433480" cy="927720"/>
          </a:xfrm>
        </p:grpSpPr>
        <p:sp>
          <p:nvSpPr>
            <p:cNvPr id="114" name="TextBox 27"/>
            <p:cNvSpPr/>
            <p:nvPr/>
          </p:nvSpPr>
          <p:spPr>
            <a:xfrm>
              <a:off x="5684400" y="2970360"/>
              <a:ext cx="54334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Get a modern PowerPoint  Presentation that is beautifully designed. </a:t>
              </a: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FZShuTi"/>
                </a:rPr>
                <a:t>I hope and I believe that this Template will your Time.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5" name="TextBox 28"/>
            <p:cNvSpPr/>
            <p:nvPr/>
          </p:nvSpPr>
          <p:spPr>
            <a:xfrm>
              <a:off x="5684400" y="2498040"/>
              <a:ext cx="5433480" cy="50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108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Contents Here</a:t>
              </a:r>
              <a:endParaRPr b="0" lang="en-US" sz="27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6" name="Group 29"/>
          <p:cNvGrpSpPr/>
          <p:nvPr/>
        </p:nvGrpSpPr>
        <p:grpSpPr>
          <a:xfrm>
            <a:off x="5696640" y="3637080"/>
            <a:ext cx="5433480" cy="927360"/>
            <a:chOff x="5696640" y="3637080"/>
            <a:chExt cx="5433480" cy="927360"/>
          </a:xfrm>
        </p:grpSpPr>
        <p:sp>
          <p:nvSpPr>
            <p:cNvPr id="117" name="TextBox 30"/>
            <p:cNvSpPr/>
            <p:nvPr/>
          </p:nvSpPr>
          <p:spPr>
            <a:xfrm>
              <a:off x="5696640" y="4109040"/>
              <a:ext cx="54334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Get a modern PowerPoint  Presentation that is beautifully designed. </a:t>
              </a: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FZShuTi"/>
                </a:rPr>
                <a:t>I hope and I believe that this Template will your Time.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8" name="TextBox 31"/>
            <p:cNvSpPr/>
            <p:nvPr/>
          </p:nvSpPr>
          <p:spPr>
            <a:xfrm>
              <a:off x="5696640" y="3637080"/>
              <a:ext cx="5433480" cy="50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108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Contents Here</a:t>
              </a:r>
              <a:endParaRPr b="0" lang="en-US" sz="27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9" name="Group 32"/>
          <p:cNvGrpSpPr/>
          <p:nvPr/>
        </p:nvGrpSpPr>
        <p:grpSpPr>
          <a:xfrm>
            <a:off x="5708880" y="4776120"/>
            <a:ext cx="5433480" cy="927360"/>
            <a:chOff x="5708880" y="4776120"/>
            <a:chExt cx="5433480" cy="927360"/>
          </a:xfrm>
        </p:grpSpPr>
        <p:sp>
          <p:nvSpPr>
            <p:cNvPr id="120" name="TextBox 33"/>
            <p:cNvSpPr/>
            <p:nvPr/>
          </p:nvSpPr>
          <p:spPr>
            <a:xfrm>
              <a:off x="5708880" y="5248080"/>
              <a:ext cx="54334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Get a modern PowerPoint  Presentation that is beautifully designed. </a:t>
              </a: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FZShuTi"/>
                </a:rPr>
                <a:t>I hope and I believe that this Template will your Time.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1" name="TextBox 34"/>
            <p:cNvSpPr/>
            <p:nvPr/>
          </p:nvSpPr>
          <p:spPr>
            <a:xfrm>
              <a:off x="5708880" y="4776120"/>
              <a:ext cx="5433480" cy="50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108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Contents Here</a:t>
              </a:r>
              <a:endParaRPr b="0" lang="en-US" sz="27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2" name="Oval 35"/>
          <p:cNvSpPr/>
          <p:nvPr/>
        </p:nvSpPr>
        <p:spPr>
          <a:xfrm>
            <a:off x="3531240" y="839880"/>
            <a:ext cx="110520" cy="110520"/>
          </a:xfrm>
          <a:prstGeom prst="ellipse">
            <a:avLst/>
          </a:prstGeom>
          <a:solidFill>
            <a:schemeClr val="bg1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3120" bIns="331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Timeline Style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4" name="Rectangle: Rounded Corners 40"/>
          <p:cNvSpPr/>
          <p:nvPr/>
        </p:nvSpPr>
        <p:spPr>
          <a:xfrm>
            <a:off x="9958680" y="2254320"/>
            <a:ext cx="1298160" cy="129816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25" name="Rectangle: Rounded Corners 2"/>
          <p:cNvSpPr/>
          <p:nvPr/>
        </p:nvSpPr>
        <p:spPr>
          <a:xfrm>
            <a:off x="934920" y="2254320"/>
            <a:ext cx="1298160" cy="1298160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26" name="Rectangle: Rounded Corners 19"/>
          <p:cNvSpPr/>
          <p:nvPr/>
        </p:nvSpPr>
        <p:spPr>
          <a:xfrm>
            <a:off x="3190680" y="2254320"/>
            <a:ext cx="1298160" cy="129816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27" name="Rectangle: Rounded Corners 20"/>
          <p:cNvSpPr/>
          <p:nvPr/>
        </p:nvSpPr>
        <p:spPr>
          <a:xfrm>
            <a:off x="5446800" y="2254320"/>
            <a:ext cx="1298160" cy="129816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28" name="Rectangle: Rounded Corners 21"/>
          <p:cNvSpPr/>
          <p:nvPr/>
        </p:nvSpPr>
        <p:spPr>
          <a:xfrm>
            <a:off x="7702560" y="2254320"/>
            <a:ext cx="1298160" cy="129816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grpSp>
        <p:nvGrpSpPr>
          <p:cNvPr id="129" name="Group 13"/>
          <p:cNvGrpSpPr/>
          <p:nvPr/>
        </p:nvGrpSpPr>
        <p:grpSpPr>
          <a:xfrm>
            <a:off x="1983600" y="2685600"/>
            <a:ext cx="1456200" cy="435600"/>
            <a:chOff x="1983600" y="2685600"/>
            <a:chExt cx="1456200" cy="435600"/>
          </a:xfrm>
        </p:grpSpPr>
        <p:sp>
          <p:nvSpPr>
            <p:cNvPr id="130" name="Freeform: Shape 12"/>
            <p:cNvSpPr/>
            <p:nvPr/>
          </p:nvSpPr>
          <p:spPr>
            <a:xfrm>
              <a:off x="2379240" y="2685600"/>
              <a:ext cx="665280" cy="435600"/>
            </a:xfrm>
            <a:custGeom>
              <a:avLst/>
              <a:gdLst>
                <a:gd name="textAreaLeft" fmla="*/ 0 w 665280"/>
                <a:gd name="textAreaRight" fmla="*/ 665640 w 665280"/>
                <a:gd name="textAreaTop" fmla="*/ 0 h 435600"/>
                <a:gd name="textAreaBottom" fmla="*/ 435960 h 435600"/>
              </a:gdLst>
              <a:ahLst/>
              <a:rect l="textAreaLeft" t="textAreaTop" r="textAreaRight" b="textAreaBottom"/>
              <a:pathLst>
                <a:path w="862149" h="564662">
                  <a:moveTo>
                    <a:pt x="288530" y="155674"/>
                  </a:moveTo>
                  <a:cubicBezTo>
                    <a:pt x="218579" y="155674"/>
                    <a:pt x="161872" y="212381"/>
                    <a:pt x="161872" y="282332"/>
                  </a:cubicBezTo>
                  <a:cubicBezTo>
                    <a:pt x="161872" y="352283"/>
                    <a:pt x="218579" y="408990"/>
                    <a:pt x="288530" y="408990"/>
                  </a:cubicBezTo>
                  <a:lnTo>
                    <a:pt x="573620" y="408990"/>
                  </a:lnTo>
                  <a:cubicBezTo>
                    <a:pt x="643571" y="408990"/>
                    <a:pt x="700278" y="352283"/>
                    <a:pt x="700278" y="282332"/>
                  </a:cubicBezTo>
                  <a:cubicBezTo>
                    <a:pt x="700278" y="212381"/>
                    <a:pt x="643571" y="155674"/>
                    <a:pt x="573620" y="155674"/>
                  </a:cubicBezTo>
                  <a:close/>
                  <a:moveTo>
                    <a:pt x="282331" y="0"/>
                  </a:moveTo>
                  <a:lnTo>
                    <a:pt x="579818" y="0"/>
                  </a:lnTo>
                  <a:cubicBezTo>
                    <a:pt x="735745" y="0"/>
                    <a:pt x="862149" y="126404"/>
                    <a:pt x="862149" y="282331"/>
                  </a:cubicBezTo>
                  <a:cubicBezTo>
                    <a:pt x="862149" y="438258"/>
                    <a:pt x="735745" y="564662"/>
                    <a:pt x="579818" y="564662"/>
                  </a:cubicBezTo>
                  <a:lnTo>
                    <a:pt x="282331" y="564662"/>
                  </a:lnTo>
                  <a:cubicBezTo>
                    <a:pt x="126404" y="564662"/>
                    <a:pt x="0" y="438258"/>
                    <a:pt x="0" y="282331"/>
                  </a:cubicBezTo>
                  <a:cubicBezTo>
                    <a:pt x="0" y="126404"/>
                    <a:pt x="126404" y="0"/>
                    <a:pt x="282331" y="0"/>
                  </a:cubicBezTo>
                  <a:close/>
                </a:path>
              </a:pathLst>
            </a:custGeom>
            <a:solidFill>
              <a:srgbClr val="196491"/>
            </a:solidFill>
            <a:ln w="222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31" name="Rectangle: Rounded Corners 3"/>
            <p:cNvSpPr/>
            <p:nvPr/>
          </p:nvSpPr>
          <p:spPr>
            <a:xfrm>
              <a:off x="2774520" y="2836080"/>
              <a:ext cx="665280" cy="12924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22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32" name="Rectangle: Rounded Corners 9"/>
            <p:cNvSpPr/>
            <p:nvPr/>
          </p:nvSpPr>
          <p:spPr>
            <a:xfrm>
              <a:off x="1983600" y="2838600"/>
              <a:ext cx="665280" cy="12924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22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grpSp>
        <p:nvGrpSpPr>
          <p:cNvPr id="133" name="Group 23"/>
          <p:cNvGrpSpPr/>
          <p:nvPr/>
        </p:nvGrpSpPr>
        <p:grpSpPr>
          <a:xfrm>
            <a:off x="4239720" y="2685600"/>
            <a:ext cx="1456200" cy="435600"/>
            <a:chOff x="4239720" y="2685600"/>
            <a:chExt cx="1456200" cy="435600"/>
          </a:xfrm>
        </p:grpSpPr>
        <p:sp>
          <p:nvSpPr>
            <p:cNvPr id="134" name="Freeform: Shape 24"/>
            <p:cNvSpPr/>
            <p:nvPr/>
          </p:nvSpPr>
          <p:spPr>
            <a:xfrm>
              <a:off x="4635000" y="2685600"/>
              <a:ext cx="665280" cy="435600"/>
            </a:xfrm>
            <a:custGeom>
              <a:avLst/>
              <a:gdLst>
                <a:gd name="textAreaLeft" fmla="*/ 0 w 665280"/>
                <a:gd name="textAreaRight" fmla="*/ 665640 w 665280"/>
                <a:gd name="textAreaTop" fmla="*/ 0 h 435600"/>
                <a:gd name="textAreaBottom" fmla="*/ 435960 h 435600"/>
              </a:gdLst>
              <a:ahLst/>
              <a:rect l="textAreaLeft" t="textAreaTop" r="textAreaRight" b="textAreaBottom"/>
              <a:pathLst>
                <a:path w="862149" h="564662">
                  <a:moveTo>
                    <a:pt x="288530" y="155674"/>
                  </a:moveTo>
                  <a:cubicBezTo>
                    <a:pt x="218579" y="155674"/>
                    <a:pt x="161872" y="212381"/>
                    <a:pt x="161872" y="282332"/>
                  </a:cubicBezTo>
                  <a:cubicBezTo>
                    <a:pt x="161872" y="352283"/>
                    <a:pt x="218579" y="408990"/>
                    <a:pt x="288530" y="408990"/>
                  </a:cubicBezTo>
                  <a:lnTo>
                    <a:pt x="573620" y="408990"/>
                  </a:lnTo>
                  <a:cubicBezTo>
                    <a:pt x="643571" y="408990"/>
                    <a:pt x="700278" y="352283"/>
                    <a:pt x="700278" y="282332"/>
                  </a:cubicBezTo>
                  <a:cubicBezTo>
                    <a:pt x="700278" y="212381"/>
                    <a:pt x="643571" y="155674"/>
                    <a:pt x="573620" y="155674"/>
                  </a:cubicBezTo>
                  <a:close/>
                  <a:moveTo>
                    <a:pt x="282331" y="0"/>
                  </a:moveTo>
                  <a:lnTo>
                    <a:pt x="579818" y="0"/>
                  </a:lnTo>
                  <a:cubicBezTo>
                    <a:pt x="735745" y="0"/>
                    <a:pt x="862149" y="126404"/>
                    <a:pt x="862149" y="282331"/>
                  </a:cubicBezTo>
                  <a:cubicBezTo>
                    <a:pt x="862149" y="438258"/>
                    <a:pt x="735745" y="564662"/>
                    <a:pt x="579818" y="564662"/>
                  </a:cubicBezTo>
                  <a:lnTo>
                    <a:pt x="282331" y="564662"/>
                  </a:lnTo>
                  <a:cubicBezTo>
                    <a:pt x="126404" y="564662"/>
                    <a:pt x="0" y="438258"/>
                    <a:pt x="0" y="282331"/>
                  </a:cubicBezTo>
                  <a:cubicBezTo>
                    <a:pt x="0" y="126404"/>
                    <a:pt x="126404" y="0"/>
                    <a:pt x="282331" y="0"/>
                  </a:cubicBezTo>
                  <a:close/>
                </a:path>
              </a:pathLst>
            </a:custGeom>
            <a:solidFill>
              <a:srgbClr val="196491"/>
            </a:solidFill>
            <a:ln w="222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35" name="Rectangle: Rounded Corners 25"/>
            <p:cNvSpPr/>
            <p:nvPr/>
          </p:nvSpPr>
          <p:spPr>
            <a:xfrm>
              <a:off x="5030640" y="2836080"/>
              <a:ext cx="665280" cy="12924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22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36" name="Rectangle: Rounded Corners 26"/>
            <p:cNvSpPr/>
            <p:nvPr/>
          </p:nvSpPr>
          <p:spPr>
            <a:xfrm>
              <a:off x="4239720" y="2838600"/>
              <a:ext cx="665280" cy="12924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22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grpSp>
        <p:nvGrpSpPr>
          <p:cNvPr id="137" name="Group 27"/>
          <p:cNvGrpSpPr/>
          <p:nvPr/>
        </p:nvGrpSpPr>
        <p:grpSpPr>
          <a:xfrm>
            <a:off x="6495840" y="2685600"/>
            <a:ext cx="1455840" cy="435600"/>
            <a:chOff x="6495840" y="2685600"/>
            <a:chExt cx="1455840" cy="435600"/>
          </a:xfrm>
        </p:grpSpPr>
        <p:sp>
          <p:nvSpPr>
            <p:cNvPr id="138" name="Freeform: Shape 28"/>
            <p:cNvSpPr/>
            <p:nvPr/>
          </p:nvSpPr>
          <p:spPr>
            <a:xfrm>
              <a:off x="6891120" y="2685600"/>
              <a:ext cx="665280" cy="435600"/>
            </a:xfrm>
            <a:custGeom>
              <a:avLst/>
              <a:gdLst>
                <a:gd name="textAreaLeft" fmla="*/ 0 w 665280"/>
                <a:gd name="textAreaRight" fmla="*/ 665640 w 665280"/>
                <a:gd name="textAreaTop" fmla="*/ 0 h 435600"/>
                <a:gd name="textAreaBottom" fmla="*/ 435960 h 435600"/>
              </a:gdLst>
              <a:ahLst/>
              <a:rect l="textAreaLeft" t="textAreaTop" r="textAreaRight" b="textAreaBottom"/>
              <a:pathLst>
                <a:path w="862149" h="564662">
                  <a:moveTo>
                    <a:pt x="288530" y="155674"/>
                  </a:moveTo>
                  <a:cubicBezTo>
                    <a:pt x="218579" y="155674"/>
                    <a:pt x="161872" y="212381"/>
                    <a:pt x="161872" y="282332"/>
                  </a:cubicBezTo>
                  <a:cubicBezTo>
                    <a:pt x="161872" y="352283"/>
                    <a:pt x="218579" y="408990"/>
                    <a:pt x="288530" y="408990"/>
                  </a:cubicBezTo>
                  <a:lnTo>
                    <a:pt x="573620" y="408990"/>
                  </a:lnTo>
                  <a:cubicBezTo>
                    <a:pt x="643571" y="408990"/>
                    <a:pt x="700278" y="352283"/>
                    <a:pt x="700278" y="282332"/>
                  </a:cubicBezTo>
                  <a:cubicBezTo>
                    <a:pt x="700278" y="212381"/>
                    <a:pt x="643571" y="155674"/>
                    <a:pt x="573620" y="155674"/>
                  </a:cubicBezTo>
                  <a:close/>
                  <a:moveTo>
                    <a:pt x="282331" y="0"/>
                  </a:moveTo>
                  <a:lnTo>
                    <a:pt x="579818" y="0"/>
                  </a:lnTo>
                  <a:cubicBezTo>
                    <a:pt x="735745" y="0"/>
                    <a:pt x="862149" y="126404"/>
                    <a:pt x="862149" y="282331"/>
                  </a:cubicBezTo>
                  <a:cubicBezTo>
                    <a:pt x="862149" y="438258"/>
                    <a:pt x="735745" y="564662"/>
                    <a:pt x="579818" y="564662"/>
                  </a:cubicBezTo>
                  <a:lnTo>
                    <a:pt x="282331" y="564662"/>
                  </a:lnTo>
                  <a:cubicBezTo>
                    <a:pt x="126404" y="564662"/>
                    <a:pt x="0" y="438258"/>
                    <a:pt x="0" y="282331"/>
                  </a:cubicBezTo>
                  <a:cubicBezTo>
                    <a:pt x="0" y="126404"/>
                    <a:pt x="126404" y="0"/>
                    <a:pt x="282331" y="0"/>
                  </a:cubicBezTo>
                  <a:close/>
                </a:path>
              </a:pathLst>
            </a:custGeom>
            <a:solidFill>
              <a:srgbClr val="196491"/>
            </a:solidFill>
            <a:ln w="222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39" name="Rectangle: Rounded Corners 29"/>
            <p:cNvSpPr/>
            <p:nvPr/>
          </p:nvSpPr>
          <p:spPr>
            <a:xfrm>
              <a:off x="7286400" y="2836080"/>
              <a:ext cx="665280" cy="12924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22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40" name="Rectangle: Rounded Corners 30"/>
            <p:cNvSpPr/>
            <p:nvPr/>
          </p:nvSpPr>
          <p:spPr>
            <a:xfrm>
              <a:off x="6495840" y="2838600"/>
              <a:ext cx="665280" cy="12924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22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grpSp>
        <p:nvGrpSpPr>
          <p:cNvPr id="141" name="Group 31"/>
          <p:cNvGrpSpPr/>
          <p:nvPr/>
        </p:nvGrpSpPr>
        <p:grpSpPr>
          <a:xfrm>
            <a:off x="8751600" y="2685600"/>
            <a:ext cx="1456200" cy="435600"/>
            <a:chOff x="8751600" y="2685600"/>
            <a:chExt cx="1456200" cy="435600"/>
          </a:xfrm>
        </p:grpSpPr>
        <p:sp>
          <p:nvSpPr>
            <p:cNvPr id="142" name="Freeform: Shape 32"/>
            <p:cNvSpPr/>
            <p:nvPr/>
          </p:nvSpPr>
          <p:spPr>
            <a:xfrm>
              <a:off x="9147240" y="2685600"/>
              <a:ext cx="665280" cy="435600"/>
            </a:xfrm>
            <a:custGeom>
              <a:avLst/>
              <a:gdLst>
                <a:gd name="textAreaLeft" fmla="*/ 0 w 665280"/>
                <a:gd name="textAreaRight" fmla="*/ 665640 w 665280"/>
                <a:gd name="textAreaTop" fmla="*/ 0 h 435600"/>
                <a:gd name="textAreaBottom" fmla="*/ 435960 h 435600"/>
              </a:gdLst>
              <a:ahLst/>
              <a:rect l="textAreaLeft" t="textAreaTop" r="textAreaRight" b="textAreaBottom"/>
              <a:pathLst>
                <a:path w="862149" h="564662">
                  <a:moveTo>
                    <a:pt x="288530" y="155674"/>
                  </a:moveTo>
                  <a:cubicBezTo>
                    <a:pt x="218579" y="155674"/>
                    <a:pt x="161872" y="212381"/>
                    <a:pt x="161872" y="282332"/>
                  </a:cubicBezTo>
                  <a:cubicBezTo>
                    <a:pt x="161872" y="352283"/>
                    <a:pt x="218579" y="408990"/>
                    <a:pt x="288530" y="408990"/>
                  </a:cubicBezTo>
                  <a:lnTo>
                    <a:pt x="573620" y="408990"/>
                  </a:lnTo>
                  <a:cubicBezTo>
                    <a:pt x="643571" y="408990"/>
                    <a:pt x="700278" y="352283"/>
                    <a:pt x="700278" y="282332"/>
                  </a:cubicBezTo>
                  <a:cubicBezTo>
                    <a:pt x="700278" y="212381"/>
                    <a:pt x="643571" y="155674"/>
                    <a:pt x="573620" y="155674"/>
                  </a:cubicBezTo>
                  <a:close/>
                  <a:moveTo>
                    <a:pt x="282331" y="0"/>
                  </a:moveTo>
                  <a:lnTo>
                    <a:pt x="579818" y="0"/>
                  </a:lnTo>
                  <a:cubicBezTo>
                    <a:pt x="735745" y="0"/>
                    <a:pt x="862149" y="126404"/>
                    <a:pt x="862149" y="282331"/>
                  </a:cubicBezTo>
                  <a:cubicBezTo>
                    <a:pt x="862149" y="438258"/>
                    <a:pt x="735745" y="564662"/>
                    <a:pt x="579818" y="564662"/>
                  </a:cubicBezTo>
                  <a:lnTo>
                    <a:pt x="282331" y="564662"/>
                  </a:lnTo>
                  <a:cubicBezTo>
                    <a:pt x="126404" y="564662"/>
                    <a:pt x="0" y="438258"/>
                    <a:pt x="0" y="282331"/>
                  </a:cubicBezTo>
                  <a:cubicBezTo>
                    <a:pt x="0" y="126404"/>
                    <a:pt x="126404" y="0"/>
                    <a:pt x="282331" y="0"/>
                  </a:cubicBezTo>
                  <a:close/>
                </a:path>
              </a:pathLst>
            </a:custGeom>
            <a:solidFill>
              <a:srgbClr val="196491"/>
            </a:solidFill>
            <a:ln w="222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43" name="Rectangle: Rounded Corners 33"/>
            <p:cNvSpPr/>
            <p:nvPr/>
          </p:nvSpPr>
          <p:spPr>
            <a:xfrm>
              <a:off x="9542520" y="2836080"/>
              <a:ext cx="665280" cy="12924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22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44" name="Rectangle: Rounded Corners 34"/>
            <p:cNvSpPr/>
            <p:nvPr/>
          </p:nvSpPr>
          <p:spPr>
            <a:xfrm>
              <a:off x="8751600" y="2838600"/>
              <a:ext cx="665280" cy="12924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22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grpSp>
        <p:nvGrpSpPr>
          <p:cNvPr id="145" name="Group 82"/>
          <p:cNvGrpSpPr/>
          <p:nvPr/>
        </p:nvGrpSpPr>
        <p:grpSpPr>
          <a:xfrm>
            <a:off x="-5040" y="2685600"/>
            <a:ext cx="1188720" cy="435600"/>
            <a:chOff x="-5040" y="2685600"/>
            <a:chExt cx="1188720" cy="435600"/>
          </a:xfrm>
        </p:grpSpPr>
        <p:sp>
          <p:nvSpPr>
            <p:cNvPr id="146" name="Freeform: Shape 36"/>
            <p:cNvSpPr/>
            <p:nvPr/>
          </p:nvSpPr>
          <p:spPr>
            <a:xfrm>
              <a:off x="123120" y="2685600"/>
              <a:ext cx="665280" cy="435600"/>
            </a:xfrm>
            <a:custGeom>
              <a:avLst/>
              <a:gdLst>
                <a:gd name="textAreaLeft" fmla="*/ 0 w 665280"/>
                <a:gd name="textAreaRight" fmla="*/ 665640 w 665280"/>
                <a:gd name="textAreaTop" fmla="*/ 0 h 435600"/>
                <a:gd name="textAreaBottom" fmla="*/ 435960 h 435600"/>
              </a:gdLst>
              <a:ahLst/>
              <a:rect l="textAreaLeft" t="textAreaTop" r="textAreaRight" b="textAreaBottom"/>
              <a:pathLst>
                <a:path w="862149" h="564662">
                  <a:moveTo>
                    <a:pt x="288530" y="155674"/>
                  </a:moveTo>
                  <a:cubicBezTo>
                    <a:pt x="218579" y="155674"/>
                    <a:pt x="161872" y="212381"/>
                    <a:pt x="161872" y="282332"/>
                  </a:cubicBezTo>
                  <a:cubicBezTo>
                    <a:pt x="161872" y="352283"/>
                    <a:pt x="218579" y="408990"/>
                    <a:pt x="288530" y="408990"/>
                  </a:cubicBezTo>
                  <a:lnTo>
                    <a:pt x="573620" y="408990"/>
                  </a:lnTo>
                  <a:cubicBezTo>
                    <a:pt x="643571" y="408990"/>
                    <a:pt x="700278" y="352283"/>
                    <a:pt x="700278" y="282332"/>
                  </a:cubicBezTo>
                  <a:cubicBezTo>
                    <a:pt x="700278" y="212381"/>
                    <a:pt x="643571" y="155674"/>
                    <a:pt x="573620" y="155674"/>
                  </a:cubicBezTo>
                  <a:close/>
                  <a:moveTo>
                    <a:pt x="282331" y="0"/>
                  </a:moveTo>
                  <a:lnTo>
                    <a:pt x="579818" y="0"/>
                  </a:lnTo>
                  <a:cubicBezTo>
                    <a:pt x="735745" y="0"/>
                    <a:pt x="862149" y="126404"/>
                    <a:pt x="862149" y="282331"/>
                  </a:cubicBezTo>
                  <a:cubicBezTo>
                    <a:pt x="862149" y="438258"/>
                    <a:pt x="735745" y="564662"/>
                    <a:pt x="579818" y="564662"/>
                  </a:cubicBezTo>
                  <a:lnTo>
                    <a:pt x="282331" y="564662"/>
                  </a:lnTo>
                  <a:cubicBezTo>
                    <a:pt x="126404" y="564662"/>
                    <a:pt x="0" y="438258"/>
                    <a:pt x="0" y="282331"/>
                  </a:cubicBezTo>
                  <a:cubicBezTo>
                    <a:pt x="0" y="126404"/>
                    <a:pt x="126404" y="0"/>
                    <a:pt x="282331" y="0"/>
                  </a:cubicBezTo>
                  <a:close/>
                </a:path>
              </a:pathLst>
            </a:custGeom>
            <a:solidFill>
              <a:srgbClr val="196491"/>
            </a:solidFill>
            <a:ln w="222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47" name="Rectangle: Rounded Corners 37"/>
            <p:cNvSpPr/>
            <p:nvPr/>
          </p:nvSpPr>
          <p:spPr>
            <a:xfrm>
              <a:off x="518400" y="2836080"/>
              <a:ext cx="665280" cy="12924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22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48" name="Freeform: Shape 81"/>
            <p:cNvSpPr/>
            <p:nvPr/>
          </p:nvSpPr>
          <p:spPr>
            <a:xfrm>
              <a:off x="-5040" y="2838600"/>
              <a:ext cx="398160" cy="129240"/>
            </a:xfrm>
            <a:custGeom>
              <a:avLst/>
              <a:gdLst>
                <a:gd name="textAreaLeft" fmla="*/ 0 w 398160"/>
                <a:gd name="textAreaRight" fmla="*/ 398520 w 398160"/>
                <a:gd name="textAreaTop" fmla="*/ 0 h 129240"/>
                <a:gd name="textAreaBottom" fmla="*/ 129600 h 129240"/>
              </a:gdLst>
              <a:ahLst/>
              <a:rect l="textAreaLeft" t="textAreaTop" r="textAreaRight" b="textAreaBottom"/>
              <a:pathLst>
                <a:path w="398632" h="129676">
                  <a:moveTo>
                    <a:pt x="0" y="0"/>
                  </a:moveTo>
                  <a:lnTo>
                    <a:pt x="333794" y="0"/>
                  </a:lnTo>
                  <a:cubicBezTo>
                    <a:pt x="369603" y="0"/>
                    <a:pt x="398632" y="29029"/>
                    <a:pt x="398632" y="64838"/>
                  </a:cubicBezTo>
                  <a:cubicBezTo>
                    <a:pt x="398632" y="100647"/>
                    <a:pt x="369603" y="129676"/>
                    <a:pt x="333794" y="129676"/>
                  </a:cubicBezTo>
                  <a:lnTo>
                    <a:pt x="0" y="129676"/>
                  </a:lnTo>
                  <a:close/>
                </a:path>
              </a:pathLst>
            </a:custGeom>
            <a:solidFill>
              <a:schemeClr val="accent4"/>
            </a:solidFill>
            <a:ln w="222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grpSp>
        <p:nvGrpSpPr>
          <p:cNvPr id="149" name="Group 83"/>
          <p:cNvGrpSpPr/>
          <p:nvPr/>
        </p:nvGrpSpPr>
        <p:grpSpPr>
          <a:xfrm>
            <a:off x="11007720" y="2685600"/>
            <a:ext cx="1194120" cy="435600"/>
            <a:chOff x="11007720" y="2685600"/>
            <a:chExt cx="1194120" cy="435600"/>
          </a:xfrm>
        </p:grpSpPr>
        <p:sp>
          <p:nvSpPr>
            <p:cNvPr id="150" name="Freeform: Shape 49"/>
            <p:cNvSpPr/>
            <p:nvPr/>
          </p:nvSpPr>
          <p:spPr>
            <a:xfrm>
              <a:off x="11403000" y="2685600"/>
              <a:ext cx="665280" cy="435600"/>
            </a:xfrm>
            <a:custGeom>
              <a:avLst/>
              <a:gdLst>
                <a:gd name="textAreaLeft" fmla="*/ 0 w 665280"/>
                <a:gd name="textAreaRight" fmla="*/ 665640 w 665280"/>
                <a:gd name="textAreaTop" fmla="*/ 0 h 435600"/>
                <a:gd name="textAreaBottom" fmla="*/ 435960 h 435600"/>
              </a:gdLst>
              <a:ahLst/>
              <a:rect l="textAreaLeft" t="textAreaTop" r="textAreaRight" b="textAreaBottom"/>
              <a:pathLst>
                <a:path w="862149" h="564662">
                  <a:moveTo>
                    <a:pt x="288530" y="155674"/>
                  </a:moveTo>
                  <a:cubicBezTo>
                    <a:pt x="218579" y="155674"/>
                    <a:pt x="161872" y="212381"/>
                    <a:pt x="161872" y="282332"/>
                  </a:cubicBezTo>
                  <a:cubicBezTo>
                    <a:pt x="161872" y="352283"/>
                    <a:pt x="218579" y="408990"/>
                    <a:pt x="288530" y="408990"/>
                  </a:cubicBezTo>
                  <a:lnTo>
                    <a:pt x="573620" y="408990"/>
                  </a:lnTo>
                  <a:cubicBezTo>
                    <a:pt x="643571" y="408990"/>
                    <a:pt x="700278" y="352283"/>
                    <a:pt x="700278" y="282332"/>
                  </a:cubicBezTo>
                  <a:cubicBezTo>
                    <a:pt x="700278" y="212381"/>
                    <a:pt x="643571" y="155674"/>
                    <a:pt x="573620" y="155674"/>
                  </a:cubicBezTo>
                  <a:close/>
                  <a:moveTo>
                    <a:pt x="282331" y="0"/>
                  </a:moveTo>
                  <a:lnTo>
                    <a:pt x="579818" y="0"/>
                  </a:lnTo>
                  <a:cubicBezTo>
                    <a:pt x="735745" y="0"/>
                    <a:pt x="862149" y="126404"/>
                    <a:pt x="862149" y="282331"/>
                  </a:cubicBezTo>
                  <a:cubicBezTo>
                    <a:pt x="862149" y="438258"/>
                    <a:pt x="735745" y="564662"/>
                    <a:pt x="579818" y="564662"/>
                  </a:cubicBezTo>
                  <a:lnTo>
                    <a:pt x="282331" y="564662"/>
                  </a:lnTo>
                  <a:cubicBezTo>
                    <a:pt x="126404" y="564662"/>
                    <a:pt x="0" y="438258"/>
                    <a:pt x="0" y="282331"/>
                  </a:cubicBezTo>
                  <a:cubicBezTo>
                    <a:pt x="0" y="126404"/>
                    <a:pt x="126404" y="0"/>
                    <a:pt x="282331" y="0"/>
                  </a:cubicBezTo>
                  <a:close/>
                </a:path>
              </a:pathLst>
            </a:custGeom>
            <a:solidFill>
              <a:srgbClr val="196491"/>
            </a:solidFill>
            <a:ln w="222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51" name="Freeform: Shape 80"/>
            <p:cNvSpPr/>
            <p:nvPr/>
          </p:nvSpPr>
          <p:spPr>
            <a:xfrm>
              <a:off x="11798640" y="2836080"/>
              <a:ext cx="403200" cy="129240"/>
            </a:xfrm>
            <a:custGeom>
              <a:avLst/>
              <a:gdLst>
                <a:gd name="textAreaLeft" fmla="*/ 0 w 403200"/>
                <a:gd name="textAreaRight" fmla="*/ 403560 w 403200"/>
                <a:gd name="textAreaTop" fmla="*/ 0 h 129240"/>
                <a:gd name="textAreaBottom" fmla="*/ 129600 h 129240"/>
              </a:gdLst>
              <a:ahLst/>
              <a:rect l="textAreaLeft" t="textAreaTop" r="textAreaRight" b="textAreaBottom"/>
              <a:pathLst>
                <a:path w="403622" h="129676">
                  <a:moveTo>
                    <a:pt x="64838" y="0"/>
                  </a:moveTo>
                  <a:lnTo>
                    <a:pt x="403622" y="0"/>
                  </a:lnTo>
                  <a:lnTo>
                    <a:pt x="403622" y="129676"/>
                  </a:lnTo>
                  <a:lnTo>
                    <a:pt x="64838" y="129676"/>
                  </a:lnTo>
                  <a:cubicBezTo>
                    <a:pt x="29029" y="129676"/>
                    <a:pt x="0" y="100647"/>
                    <a:pt x="0" y="64838"/>
                  </a:cubicBezTo>
                  <a:cubicBezTo>
                    <a:pt x="0" y="29029"/>
                    <a:pt x="29029" y="0"/>
                    <a:pt x="64838" y="0"/>
                  </a:cubicBezTo>
                  <a:close/>
                </a:path>
              </a:pathLst>
            </a:custGeom>
            <a:solidFill>
              <a:schemeClr val="accent4"/>
            </a:solidFill>
            <a:ln w="222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52" name="Rectangle: Rounded Corners 51"/>
            <p:cNvSpPr/>
            <p:nvPr/>
          </p:nvSpPr>
          <p:spPr>
            <a:xfrm>
              <a:off x="11007720" y="2838600"/>
              <a:ext cx="665280" cy="12924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2222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sp>
        <p:nvSpPr>
          <p:cNvPr id="153" name="TextBox 53"/>
          <p:cNvSpPr/>
          <p:nvPr/>
        </p:nvSpPr>
        <p:spPr>
          <a:xfrm>
            <a:off x="7823160" y="3057840"/>
            <a:ext cx="1057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Arial"/>
                <a:ea typeface="Arial Unicode MS"/>
              </a:rPr>
              <a:t>2020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54"/>
          <p:cNvSpPr/>
          <p:nvPr/>
        </p:nvSpPr>
        <p:spPr>
          <a:xfrm>
            <a:off x="5567040" y="3057840"/>
            <a:ext cx="1057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Arial"/>
                <a:ea typeface="Arial Unicode MS"/>
              </a:rPr>
              <a:t>2019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55"/>
          <p:cNvSpPr/>
          <p:nvPr/>
        </p:nvSpPr>
        <p:spPr>
          <a:xfrm>
            <a:off x="3311280" y="3057840"/>
            <a:ext cx="1057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Arial"/>
                <a:ea typeface="Arial Unicode MS"/>
              </a:rPr>
              <a:t>2018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56"/>
          <p:cNvSpPr/>
          <p:nvPr/>
        </p:nvSpPr>
        <p:spPr>
          <a:xfrm>
            <a:off x="1055160" y="3057840"/>
            <a:ext cx="1057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Arial"/>
                <a:ea typeface="Arial Unicode MS"/>
              </a:rPr>
              <a:t>2017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직사각형 113"/>
          <p:cNvSpPr/>
          <p:nvPr/>
        </p:nvSpPr>
        <p:spPr>
          <a:xfrm>
            <a:off x="10086840" y="3057840"/>
            <a:ext cx="1041480" cy="394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Arial"/>
                <a:ea typeface="Arial Unicode MS"/>
              </a:rPr>
              <a:t>2021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58"/>
          <p:cNvSpPr/>
          <p:nvPr/>
        </p:nvSpPr>
        <p:spPr>
          <a:xfrm>
            <a:off x="1055520" y="2403000"/>
            <a:ext cx="1056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Arial"/>
                <a:ea typeface="Arial Unicode MS"/>
              </a:rPr>
              <a:t>Text 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59"/>
          <p:cNvSpPr/>
          <p:nvPr/>
        </p:nvSpPr>
        <p:spPr>
          <a:xfrm>
            <a:off x="10079640" y="2403000"/>
            <a:ext cx="1056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Arial"/>
                <a:ea typeface="Arial Unicode MS"/>
              </a:rPr>
              <a:t>Text 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60"/>
          <p:cNvSpPr/>
          <p:nvPr/>
        </p:nvSpPr>
        <p:spPr>
          <a:xfrm>
            <a:off x="3311640" y="2379240"/>
            <a:ext cx="1056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Arial"/>
                <a:ea typeface="Arial Unicode MS"/>
              </a:rPr>
              <a:t>Text 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61"/>
          <p:cNvSpPr/>
          <p:nvPr/>
        </p:nvSpPr>
        <p:spPr>
          <a:xfrm>
            <a:off x="5567760" y="2355120"/>
            <a:ext cx="1056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Arial"/>
                <a:ea typeface="Arial Unicode MS"/>
              </a:rPr>
              <a:t>Text 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62"/>
          <p:cNvSpPr/>
          <p:nvPr/>
        </p:nvSpPr>
        <p:spPr>
          <a:xfrm>
            <a:off x="7823520" y="2331000"/>
            <a:ext cx="1056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Arial"/>
                <a:ea typeface="Arial Unicode MS"/>
              </a:rPr>
              <a:t>Text 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3" name="Group 63"/>
          <p:cNvGrpSpPr/>
          <p:nvPr/>
        </p:nvGrpSpPr>
        <p:grpSpPr>
          <a:xfrm>
            <a:off x="772200" y="3999240"/>
            <a:ext cx="1623600" cy="1829520"/>
            <a:chOff x="772200" y="3999240"/>
            <a:chExt cx="1623600" cy="1829520"/>
          </a:xfrm>
        </p:grpSpPr>
        <p:sp>
          <p:nvSpPr>
            <p:cNvPr id="164" name="TextBox 64"/>
            <p:cNvSpPr/>
            <p:nvPr/>
          </p:nvSpPr>
          <p:spPr>
            <a:xfrm>
              <a:off x="775800" y="4276080"/>
              <a:ext cx="1620000" cy="155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Presentations . Easy to change colors, photos and Text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5" name="TextBox 65"/>
            <p:cNvSpPr/>
            <p:nvPr/>
          </p:nvSpPr>
          <p:spPr>
            <a:xfrm>
              <a:off x="772200" y="3999240"/>
              <a:ext cx="160596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Your Text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6" name="Group 66"/>
          <p:cNvGrpSpPr/>
          <p:nvPr/>
        </p:nvGrpSpPr>
        <p:grpSpPr>
          <a:xfrm>
            <a:off x="3028320" y="3999240"/>
            <a:ext cx="1623240" cy="1829520"/>
            <a:chOff x="3028320" y="3999240"/>
            <a:chExt cx="1623240" cy="1829520"/>
          </a:xfrm>
        </p:grpSpPr>
        <p:sp>
          <p:nvSpPr>
            <p:cNvPr id="167" name="TextBox 67"/>
            <p:cNvSpPr/>
            <p:nvPr/>
          </p:nvSpPr>
          <p:spPr>
            <a:xfrm>
              <a:off x="3031560" y="4276080"/>
              <a:ext cx="1620000" cy="155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Presentations . Easy to change colors, photos and Text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8" name="TextBox 68"/>
            <p:cNvSpPr/>
            <p:nvPr/>
          </p:nvSpPr>
          <p:spPr>
            <a:xfrm>
              <a:off x="3028320" y="3999240"/>
              <a:ext cx="160596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Your Text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9" name="Group 69"/>
          <p:cNvGrpSpPr/>
          <p:nvPr/>
        </p:nvGrpSpPr>
        <p:grpSpPr>
          <a:xfrm>
            <a:off x="5284080" y="3999240"/>
            <a:ext cx="1623600" cy="1829520"/>
            <a:chOff x="5284080" y="3999240"/>
            <a:chExt cx="1623600" cy="1829520"/>
          </a:xfrm>
        </p:grpSpPr>
        <p:sp>
          <p:nvSpPr>
            <p:cNvPr id="170" name="TextBox 70"/>
            <p:cNvSpPr/>
            <p:nvPr/>
          </p:nvSpPr>
          <p:spPr>
            <a:xfrm>
              <a:off x="5287680" y="4276080"/>
              <a:ext cx="1620000" cy="155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Presentations . Easy to change colors, photos and Text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" name="TextBox 71"/>
            <p:cNvSpPr/>
            <p:nvPr/>
          </p:nvSpPr>
          <p:spPr>
            <a:xfrm>
              <a:off x="5284080" y="3999240"/>
              <a:ext cx="160596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Your Text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2" name="Group 72"/>
          <p:cNvGrpSpPr/>
          <p:nvPr/>
        </p:nvGrpSpPr>
        <p:grpSpPr>
          <a:xfrm>
            <a:off x="7540200" y="3999240"/>
            <a:ext cx="1623240" cy="1829520"/>
            <a:chOff x="7540200" y="3999240"/>
            <a:chExt cx="1623240" cy="1829520"/>
          </a:xfrm>
        </p:grpSpPr>
        <p:sp>
          <p:nvSpPr>
            <p:cNvPr id="173" name="TextBox 73"/>
            <p:cNvSpPr/>
            <p:nvPr/>
          </p:nvSpPr>
          <p:spPr>
            <a:xfrm>
              <a:off x="7543440" y="4276080"/>
              <a:ext cx="1620000" cy="155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Presentations . Easy to change colors, photos and Text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" name="TextBox 74"/>
            <p:cNvSpPr/>
            <p:nvPr/>
          </p:nvSpPr>
          <p:spPr>
            <a:xfrm>
              <a:off x="7540200" y="3999240"/>
              <a:ext cx="160596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Your Text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5" name="Group 75"/>
          <p:cNvGrpSpPr/>
          <p:nvPr/>
        </p:nvGrpSpPr>
        <p:grpSpPr>
          <a:xfrm>
            <a:off x="9796320" y="3999240"/>
            <a:ext cx="1623240" cy="1829520"/>
            <a:chOff x="9796320" y="3999240"/>
            <a:chExt cx="1623240" cy="1829520"/>
          </a:xfrm>
        </p:grpSpPr>
        <p:sp>
          <p:nvSpPr>
            <p:cNvPr id="176" name="TextBox 76"/>
            <p:cNvSpPr/>
            <p:nvPr/>
          </p:nvSpPr>
          <p:spPr>
            <a:xfrm>
              <a:off x="9799560" y="4276080"/>
              <a:ext cx="1620000" cy="155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Presentations . Easy to change colors, photos and Text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" name="TextBox 77"/>
            <p:cNvSpPr/>
            <p:nvPr/>
          </p:nvSpPr>
          <p:spPr>
            <a:xfrm>
              <a:off x="9796320" y="3999240"/>
              <a:ext cx="160596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Your Text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Our Team Style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graphicFrame>
        <p:nvGraphicFramePr>
          <p:cNvPr id="179" name="Chart 21"/>
          <p:cNvGraphicFramePr/>
          <p:nvPr/>
        </p:nvGraphicFramePr>
        <p:xfrm>
          <a:off x="7902360" y="4141080"/>
          <a:ext cx="2218320" cy="2007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180" name="Group 30"/>
          <p:cNvGrpSpPr/>
          <p:nvPr/>
        </p:nvGrpSpPr>
        <p:grpSpPr>
          <a:xfrm>
            <a:off x="10161720" y="4685040"/>
            <a:ext cx="1267920" cy="915840"/>
            <a:chOff x="10161720" y="4685040"/>
            <a:chExt cx="1267920" cy="915840"/>
          </a:xfrm>
        </p:grpSpPr>
        <p:sp>
          <p:nvSpPr>
            <p:cNvPr id="181" name="Rectangle 22"/>
            <p:cNvSpPr/>
            <p:nvPr/>
          </p:nvSpPr>
          <p:spPr>
            <a:xfrm>
              <a:off x="10161720" y="4748400"/>
              <a:ext cx="143640" cy="1436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endParaRPr>
            </a:p>
          </p:txBody>
        </p:sp>
        <p:sp>
          <p:nvSpPr>
            <p:cNvPr id="182" name="Rectangle 23"/>
            <p:cNvSpPr/>
            <p:nvPr/>
          </p:nvSpPr>
          <p:spPr>
            <a:xfrm>
              <a:off x="10161720" y="4964400"/>
              <a:ext cx="143640" cy="14364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endParaRPr>
            </a:p>
          </p:txBody>
        </p:sp>
        <p:sp>
          <p:nvSpPr>
            <p:cNvPr id="183" name="Rectangle 24"/>
            <p:cNvSpPr/>
            <p:nvPr/>
          </p:nvSpPr>
          <p:spPr>
            <a:xfrm>
              <a:off x="10161720" y="5180400"/>
              <a:ext cx="143640" cy="1436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endParaRPr>
            </a:p>
          </p:txBody>
        </p:sp>
        <p:sp>
          <p:nvSpPr>
            <p:cNvPr id="184" name="Rectangle 25"/>
            <p:cNvSpPr/>
            <p:nvPr/>
          </p:nvSpPr>
          <p:spPr>
            <a:xfrm>
              <a:off x="10161720" y="5396400"/>
              <a:ext cx="143640" cy="1436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endParaRPr>
            </a:p>
          </p:txBody>
        </p:sp>
        <p:sp>
          <p:nvSpPr>
            <p:cNvPr id="185" name="TextBox 8"/>
            <p:cNvSpPr/>
            <p:nvPr/>
          </p:nvSpPr>
          <p:spPr>
            <a:xfrm>
              <a:off x="10386720" y="4685040"/>
              <a:ext cx="104292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Presentation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6" name="TextBox 9"/>
            <p:cNvSpPr/>
            <p:nvPr/>
          </p:nvSpPr>
          <p:spPr>
            <a:xfrm>
              <a:off x="10386720" y="4899600"/>
              <a:ext cx="104292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Presentation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7" name="TextBox 10"/>
            <p:cNvSpPr/>
            <p:nvPr/>
          </p:nvSpPr>
          <p:spPr>
            <a:xfrm>
              <a:off x="10386720" y="5113800"/>
              <a:ext cx="104292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Presentation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8" name="TextBox 11"/>
            <p:cNvSpPr/>
            <p:nvPr/>
          </p:nvSpPr>
          <p:spPr>
            <a:xfrm>
              <a:off x="10386720" y="5328360"/>
              <a:ext cx="104292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Presentation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89" name="Text Placeholder 27"/>
          <p:cNvSpPr/>
          <p:nvPr/>
        </p:nvSpPr>
        <p:spPr>
          <a:xfrm>
            <a:off x="4419720" y="1793160"/>
            <a:ext cx="6957360" cy="43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MICHAEL DOE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Placeholder 27"/>
          <p:cNvSpPr/>
          <p:nvPr/>
        </p:nvSpPr>
        <p:spPr>
          <a:xfrm>
            <a:off x="4453200" y="3771720"/>
            <a:ext cx="25200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Work Experience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텍스트 개체 틀 37"/>
          <p:cNvSpPr/>
          <p:nvPr/>
        </p:nvSpPr>
        <p:spPr>
          <a:xfrm>
            <a:off x="7963920" y="3771720"/>
            <a:ext cx="24087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Progress Company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직사각형 1"/>
          <p:cNvSpPr/>
          <p:nvPr/>
        </p:nvSpPr>
        <p:spPr>
          <a:xfrm>
            <a:off x="4419720" y="2332440"/>
            <a:ext cx="6869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Example Text : Get a modern PowerPoint  Presentation that is beautifully designed. I hope and I believe that this Template will your Time, Money and Reputation. Easy to change colors, photos and Text. Get a modern PowerPoint  Presentation that is beautifully designed. </a:t>
            </a: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You can simply impress your audience and add a unique zing and appeal to your Presentations. I hope and I believe that this Template will your Time, Money and Reputation. Easy to change colors, photos and Text. Get a modern PowerPoint  Presentation that is beautifully designed.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직사각형 22"/>
          <p:cNvSpPr/>
          <p:nvPr/>
        </p:nvSpPr>
        <p:spPr>
          <a:xfrm>
            <a:off x="4453200" y="4101120"/>
            <a:ext cx="3182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2013 ~ 2014  Text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Example Text : Get a modern PowerPoint  Presentation that is beautifully designed.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직사각형 5"/>
          <p:cNvSpPr/>
          <p:nvPr/>
        </p:nvSpPr>
        <p:spPr>
          <a:xfrm>
            <a:off x="4453200" y="4788360"/>
            <a:ext cx="3182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2014 ~ 2016Text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Example Text : Get a modern PowerPoint  Presentation that is beautifully designed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직사각형 24"/>
          <p:cNvSpPr/>
          <p:nvPr/>
        </p:nvSpPr>
        <p:spPr>
          <a:xfrm>
            <a:off x="4453200" y="5475600"/>
            <a:ext cx="3182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2016 ~ 2019  Text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Example Text : Get a modern PowerPoint  Presentation that is beautifully designed.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6" name="Picture Placeholder 20" descr=""/>
          <p:cNvPicPr/>
          <p:nvPr/>
        </p:nvPicPr>
        <p:blipFill>
          <a:blip r:embed="rId2"/>
          <a:stretch/>
        </p:blipFill>
        <p:spPr>
          <a:xfrm>
            <a:off x="902160" y="2064600"/>
            <a:ext cx="2955240" cy="3753000"/>
          </a:xfrm>
          <a:prstGeom prst="rect">
            <a:avLst/>
          </a:prstGeom>
          <a:ln w="12700">
            <a:solidFill>
              <a:srgbClr val="ffffff">
                <a:alpha val="59000"/>
              </a:srgbClr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Infographic Style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8" name="Freeform: Shape 7"/>
          <p:cNvSpPr/>
          <p:nvPr/>
        </p:nvSpPr>
        <p:spPr>
          <a:xfrm>
            <a:off x="881640" y="1961640"/>
            <a:ext cx="1725120" cy="1355400"/>
          </a:xfrm>
          <a:custGeom>
            <a:avLst/>
            <a:gdLst>
              <a:gd name="textAreaLeft" fmla="*/ 0 w 1725120"/>
              <a:gd name="textAreaRight" fmla="*/ 1725480 w 1725120"/>
              <a:gd name="textAreaTop" fmla="*/ 0 h 1355400"/>
              <a:gd name="textAreaBottom" fmla="*/ 1355760 h 1355400"/>
            </a:gdLst>
            <a:ahLst/>
            <a:rect l="textAreaLeft" t="textAreaTop" r="textAreaRight" b="textAreaBottom"/>
            <a:pathLst>
              <a:path w="4395438" h="3453324">
                <a:moveTo>
                  <a:pt x="3437669" y="3099455"/>
                </a:moveTo>
                <a:cubicBezTo>
                  <a:pt x="3408503" y="3098032"/>
                  <a:pt x="3402812" y="3111549"/>
                  <a:pt x="3410637" y="3138581"/>
                </a:cubicBezTo>
                <a:cubicBezTo>
                  <a:pt x="3461145" y="3138581"/>
                  <a:pt x="3510229" y="3138581"/>
                  <a:pt x="3558603" y="3138581"/>
                </a:cubicBezTo>
                <a:cubicBezTo>
                  <a:pt x="3563583" y="3111549"/>
                  <a:pt x="3554334" y="3100167"/>
                  <a:pt x="3529437" y="3100878"/>
                </a:cubicBezTo>
                <a:cubicBezTo>
                  <a:pt x="3498847" y="3101589"/>
                  <a:pt x="3468258" y="3101589"/>
                  <a:pt x="3437669" y="3099455"/>
                </a:cubicBezTo>
                <a:close/>
                <a:moveTo>
                  <a:pt x="878146" y="3097321"/>
                </a:moveTo>
                <a:cubicBezTo>
                  <a:pt x="853959" y="3096609"/>
                  <a:pt x="846134" y="3110126"/>
                  <a:pt x="841866" y="3133601"/>
                </a:cubicBezTo>
                <a:cubicBezTo>
                  <a:pt x="897353" y="3133601"/>
                  <a:pt x="949995" y="3133601"/>
                  <a:pt x="1002637" y="3133601"/>
                </a:cubicBezTo>
                <a:cubicBezTo>
                  <a:pt x="1006193" y="3100878"/>
                  <a:pt x="1006193" y="3100167"/>
                  <a:pt x="981295" y="3099455"/>
                </a:cubicBezTo>
                <a:cubicBezTo>
                  <a:pt x="947149" y="3098032"/>
                  <a:pt x="913003" y="3098744"/>
                  <a:pt x="878146" y="3097321"/>
                </a:cubicBezTo>
                <a:close/>
                <a:moveTo>
                  <a:pt x="2575340" y="2971397"/>
                </a:moveTo>
                <a:cubicBezTo>
                  <a:pt x="2567926" y="2971097"/>
                  <a:pt x="2558411" y="2972475"/>
                  <a:pt x="2546318" y="2974965"/>
                </a:cubicBezTo>
                <a:cubicBezTo>
                  <a:pt x="2547029" y="2990615"/>
                  <a:pt x="2548452" y="3006976"/>
                  <a:pt x="2549163" y="3022627"/>
                </a:cubicBezTo>
                <a:cubicBezTo>
                  <a:pt x="2442457" y="3022627"/>
                  <a:pt x="2337885" y="3022627"/>
                  <a:pt x="2233313" y="3022627"/>
                </a:cubicBezTo>
                <a:cubicBezTo>
                  <a:pt x="2232602" y="3003420"/>
                  <a:pt x="2231891" y="2988481"/>
                  <a:pt x="2230468" y="2972831"/>
                </a:cubicBezTo>
                <a:cubicBezTo>
                  <a:pt x="2214818" y="2972831"/>
                  <a:pt x="2201301" y="2972831"/>
                  <a:pt x="2187074" y="2972831"/>
                </a:cubicBezTo>
                <a:cubicBezTo>
                  <a:pt x="2184940" y="2989192"/>
                  <a:pt x="2183517" y="3003420"/>
                  <a:pt x="2182805" y="3020493"/>
                </a:cubicBezTo>
                <a:cubicBezTo>
                  <a:pt x="2073254" y="3020493"/>
                  <a:pt x="1967260" y="3020493"/>
                  <a:pt x="1860554" y="3020493"/>
                </a:cubicBezTo>
                <a:cubicBezTo>
                  <a:pt x="1861265" y="3010533"/>
                  <a:pt x="1861976" y="3003420"/>
                  <a:pt x="1862687" y="2996306"/>
                </a:cubicBezTo>
                <a:cubicBezTo>
                  <a:pt x="1863399" y="2988481"/>
                  <a:pt x="1864110" y="2980656"/>
                  <a:pt x="1864822" y="2973542"/>
                </a:cubicBezTo>
                <a:cubicBezTo>
                  <a:pt x="1821428" y="2967851"/>
                  <a:pt x="1816448" y="2974253"/>
                  <a:pt x="1818582" y="3034720"/>
                </a:cubicBezTo>
                <a:cubicBezTo>
                  <a:pt x="2078234" y="3034720"/>
                  <a:pt x="2337885" y="3034720"/>
                  <a:pt x="2598248" y="3034720"/>
                </a:cubicBezTo>
                <a:cubicBezTo>
                  <a:pt x="2600916" y="2988304"/>
                  <a:pt x="2597581" y="2972297"/>
                  <a:pt x="2575340" y="2971397"/>
                </a:cubicBezTo>
                <a:close/>
                <a:moveTo>
                  <a:pt x="2524266" y="2757996"/>
                </a:moveTo>
                <a:cubicBezTo>
                  <a:pt x="2537070" y="2813483"/>
                  <a:pt x="2549875" y="2869682"/>
                  <a:pt x="2563391" y="2928726"/>
                </a:cubicBezTo>
                <a:cubicBezTo>
                  <a:pt x="2332906" y="2928726"/>
                  <a:pt x="2105266" y="2928726"/>
                  <a:pt x="1871224" y="2928726"/>
                </a:cubicBezTo>
                <a:cubicBezTo>
                  <a:pt x="1883317" y="2873950"/>
                  <a:pt x="1893277" y="2822020"/>
                  <a:pt x="1906081" y="2771512"/>
                </a:cubicBezTo>
                <a:cubicBezTo>
                  <a:pt x="1907505" y="2765822"/>
                  <a:pt x="1919598" y="2758708"/>
                  <a:pt x="1927422" y="2758708"/>
                </a:cubicBezTo>
                <a:cubicBezTo>
                  <a:pt x="2124473" y="2757996"/>
                  <a:pt x="2322235" y="2757996"/>
                  <a:pt x="2524266" y="2757996"/>
                </a:cubicBezTo>
                <a:close/>
                <a:moveTo>
                  <a:pt x="2431075" y="2735943"/>
                </a:moveTo>
                <a:cubicBezTo>
                  <a:pt x="2254655" y="2736654"/>
                  <a:pt x="2078234" y="2737366"/>
                  <a:pt x="1901813" y="2738789"/>
                </a:cubicBezTo>
                <a:cubicBezTo>
                  <a:pt x="1888297" y="2738789"/>
                  <a:pt x="1865533" y="2744480"/>
                  <a:pt x="1863399" y="2752304"/>
                </a:cubicBezTo>
                <a:cubicBezTo>
                  <a:pt x="1846326" y="2814905"/>
                  <a:pt x="1833521" y="2878218"/>
                  <a:pt x="1818582" y="2945798"/>
                </a:cubicBezTo>
                <a:cubicBezTo>
                  <a:pt x="2086770" y="2946510"/>
                  <a:pt x="2349267" y="2946510"/>
                  <a:pt x="2618166" y="2946510"/>
                </a:cubicBezTo>
                <a:cubicBezTo>
                  <a:pt x="2602516" y="2878929"/>
                  <a:pt x="2588289" y="2814194"/>
                  <a:pt x="2571927" y="2750882"/>
                </a:cubicBezTo>
                <a:cubicBezTo>
                  <a:pt x="2570505" y="2744480"/>
                  <a:pt x="2554143" y="2737366"/>
                  <a:pt x="2544895" y="2736654"/>
                </a:cubicBezTo>
                <a:cubicBezTo>
                  <a:pt x="2507192" y="2735231"/>
                  <a:pt x="2469490" y="2735943"/>
                  <a:pt x="2431075" y="2735943"/>
                </a:cubicBezTo>
                <a:close/>
                <a:moveTo>
                  <a:pt x="3009422" y="2574372"/>
                </a:moveTo>
                <a:cubicBezTo>
                  <a:pt x="3038588" y="2574283"/>
                  <a:pt x="3067755" y="2574817"/>
                  <a:pt x="3096921" y="2577307"/>
                </a:cubicBezTo>
                <a:cubicBezTo>
                  <a:pt x="3111149" y="2578729"/>
                  <a:pt x="3122531" y="2606473"/>
                  <a:pt x="3136047" y="2622124"/>
                </a:cubicBezTo>
                <a:cubicBezTo>
                  <a:pt x="3133201" y="2624969"/>
                  <a:pt x="3131067" y="2628526"/>
                  <a:pt x="3128933" y="2632794"/>
                </a:cubicBezTo>
                <a:cubicBezTo>
                  <a:pt x="3069178" y="2632794"/>
                  <a:pt x="3010133" y="2635639"/>
                  <a:pt x="2951090" y="2630660"/>
                </a:cubicBezTo>
                <a:cubicBezTo>
                  <a:pt x="2937573" y="2629237"/>
                  <a:pt x="2926903" y="2600071"/>
                  <a:pt x="2914809" y="2583709"/>
                </a:cubicBezTo>
                <a:cubicBezTo>
                  <a:pt x="2916944" y="2580864"/>
                  <a:pt x="2919789" y="2578018"/>
                  <a:pt x="2921923" y="2575173"/>
                </a:cubicBezTo>
                <a:cubicBezTo>
                  <a:pt x="2951089" y="2575173"/>
                  <a:pt x="2980256" y="2574461"/>
                  <a:pt x="3009422" y="2574372"/>
                </a:cubicBezTo>
                <a:close/>
                <a:moveTo>
                  <a:pt x="1309949" y="2573750"/>
                </a:moveTo>
                <a:cubicBezTo>
                  <a:pt x="1349075" y="2573750"/>
                  <a:pt x="1387489" y="2573750"/>
                  <a:pt x="1426615" y="2573750"/>
                </a:cubicBezTo>
                <a:cubicBezTo>
                  <a:pt x="1419501" y="2632794"/>
                  <a:pt x="1417367" y="2634928"/>
                  <a:pt x="1364014" y="2634928"/>
                </a:cubicBezTo>
                <a:cubicBezTo>
                  <a:pt x="1326311" y="2634928"/>
                  <a:pt x="1288608" y="2634928"/>
                  <a:pt x="1248060" y="2634928"/>
                </a:cubicBezTo>
                <a:cubicBezTo>
                  <a:pt x="1257308" y="2575884"/>
                  <a:pt x="1260153" y="2573750"/>
                  <a:pt x="1309949" y="2573750"/>
                </a:cubicBezTo>
                <a:close/>
                <a:moveTo>
                  <a:pt x="1128549" y="2573750"/>
                </a:moveTo>
                <a:cubicBezTo>
                  <a:pt x="1166964" y="2573039"/>
                  <a:pt x="1203955" y="2573750"/>
                  <a:pt x="1244503" y="2573750"/>
                </a:cubicBezTo>
                <a:cubicBezTo>
                  <a:pt x="1228141" y="2635640"/>
                  <a:pt x="1228141" y="2635640"/>
                  <a:pt x="1172654" y="2635640"/>
                </a:cubicBezTo>
                <a:cubicBezTo>
                  <a:pt x="1135663" y="2635640"/>
                  <a:pt x="1097960" y="2635640"/>
                  <a:pt x="1059546" y="2635640"/>
                </a:cubicBezTo>
                <a:cubicBezTo>
                  <a:pt x="1072351" y="2577307"/>
                  <a:pt x="1075908" y="2574462"/>
                  <a:pt x="1128549" y="2573750"/>
                </a:cubicBezTo>
                <a:close/>
                <a:moveTo>
                  <a:pt x="2633017" y="2573661"/>
                </a:moveTo>
                <a:cubicBezTo>
                  <a:pt x="2659071" y="2573572"/>
                  <a:pt x="2683613" y="2574106"/>
                  <a:pt x="2707800" y="2576596"/>
                </a:cubicBezTo>
                <a:cubicBezTo>
                  <a:pt x="2719181" y="2578018"/>
                  <a:pt x="2727718" y="2605762"/>
                  <a:pt x="2737677" y="2620701"/>
                </a:cubicBezTo>
                <a:cubicBezTo>
                  <a:pt x="2734832" y="2624969"/>
                  <a:pt x="2731986" y="2629237"/>
                  <a:pt x="2729852" y="2633506"/>
                </a:cubicBezTo>
                <a:cubicBezTo>
                  <a:pt x="2680768" y="2633506"/>
                  <a:pt x="2631682" y="2636351"/>
                  <a:pt x="2582598" y="2631372"/>
                </a:cubicBezTo>
                <a:cubicBezTo>
                  <a:pt x="2571216" y="2629949"/>
                  <a:pt x="2563391" y="2600782"/>
                  <a:pt x="2549163" y="2574462"/>
                </a:cubicBezTo>
                <a:cubicBezTo>
                  <a:pt x="2579397" y="2574462"/>
                  <a:pt x="2606962" y="2573750"/>
                  <a:pt x="2633017" y="2573661"/>
                </a:cubicBezTo>
                <a:close/>
                <a:moveTo>
                  <a:pt x="3206117" y="2573394"/>
                </a:moveTo>
                <a:cubicBezTo>
                  <a:pt x="3230481" y="2573216"/>
                  <a:pt x="3254846" y="2573749"/>
                  <a:pt x="3279033" y="2576595"/>
                </a:cubicBezTo>
                <a:cubicBezTo>
                  <a:pt x="3293260" y="2578018"/>
                  <a:pt x="3304642" y="2605762"/>
                  <a:pt x="3316735" y="2621412"/>
                </a:cubicBezTo>
                <a:cubicBezTo>
                  <a:pt x="3314601" y="2624968"/>
                  <a:pt x="3312467" y="2628526"/>
                  <a:pt x="3310332" y="2632082"/>
                </a:cubicBezTo>
                <a:cubicBezTo>
                  <a:pt x="3263382" y="2632082"/>
                  <a:pt x="3215720" y="2636350"/>
                  <a:pt x="3170192" y="2629948"/>
                </a:cubicBezTo>
                <a:cubicBezTo>
                  <a:pt x="3153830" y="2627814"/>
                  <a:pt x="3141026" y="2600782"/>
                  <a:pt x="3126087" y="2585843"/>
                </a:cubicBezTo>
                <a:cubicBezTo>
                  <a:pt x="3128221" y="2582286"/>
                  <a:pt x="3131067" y="2578729"/>
                  <a:pt x="3133201" y="2574461"/>
                </a:cubicBezTo>
                <a:cubicBezTo>
                  <a:pt x="3157387" y="2574461"/>
                  <a:pt x="3181752" y="2573572"/>
                  <a:pt x="3206117" y="2573394"/>
                </a:cubicBezTo>
                <a:close/>
                <a:moveTo>
                  <a:pt x="3560737" y="2573128"/>
                </a:moveTo>
                <a:cubicBezTo>
                  <a:pt x="3585279" y="2572861"/>
                  <a:pt x="3608399" y="2573395"/>
                  <a:pt x="3631163" y="2576596"/>
                </a:cubicBezTo>
                <a:cubicBezTo>
                  <a:pt x="3648948" y="2578730"/>
                  <a:pt x="3663175" y="2605051"/>
                  <a:pt x="3679536" y="2620702"/>
                </a:cubicBezTo>
                <a:cubicBezTo>
                  <a:pt x="3678113" y="2623547"/>
                  <a:pt x="3676691" y="2627104"/>
                  <a:pt x="3674556" y="2629949"/>
                </a:cubicBezTo>
                <a:cubicBezTo>
                  <a:pt x="3624049" y="2629949"/>
                  <a:pt x="3572830" y="2633506"/>
                  <a:pt x="3523034" y="2627815"/>
                </a:cubicBezTo>
                <a:cubicBezTo>
                  <a:pt x="3510229" y="2625681"/>
                  <a:pt x="3499559" y="2597226"/>
                  <a:pt x="3481774" y="2574462"/>
                </a:cubicBezTo>
                <a:cubicBezTo>
                  <a:pt x="3510229" y="2574462"/>
                  <a:pt x="3536194" y="2573395"/>
                  <a:pt x="3560737" y="2573128"/>
                </a:cubicBezTo>
                <a:close/>
                <a:moveTo>
                  <a:pt x="1497752" y="2573039"/>
                </a:moveTo>
                <a:cubicBezTo>
                  <a:pt x="1535455" y="2573039"/>
                  <a:pt x="1572447" y="2573039"/>
                  <a:pt x="1610149" y="2573039"/>
                </a:cubicBezTo>
                <a:cubicBezTo>
                  <a:pt x="1608015" y="2632795"/>
                  <a:pt x="1605170" y="2634929"/>
                  <a:pt x="1551817" y="2634929"/>
                </a:cubicBezTo>
                <a:cubicBezTo>
                  <a:pt x="1512692" y="2634929"/>
                  <a:pt x="1474277" y="2634929"/>
                  <a:pt x="1432306" y="2634929"/>
                </a:cubicBezTo>
                <a:cubicBezTo>
                  <a:pt x="1447245" y="2573751"/>
                  <a:pt x="1447245" y="2573751"/>
                  <a:pt x="1497752" y="2573039"/>
                </a:cubicBezTo>
                <a:close/>
                <a:moveTo>
                  <a:pt x="812699" y="2573039"/>
                </a:moveTo>
                <a:cubicBezTo>
                  <a:pt x="894508" y="2573039"/>
                  <a:pt x="975604" y="2573039"/>
                  <a:pt x="1058124" y="2573039"/>
                </a:cubicBezTo>
                <a:cubicBezTo>
                  <a:pt x="1046030" y="2629949"/>
                  <a:pt x="1041050" y="2634929"/>
                  <a:pt x="991254" y="2634929"/>
                </a:cubicBezTo>
                <a:cubicBezTo>
                  <a:pt x="917983" y="2634929"/>
                  <a:pt x="844000" y="2634929"/>
                  <a:pt x="770731" y="2634929"/>
                </a:cubicBezTo>
                <a:cubicBezTo>
                  <a:pt x="759348" y="2634929"/>
                  <a:pt x="747965" y="2634217"/>
                  <a:pt x="735872" y="2633506"/>
                </a:cubicBezTo>
                <a:cubicBezTo>
                  <a:pt x="754368" y="2577307"/>
                  <a:pt x="759348" y="2573039"/>
                  <a:pt x="812699" y="2573039"/>
                </a:cubicBezTo>
                <a:close/>
                <a:moveTo>
                  <a:pt x="2811838" y="2572683"/>
                </a:moveTo>
                <a:cubicBezTo>
                  <a:pt x="2836914" y="2572505"/>
                  <a:pt x="2860389" y="2573038"/>
                  <a:pt x="2883509" y="2575884"/>
                </a:cubicBezTo>
                <a:cubicBezTo>
                  <a:pt x="2897736" y="2578018"/>
                  <a:pt x="2908407" y="2605762"/>
                  <a:pt x="2921211" y="2621412"/>
                </a:cubicBezTo>
                <a:cubicBezTo>
                  <a:pt x="2919077" y="2624969"/>
                  <a:pt x="2916943" y="2628526"/>
                  <a:pt x="2914808" y="2631371"/>
                </a:cubicBezTo>
                <a:cubicBezTo>
                  <a:pt x="2864301" y="2631371"/>
                  <a:pt x="2813794" y="2634217"/>
                  <a:pt x="2763998" y="2629237"/>
                </a:cubicBezTo>
                <a:cubicBezTo>
                  <a:pt x="2752616" y="2627815"/>
                  <a:pt x="2744791" y="2597937"/>
                  <a:pt x="2730563" y="2573750"/>
                </a:cubicBezTo>
                <a:cubicBezTo>
                  <a:pt x="2760085" y="2573750"/>
                  <a:pt x="2786762" y="2572861"/>
                  <a:pt x="2811838" y="2572683"/>
                </a:cubicBezTo>
                <a:close/>
                <a:moveTo>
                  <a:pt x="3382004" y="2572416"/>
                </a:moveTo>
                <a:cubicBezTo>
                  <a:pt x="3404412" y="2572149"/>
                  <a:pt x="3426643" y="2572683"/>
                  <a:pt x="3448339" y="2575884"/>
                </a:cubicBezTo>
                <a:cubicBezTo>
                  <a:pt x="3466836" y="2578729"/>
                  <a:pt x="3482486" y="2604339"/>
                  <a:pt x="3499559" y="2619278"/>
                </a:cubicBezTo>
                <a:cubicBezTo>
                  <a:pt x="3497424" y="2622835"/>
                  <a:pt x="3495291" y="2626392"/>
                  <a:pt x="3493156" y="2630660"/>
                </a:cubicBezTo>
                <a:cubicBezTo>
                  <a:pt x="3443360" y="2630660"/>
                  <a:pt x="3393564" y="2634217"/>
                  <a:pt x="3343768" y="2628525"/>
                </a:cubicBezTo>
                <a:cubicBezTo>
                  <a:pt x="3330252" y="2627103"/>
                  <a:pt x="3318870" y="2599359"/>
                  <a:pt x="3306776" y="2582998"/>
                </a:cubicBezTo>
                <a:cubicBezTo>
                  <a:pt x="3310333" y="2579441"/>
                  <a:pt x="3312467" y="2576595"/>
                  <a:pt x="3314602" y="2573750"/>
                </a:cubicBezTo>
                <a:cubicBezTo>
                  <a:pt x="3337010" y="2573750"/>
                  <a:pt x="3359596" y="2572683"/>
                  <a:pt x="3382004" y="2572416"/>
                </a:cubicBezTo>
                <a:close/>
                <a:moveTo>
                  <a:pt x="1677731" y="2572327"/>
                </a:moveTo>
                <a:cubicBezTo>
                  <a:pt x="1951609" y="2572327"/>
                  <a:pt x="2225488" y="2572327"/>
                  <a:pt x="2499367" y="2573039"/>
                </a:cubicBezTo>
                <a:cubicBezTo>
                  <a:pt x="2545606" y="2573039"/>
                  <a:pt x="2548452" y="2576595"/>
                  <a:pt x="2544895" y="2631372"/>
                </a:cubicBezTo>
                <a:cubicBezTo>
                  <a:pt x="2237582" y="2631372"/>
                  <a:pt x="1930980" y="2631372"/>
                  <a:pt x="1623666" y="2631372"/>
                </a:cubicBezTo>
                <a:cubicBezTo>
                  <a:pt x="1625089" y="2575884"/>
                  <a:pt x="1627223" y="2572327"/>
                  <a:pt x="1677731" y="2572327"/>
                </a:cubicBezTo>
                <a:close/>
                <a:moveTo>
                  <a:pt x="2263902" y="2505458"/>
                </a:moveTo>
                <a:cubicBezTo>
                  <a:pt x="2323658" y="2505458"/>
                  <a:pt x="2374166" y="2505458"/>
                  <a:pt x="2426096" y="2505458"/>
                </a:cubicBezTo>
                <a:cubicBezTo>
                  <a:pt x="2428941" y="2521108"/>
                  <a:pt x="2431076" y="2536047"/>
                  <a:pt x="2434632" y="2557388"/>
                </a:cubicBezTo>
                <a:cubicBezTo>
                  <a:pt x="2382702" y="2557388"/>
                  <a:pt x="2333617" y="2559522"/>
                  <a:pt x="2285243" y="2555254"/>
                </a:cubicBezTo>
                <a:cubicBezTo>
                  <a:pt x="2278130" y="2554543"/>
                  <a:pt x="2272439" y="2526799"/>
                  <a:pt x="2263902" y="2505458"/>
                </a:cubicBezTo>
                <a:close/>
                <a:moveTo>
                  <a:pt x="2698462" y="2504213"/>
                </a:moveTo>
                <a:cubicBezTo>
                  <a:pt x="2723271" y="2504213"/>
                  <a:pt x="2747991" y="2504747"/>
                  <a:pt x="2772533" y="2506881"/>
                </a:cubicBezTo>
                <a:cubicBezTo>
                  <a:pt x="2780359" y="2507592"/>
                  <a:pt x="2786050" y="2535336"/>
                  <a:pt x="2796721" y="2558100"/>
                </a:cubicBezTo>
                <a:cubicBezTo>
                  <a:pt x="2741945" y="2558100"/>
                  <a:pt x="2697840" y="2560945"/>
                  <a:pt x="2654446" y="2555965"/>
                </a:cubicBezTo>
                <a:cubicBezTo>
                  <a:pt x="2640930" y="2554542"/>
                  <a:pt x="2629548" y="2531068"/>
                  <a:pt x="2616743" y="2518263"/>
                </a:cubicBezTo>
                <a:cubicBezTo>
                  <a:pt x="2618878" y="2513995"/>
                  <a:pt x="2621723" y="2509015"/>
                  <a:pt x="2623857" y="2504746"/>
                </a:cubicBezTo>
                <a:cubicBezTo>
                  <a:pt x="2648755" y="2504746"/>
                  <a:pt x="2673653" y="2504213"/>
                  <a:pt x="2698462" y="2504213"/>
                </a:cubicBezTo>
                <a:close/>
                <a:moveTo>
                  <a:pt x="3520100" y="2503680"/>
                </a:moveTo>
                <a:cubicBezTo>
                  <a:pt x="3543308" y="2503502"/>
                  <a:pt x="3566428" y="2504036"/>
                  <a:pt x="3589192" y="2506882"/>
                </a:cubicBezTo>
                <a:cubicBezTo>
                  <a:pt x="3604842" y="2509015"/>
                  <a:pt x="3617647" y="2533202"/>
                  <a:pt x="3632586" y="2547429"/>
                </a:cubicBezTo>
                <a:cubicBezTo>
                  <a:pt x="3629739" y="2550275"/>
                  <a:pt x="3627606" y="2554543"/>
                  <a:pt x="3626183" y="2558100"/>
                </a:cubicBezTo>
                <a:cubicBezTo>
                  <a:pt x="3580655" y="2558100"/>
                  <a:pt x="3534416" y="2561657"/>
                  <a:pt x="3490311" y="2555966"/>
                </a:cubicBezTo>
                <a:cubicBezTo>
                  <a:pt x="3473949" y="2553831"/>
                  <a:pt x="3460433" y="2528934"/>
                  <a:pt x="3445494" y="2514706"/>
                </a:cubicBezTo>
                <a:cubicBezTo>
                  <a:pt x="3446917" y="2511149"/>
                  <a:pt x="3449051" y="2507593"/>
                  <a:pt x="3450474" y="2504747"/>
                </a:cubicBezTo>
                <a:cubicBezTo>
                  <a:pt x="3473594" y="2504747"/>
                  <a:pt x="3496891" y="2503858"/>
                  <a:pt x="3520100" y="2503680"/>
                </a:cubicBezTo>
                <a:close/>
                <a:moveTo>
                  <a:pt x="2450993" y="2503324"/>
                </a:moveTo>
                <a:cubicBezTo>
                  <a:pt x="2495810" y="2503324"/>
                  <a:pt x="2540627" y="2501901"/>
                  <a:pt x="2585443" y="2504035"/>
                </a:cubicBezTo>
                <a:cubicBezTo>
                  <a:pt x="2618166" y="2505458"/>
                  <a:pt x="2606784" y="2533913"/>
                  <a:pt x="2612475" y="2558099"/>
                </a:cubicBezTo>
                <a:cubicBezTo>
                  <a:pt x="2562679" y="2558099"/>
                  <a:pt x="2515729" y="2560944"/>
                  <a:pt x="2469489" y="2555965"/>
                </a:cubicBezTo>
                <a:cubicBezTo>
                  <a:pt x="2458819" y="2554543"/>
                  <a:pt x="2450282" y="2528222"/>
                  <a:pt x="2441034" y="2513283"/>
                </a:cubicBezTo>
                <a:cubicBezTo>
                  <a:pt x="2444591" y="2509727"/>
                  <a:pt x="2448148" y="2506881"/>
                  <a:pt x="2450993" y="2503324"/>
                </a:cubicBezTo>
                <a:close/>
                <a:moveTo>
                  <a:pt x="3345102" y="2502969"/>
                </a:moveTo>
                <a:cubicBezTo>
                  <a:pt x="3367777" y="2502791"/>
                  <a:pt x="3390363" y="2503325"/>
                  <a:pt x="3412771" y="2506171"/>
                </a:cubicBezTo>
                <a:cubicBezTo>
                  <a:pt x="3428421" y="2508304"/>
                  <a:pt x="3440515" y="2533202"/>
                  <a:pt x="3454030" y="2547429"/>
                </a:cubicBezTo>
                <a:cubicBezTo>
                  <a:pt x="3451896" y="2550275"/>
                  <a:pt x="3449762" y="2553832"/>
                  <a:pt x="3447628" y="2558100"/>
                </a:cubicBezTo>
                <a:cubicBezTo>
                  <a:pt x="3402811" y="2558100"/>
                  <a:pt x="3357995" y="2561657"/>
                  <a:pt x="3313890" y="2555967"/>
                </a:cubicBezTo>
                <a:cubicBezTo>
                  <a:pt x="3298240" y="2553832"/>
                  <a:pt x="3284724" y="2529645"/>
                  <a:pt x="3270496" y="2516129"/>
                </a:cubicBezTo>
                <a:cubicBezTo>
                  <a:pt x="3272631" y="2511861"/>
                  <a:pt x="3274764" y="2508304"/>
                  <a:pt x="3276899" y="2504036"/>
                </a:cubicBezTo>
                <a:cubicBezTo>
                  <a:pt x="3299663" y="2504036"/>
                  <a:pt x="3322427" y="2503147"/>
                  <a:pt x="3345102" y="2502969"/>
                </a:cubicBezTo>
                <a:close/>
                <a:moveTo>
                  <a:pt x="3106969" y="2502791"/>
                </a:moveTo>
                <a:cubicBezTo>
                  <a:pt x="3149741" y="2502791"/>
                  <a:pt x="3192245" y="2503325"/>
                  <a:pt x="3234928" y="2505459"/>
                </a:cubicBezTo>
                <a:cubicBezTo>
                  <a:pt x="3249866" y="2506170"/>
                  <a:pt x="3264094" y="2531779"/>
                  <a:pt x="3278321" y="2546007"/>
                </a:cubicBezTo>
                <a:cubicBezTo>
                  <a:pt x="3276187" y="2550275"/>
                  <a:pt x="3274053" y="2554543"/>
                  <a:pt x="3271919" y="2558100"/>
                </a:cubicBezTo>
                <a:cubicBezTo>
                  <a:pt x="3242041" y="2558100"/>
                  <a:pt x="3212164" y="2558100"/>
                  <a:pt x="3181574" y="2558100"/>
                </a:cubicBezTo>
                <a:cubicBezTo>
                  <a:pt x="3131778" y="2558100"/>
                  <a:pt x="3081982" y="2558100"/>
                  <a:pt x="3032897" y="2558100"/>
                </a:cubicBezTo>
                <a:cubicBezTo>
                  <a:pt x="2987369" y="2558100"/>
                  <a:pt x="2985947" y="2557389"/>
                  <a:pt x="2977410" y="2503324"/>
                </a:cubicBezTo>
                <a:cubicBezTo>
                  <a:pt x="3021160" y="2503324"/>
                  <a:pt x="3064198" y="2502791"/>
                  <a:pt x="3106969" y="2502791"/>
                </a:cubicBezTo>
                <a:close/>
                <a:moveTo>
                  <a:pt x="2165555" y="2502791"/>
                </a:moveTo>
                <a:cubicBezTo>
                  <a:pt x="2189920" y="2502791"/>
                  <a:pt x="2213751" y="2503325"/>
                  <a:pt x="2237582" y="2505459"/>
                </a:cubicBezTo>
                <a:cubicBezTo>
                  <a:pt x="2246118" y="2506882"/>
                  <a:pt x="2251098" y="2534625"/>
                  <a:pt x="2261769" y="2558100"/>
                </a:cubicBezTo>
                <a:cubicBezTo>
                  <a:pt x="2202013" y="2558100"/>
                  <a:pt x="2156485" y="2560234"/>
                  <a:pt x="2110246" y="2557389"/>
                </a:cubicBezTo>
                <a:cubicBezTo>
                  <a:pt x="2071120" y="2555255"/>
                  <a:pt x="2097441" y="2526088"/>
                  <a:pt x="2090327" y="2503324"/>
                </a:cubicBezTo>
                <a:cubicBezTo>
                  <a:pt x="2116292" y="2503324"/>
                  <a:pt x="2141190" y="2502791"/>
                  <a:pt x="2165555" y="2502791"/>
                </a:cubicBezTo>
                <a:close/>
                <a:moveTo>
                  <a:pt x="1957301" y="2502613"/>
                </a:moveTo>
                <a:cubicBezTo>
                  <a:pt x="1994291" y="2502613"/>
                  <a:pt x="2031994" y="2502613"/>
                  <a:pt x="2068274" y="2502613"/>
                </a:cubicBezTo>
                <a:cubicBezTo>
                  <a:pt x="2077522" y="2556677"/>
                  <a:pt x="2076810" y="2558811"/>
                  <a:pt x="2028438" y="2558811"/>
                </a:cubicBezTo>
                <a:cubicBezTo>
                  <a:pt x="1990023" y="2558811"/>
                  <a:pt x="1951609" y="2558811"/>
                  <a:pt x="1913195" y="2558811"/>
                </a:cubicBezTo>
                <a:cubicBezTo>
                  <a:pt x="1908927" y="2504747"/>
                  <a:pt x="1910349" y="2503325"/>
                  <a:pt x="1957301" y="2502613"/>
                </a:cubicBezTo>
                <a:close/>
                <a:moveTo>
                  <a:pt x="1775900" y="2502613"/>
                </a:moveTo>
                <a:cubicBezTo>
                  <a:pt x="1813602" y="2502613"/>
                  <a:pt x="1851305" y="2502613"/>
                  <a:pt x="1891142" y="2502613"/>
                </a:cubicBezTo>
                <a:cubicBezTo>
                  <a:pt x="1895410" y="2557388"/>
                  <a:pt x="1894698" y="2558100"/>
                  <a:pt x="1846326" y="2558100"/>
                </a:cubicBezTo>
                <a:cubicBezTo>
                  <a:pt x="1808623" y="2558100"/>
                  <a:pt x="1770920" y="2558100"/>
                  <a:pt x="1733928" y="2558100"/>
                </a:cubicBezTo>
                <a:cubicBezTo>
                  <a:pt x="1727526" y="2507592"/>
                  <a:pt x="1731083" y="2502613"/>
                  <a:pt x="1775900" y="2502613"/>
                </a:cubicBezTo>
                <a:close/>
                <a:moveTo>
                  <a:pt x="1599478" y="2502613"/>
                </a:moveTo>
                <a:cubicBezTo>
                  <a:pt x="1637181" y="2502613"/>
                  <a:pt x="1674173" y="2502613"/>
                  <a:pt x="1711164" y="2502613"/>
                </a:cubicBezTo>
                <a:cubicBezTo>
                  <a:pt x="1717566" y="2552409"/>
                  <a:pt x="1713298" y="2558100"/>
                  <a:pt x="1668482" y="2558100"/>
                </a:cubicBezTo>
                <a:cubicBezTo>
                  <a:pt x="1628645" y="2558100"/>
                  <a:pt x="1589519" y="2558100"/>
                  <a:pt x="1549682" y="2558100"/>
                </a:cubicBezTo>
                <a:cubicBezTo>
                  <a:pt x="1553239" y="2504747"/>
                  <a:pt x="1554662" y="2502613"/>
                  <a:pt x="1599478" y="2502613"/>
                </a:cubicBezTo>
                <a:close/>
                <a:moveTo>
                  <a:pt x="1420213" y="2502613"/>
                </a:moveTo>
                <a:cubicBezTo>
                  <a:pt x="1457915" y="2502613"/>
                  <a:pt x="1495618" y="2502613"/>
                  <a:pt x="1536166" y="2502613"/>
                </a:cubicBezTo>
                <a:cubicBezTo>
                  <a:pt x="1531187" y="2557388"/>
                  <a:pt x="1530475" y="2558100"/>
                  <a:pt x="1484236" y="2558100"/>
                </a:cubicBezTo>
                <a:cubicBezTo>
                  <a:pt x="1445822" y="2558100"/>
                  <a:pt x="1406697" y="2558100"/>
                  <a:pt x="1367571" y="2558100"/>
                </a:cubicBezTo>
                <a:cubicBezTo>
                  <a:pt x="1371128" y="2506170"/>
                  <a:pt x="1374685" y="2502613"/>
                  <a:pt x="1420213" y="2502613"/>
                </a:cubicBezTo>
                <a:close/>
                <a:moveTo>
                  <a:pt x="1240947" y="2502613"/>
                </a:moveTo>
                <a:cubicBezTo>
                  <a:pt x="1279361" y="2502613"/>
                  <a:pt x="1318487" y="2502613"/>
                  <a:pt x="1357613" y="2502613"/>
                </a:cubicBezTo>
                <a:cubicBezTo>
                  <a:pt x="1349076" y="2557388"/>
                  <a:pt x="1347653" y="2558100"/>
                  <a:pt x="1300703" y="2558100"/>
                </a:cubicBezTo>
                <a:cubicBezTo>
                  <a:pt x="1261577" y="2558100"/>
                  <a:pt x="1223163" y="2558100"/>
                  <a:pt x="1184037" y="2558100"/>
                </a:cubicBezTo>
                <a:cubicBezTo>
                  <a:pt x="1191863" y="2506881"/>
                  <a:pt x="1196130" y="2502613"/>
                  <a:pt x="1240947" y="2502613"/>
                </a:cubicBezTo>
                <a:close/>
                <a:moveTo>
                  <a:pt x="2870348" y="2502257"/>
                </a:moveTo>
                <a:cubicBezTo>
                  <a:pt x="2893289" y="2502079"/>
                  <a:pt x="2916231" y="2502612"/>
                  <a:pt x="2938995" y="2505458"/>
                </a:cubicBezTo>
                <a:cubicBezTo>
                  <a:pt x="2952512" y="2506881"/>
                  <a:pt x="2963182" y="2533202"/>
                  <a:pt x="2975275" y="2547429"/>
                </a:cubicBezTo>
                <a:cubicBezTo>
                  <a:pt x="2972430" y="2550986"/>
                  <a:pt x="2968873" y="2554543"/>
                  <a:pt x="2966027" y="2558100"/>
                </a:cubicBezTo>
                <a:cubicBezTo>
                  <a:pt x="2921211" y="2558100"/>
                  <a:pt x="2875683" y="2561657"/>
                  <a:pt x="2831578" y="2555966"/>
                </a:cubicBezTo>
                <a:cubicBezTo>
                  <a:pt x="2817351" y="2553831"/>
                  <a:pt x="2805969" y="2528222"/>
                  <a:pt x="2793875" y="2513283"/>
                </a:cubicBezTo>
                <a:cubicBezTo>
                  <a:pt x="2796721" y="2509726"/>
                  <a:pt x="2799566" y="2506170"/>
                  <a:pt x="2801701" y="2503324"/>
                </a:cubicBezTo>
                <a:cubicBezTo>
                  <a:pt x="2824464" y="2503324"/>
                  <a:pt x="2847406" y="2502435"/>
                  <a:pt x="2870348" y="2502257"/>
                </a:cubicBezTo>
                <a:close/>
                <a:moveTo>
                  <a:pt x="1060969" y="2501190"/>
                </a:moveTo>
                <a:cubicBezTo>
                  <a:pt x="1099383" y="2504747"/>
                  <a:pt x="1138509" y="2501901"/>
                  <a:pt x="1177634" y="2501901"/>
                </a:cubicBezTo>
                <a:cubicBezTo>
                  <a:pt x="1166252" y="2555966"/>
                  <a:pt x="1164118" y="2557389"/>
                  <a:pt x="1115745" y="2558100"/>
                </a:cubicBezTo>
                <a:cubicBezTo>
                  <a:pt x="1078754" y="2558100"/>
                  <a:pt x="1041050" y="2558100"/>
                  <a:pt x="998368" y="2558100"/>
                </a:cubicBezTo>
                <a:cubicBezTo>
                  <a:pt x="1006905" y="2519685"/>
                  <a:pt x="1021132" y="2498344"/>
                  <a:pt x="1060969" y="2501190"/>
                </a:cubicBezTo>
                <a:close/>
                <a:moveTo>
                  <a:pt x="857515" y="2501190"/>
                </a:moveTo>
                <a:cubicBezTo>
                  <a:pt x="903043" y="2504747"/>
                  <a:pt x="949282" y="2501901"/>
                  <a:pt x="995522" y="2501901"/>
                </a:cubicBezTo>
                <a:cubicBezTo>
                  <a:pt x="986985" y="2550986"/>
                  <a:pt x="979872" y="2557389"/>
                  <a:pt x="935055" y="2557389"/>
                </a:cubicBezTo>
                <a:cubicBezTo>
                  <a:pt x="884548" y="2558100"/>
                  <a:pt x="834041" y="2558100"/>
                  <a:pt x="780688" y="2558100"/>
                </a:cubicBezTo>
                <a:cubicBezTo>
                  <a:pt x="792781" y="2513283"/>
                  <a:pt x="816967" y="2498344"/>
                  <a:pt x="857515" y="2501190"/>
                </a:cubicBezTo>
                <a:close/>
                <a:moveTo>
                  <a:pt x="2189208" y="2440011"/>
                </a:moveTo>
                <a:cubicBezTo>
                  <a:pt x="2239004" y="2440011"/>
                  <a:pt x="2287378" y="2440011"/>
                  <a:pt x="2338596" y="2440011"/>
                </a:cubicBezTo>
                <a:cubicBezTo>
                  <a:pt x="2340731" y="2453528"/>
                  <a:pt x="2342865" y="2465620"/>
                  <a:pt x="2345710" y="2483405"/>
                </a:cubicBezTo>
                <a:cubicBezTo>
                  <a:pt x="2293780" y="2483405"/>
                  <a:pt x="2243272" y="2483405"/>
                  <a:pt x="2189208" y="2483405"/>
                </a:cubicBezTo>
                <a:cubicBezTo>
                  <a:pt x="2189208" y="2469178"/>
                  <a:pt x="2189208" y="2457084"/>
                  <a:pt x="2189208" y="2440011"/>
                </a:cubicBezTo>
                <a:close/>
                <a:moveTo>
                  <a:pt x="3481329" y="2439211"/>
                </a:moveTo>
                <a:cubicBezTo>
                  <a:pt x="3504360" y="2439122"/>
                  <a:pt x="3527301" y="2439656"/>
                  <a:pt x="3550065" y="2442146"/>
                </a:cubicBezTo>
                <a:cubicBezTo>
                  <a:pt x="3563581" y="2443568"/>
                  <a:pt x="3574252" y="2467044"/>
                  <a:pt x="3592036" y="2486962"/>
                </a:cubicBezTo>
                <a:cubicBezTo>
                  <a:pt x="3535837" y="2486962"/>
                  <a:pt x="3490310" y="2489807"/>
                  <a:pt x="3445494" y="2485539"/>
                </a:cubicBezTo>
                <a:cubicBezTo>
                  <a:pt x="3431977" y="2484117"/>
                  <a:pt x="3420595" y="2462064"/>
                  <a:pt x="3408502" y="2449259"/>
                </a:cubicBezTo>
                <a:cubicBezTo>
                  <a:pt x="3409925" y="2446414"/>
                  <a:pt x="3411348" y="2442857"/>
                  <a:pt x="3412059" y="2440012"/>
                </a:cubicBezTo>
                <a:cubicBezTo>
                  <a:pt x="3435179" y="2440012"/>
                  <a:pt x="3458298" y="2439300"/>
                  <a:pt x="3481329" y="2439211"/>
                </a:cubicBezTo>
                <a:close/>
                <a:moveTo>
                  <a:pt x="2599582" y="2438767"/>
                </a:moveTo>
                <a:cubicBezTo>
                  <a:pt x="2622790" y="2438767"/>
                  <a:pt x="2645910" y="2439301"/>
                  <a:pt x="2668674" y="2441435"/>
                </a:cubicBezTo>
                <a:cubicBezTo>
                  <a:pt x="2678633" y="2441435"/>
                  <a:pt x="2685747" y="2466332"/>
                  <a:pt x="2697840" y="2487673"/>
                </a:cubicBezTo>
                <a:cubicBezTo>
                  <a:pt x="2643064" y="2487673"/>
                  <a:pt x="2598248" y="2489808"/>
                  <a:pt x="2553431" y="2486251"/>
                </a:cubicBezTo>
                <a:cubicBezTo>
                  <a:pt x="2542049" y="2485540"/>
                  <a:pt x="2532801" y="2462776"/>
                  <a:pt x="2522842" y="2450682"/>
                </a:cubicBezTo>
                <a:cubicBezTo>
                  <a:pt x="2524976" y="2447126"/>
                  <a:pt x="2527821" y="2443569"/>
                  <a:pt x="2529956" y="2439300"/>
                </a:cubicBezTo>
                <a:cubicBezTo>
                  <a:pt x="2553076" y="2439300"/>
                  <a:pt x="2576373" y="2438767"/>
                  <a:pt x="2599582" y="2438767"/>
                </a:cubicBezTo>
                <a:close/>
                <a:moveTo>
                  <a:pt x="2768889" y="2438500"/>
                </a:moveTo>
                <a:cubicBezTo>
                  <a:pt x="2791564" y="2438412"/>
                  <a:pt x="2814150" y="2438945"/>
                  <a:pt x="2836558" y="2441435"/>
                </a:cubicBezTo>
                <a:cubicBezTo>
                  <a:pt x="2847229" y="2442857"/>
                  <a:pt x="2855766" y="2467044"/>
                  <a:pt x="2865725" y="2480560"/>
                </a:cubicBezTo>
                <a:cubicBezTo>
                  <a:pt x="2861457" y="2482694"/>
                  <a:pt x="2858611" y="2485540"/>
                  <a:pt x="2855054" y="2488385"/>
                </a:cubicBezTo>
                <a:cubicBezTo>
                  <a:pt x="2818774" y="2488385"/>
                  <a:pt x="2782495" y="2488385"/>
                  <a:pt x="2746214" y="2488385"/>
                </a:cubicBezTo>
                <a:cubicBezTo>
                  <a:pt x="2705665" y="2488385"/>
                  <a:pt x="2705665" y="2487674"/>
                  <a:pt x="2700686" y="2439301"/>
                </a:cubicBezTo>
                <a:cubicBezTo>
                  <a:pt x="2723450" y="2439301"/>
                  <a:pt x="2746214" y="2438589"/>
                  <a:pt x="2768889" y="2438500"/>
                </a:cubicBezTo>
                <a:close/>
                <a:moveTo>
                  <a:pt x="2428497" y="2437077"/>
                </a:moveTo>
                <a:cubicBezTo>
                  <a:pt x="2450816" y="2436988"/>
                  <a:pt x="2473046" y="2437522"/>
                  <a:pt x="2495099" y="2440012"/>
                </a:cubicBezTo>
                <a:cubicBezTo>
                  <a:pt x="2505770" y="2440723"/>
                  <a:pt x="2513595" y="2464910"/>
                  <a:pt x="2522843" y="2478426"/>
                </a:cubicBezTo>
                <a:cubicBezTo>
                  <a:pt x="2520708" y="2481271"/>
                  <a:pt x="2517863" y="2484828"/>
                  <a:pt x="2515729" y="2487674"/>
                </a:cubicBezTo>
                <a:cubicBezTo>
                  <a:pt x="2470201" y="2487674"/>
                  <a:pt x="2423962" y="2489808"/>
                  <a:pt x="2378434" y="2485539"/>
                </a:cubicBezTo>
                <a:cubicBezTo>
                  <a:pt x="2369186" y="2484828"/>
                  <a:pt x="2361361" y="2460642"/>
                  <a:pt x="2352824" y="2447125"/>
                </a:cubicBezTo>
                <a:cubicBezTo>
                  <a:pt x="2355670" y="2444280"/>
                  <a:pt x="2358515" y="2441434"/>
                  <a:pt x="2361361" y="2437878"/>
                </a:cubicBezTo>
                <a:cubicBezTo>
                  <a:pt x="2383769" y="2437878"/>
                  <a:pt x="2406177" y="2437166"/>
                  <a:pt x="2428497" y="2437077"/>
                </a:cubicBezTo>
                <a:close/>
                <a:moveTo>
                  <a:pt x="3101634" y="2436722"/>
                </a:moveTo>
                <a:cubicBezTo>
                  <a:pt x="3123597" y="2436455"/>
                  <a:pt x="3144227" y="2436811"/>
                  <a:pt x="3164501" y="2439301"/>
                </a:cubicBezTo>
                <a:cubicBezTo>
                  <a:pt x="3180863" y="2441435"/>
                  <a:pt x="3194379" y="2460642"/>
                  <a:pt x="3209318" y="2472735"/>
                </a:cubicBezTo>
                <a:cubicBezTo>
                  <a:pt x="3207183" y="2477003"/>
                  <a:pt x="3205761" y="2481271"/>
                  <a:pt x="3203626" y="2485540"/>
                </a:cubicBezTo>
                <a:cubicBezTo>
                  <a:pt x="3155254" y="2485540"/>
                  <a:pt x="3106880" y="2487674"/>
                  <a:pt x="3059218" y="2483406"/>
                </a:cubicBezTo>
                <a:cubicBezTo>
                  <a:pt x="3049970" y="2483406"/>
                  <a:pt x="3042856" y="2459219"/>
                  <a:pt x="3030763" y="2437878"/>
                </a:cubicBezTo>
                <a:cubicBezTo>
                  <a:pt x="3056373" y="2437878"/>
                  <a:pt x="3079670" y="2436989"/>
                  <a:pt x="3101634" y="2436722"/>
                </a:cubicBezTo>
                <a:close/>
                <a:moveTo>
                  <a:pt x="2934639" y="2436722"/>
                </a:moveTo>
                <a:cubicBezTo>
                  <a:pt x="2955714" y="2436455"/>
                  <a:pt x="2976699" y="2436811"/>
                  <a:pt x="2997329" y="2439301"/>
                </a:cubicBezTo>
                <a:cubicBezTo>
                  <a:pt x="3012268" y="2441435"/>
                  <a:pt x="3024362" y="2462776"/>
                  <a:pt x="3037877" y="2475580"/>
                </a:cubicBezTo>
                <a:cubicBezTo>
                  <a:pt x="3035743" y="2479138"/>
                  <a:pt x="3032897" y="2483406"/>
                  <a:pt x="3030764" y="2486962"/>
                </a:cubicBezTo>
                <a:cubicBezTo>
                  <a:pt x="2985236" y="2486962"/>
                  <a:pt x="2939708" y="2489808"/>
                  <a:pt x="2894891" y="2484829"/>
                </a:cubicBezTo>
                <a:cubicBezTo>
                  <a:pt x="2882798" y="2483406"/>
                  <a:pt x="2873550" y="2460642"/>
                  <a:pt x="2862879" y="2447126"/>
                </a:cubicBezTo>
                <a:cubicBezTo>
                  <a:pt x="2866436" y="2444992"/>
                  <a:pt x="2869281" y="2441435"/>
                  <a:pt x="2871416" y="2437878"/>
                </a:cubicBezTo>
                <a:cubicBezTo>
                  <a:pt x="2892401" y="2437878"/>
                  <a:pt x="2913565" y="2436989"/>
                  <a:pt x="2934639" y="2436722"/>
                </a:cubicBezTo>
                <a:close/>
                <a:moveTo>
                  <a:pt x="2056892" y="2436455"/>
                </a:moveTo>
                <a:cubicBezTo>
                  <a:pt x="2081791" y="2436455"/>
                  <a:pt x="2106688" y="2436455"/>
                  <a:pt x="2131587" y="2437167"/>
                </a:cubicBezTo>
                <a:cubicBezTo>
                  <a:pt x="2174270" y="2437878"/>
                  <a:pt x="2174981" y="2438590"/>
                  <a:pt x="2166444" y="2485540"/>
                </a:cubicBezTo>
                <a:cubicBezTo>
                  <a:pt x="2118070" y="2485540"/>
                  <a:pt x="2068986" y="2485540"/>
                  <a:pt x="2019901" y="2485540"/>
                </a:cubicBezTo>
                <a:cubicBezTo>
                  <a:pt x="2011364" y="2439301"/>
                  <a:pt x="2013499" y="2437167"/>
                  <a:pt x="2056892" y="2436455"/>
                </a:cubicBezTo>
                <a:close/>
                <a:moveTo>
                  <a:pt x="1889720" y="2435032"/>
                </a:moveTo>
                <a:cubicBezTo>
                  <a:pt x="1920309" y="2435032"/>
                  <a:pt x="1950898" y="2434321"/>
                  <a:pt x="1981487" y="2437166"/>
                </a:cubicBezTo>
                <a:cubicBezTo>
                  <a:pt x="1987889" y="2437878"/>
                  <a:pt x="1999271" y="2452816"/>
                  <a:pt x="1998560" y="2459930"/>
                </a:cubicBezTo>
                <a:cubicBezTo>
                  <a:pt x="1997848" y="2469889"/>
                  <a:pt x="1987889" y="2486251"/>
                  <a:pt x="1980775" y="2486251"/>
                </a:cubicBezTo>
                <a:cubicBezTo>
                  <a:pt x="1934536" y="2488385"/>
                  <a:pt x="1889008" y="2487674"/>
                  <a:pt x="1843480" y="2487674"/>
                </a:cubicBezTo>
                <a:cubicBezTo>
                  <a:pt x="1844191" y="2436455"/>
                  <a:pt x="1844903" y="2435032"/>
                  <a:pt x="1889720" y="2435032"/>
                </a:cubicBezTo>
                <a:close/>
                <a:moveTo>
                  <a:pt x="1711877" y="2435032"/>
                </a:moveTo>
                <a:cubicBezTo>
                  <a:pt x="1748868" y="2434321"/>
                  <a:pt x="1786571" y="2435032"/>
                  <a:pt x="1825697" y="2435032"/>
                </a:cubicBezTo>
                <a:cubicBezTo>
                  <a:pt x="1830676" y="2474158"/>
                  <a:pt x="1821428" y="2491231"/>
                  <a:pt x="1785148" y="2489096"/>
                </a:cubicBezTo>
                <a:cubicBezTo>
                  <a:pt x="1747445" y="2486251"/>
                  <a:pt x="1709742" y="2488385"/>
                  <a:pt x="1672750" y="2488385"/>
                </a:cubicBezTo>
                <a:cubicBezTo>
                  <a:pt x="1667059" y="2443569"/>
                  <a:pt x="1672750" y="2435744"/>
                  <a:pt x="1711877" y="2435032"/>
                </a:cubicBezTo>
                <a:close/>
                <a:moveTo>
                  <a:pt x="1543281" y="2434321"/>
                </a:moveTo>
                <a:cubicBezTo>
                  <a:pt x="1580272" y="2434321"/>
                  <a:pt x="1617263" y="2435033"/>
                  <a:pt x="1654967" y="2435033"/>
                </a:cubicBezTo>
                <a:cubicBezTo>
                  <a:pt x="1657100" y="2475581"/>
                  <a:pt x="1645007" y="2491231"/>
                  <a:pt x="1608727" y="2488385"/>
                </a:cubicBezTo>
                <a:cubicBezTo>
                  <a:pt x="1571025" y="2485540"/>
                  <a:pt x="1533322" y="2487674"/>
                  <a:pt x="1495619" y="2487674"/>
                </a:cubicBezTo>
                <a:cubicBezTo>
                  <a:pt x="1497754" y="2439301"/>
                  <a:pt x="1501310" y="2435033"/>
                  <a:pt x="1543281" y="2434321"/>
                </a:cubicBezTo>
                <a:close/>
                <a:moveTo>
                  <a:pt x="887395" y="2434321"/>
                </a:moveTo>
                <a:cubicBezTo>
                  <a:pt x="966357" y="2435744"/>
                  <a:pt x="1045320" y="2434321"/>
                  <a:pt x="1126416" y="2434321"/>
                </a:cubicBezTo>
                <a:cubicBezTo>
                  <a:pt x="1120014" y="2477003"/>
                  <a:pt x="1100095" y="2489096"/>
                  <a:pt x="1063815" y="2488385"/>
                </a:cubicBezTo>
                <a:cubicBezTo>
                  <a:pt x="984853" y="2485540"/>
                  <a:pt x="905890" y="2487673"/>
                  <a:pt x="824082" y="2487673"/>
                </a:cubicBezTo>
                <a:cubicBezTo>
                  <a:pt x="834041" y="2452817"/>
                  <a:pt x="848981" y="2432897"/>
                  <a:pt x="887395" y="2434321"/>
                </a:cubicBezTo>
                <a:close/>
                <a:moveTo>
                  <a:pt x="1368994" y="2433610"/>
                </a:moveTo>
                <a:cubicBezTo>
                  <a:pt x="1407407" y="2436455"/>
                  <a:pt x="1445110" y="2434322"/>
                  <a:pt x="1482814" y="2434322"/>
                </a:cubicBezTo>
                <a:cubicBezTo>
                  <a:pt x="1483525" y="2480560"/>
                  <a:pt x="1462895" y="2490520"/>
                  <a:pt x="1428037" y="2487674"/>
                </a:cubicBezTo>
                <a:cubicBezTo>
                  <a:pt x="1391758" y="2484829"/>
                  <a:pt x="1355477" y="2486963"/>
                  <a:pt x="1317063" y="2486963"/>
                </a:cubicBezTo>
                <a:cubicBezTo>
                  <a:pt x="1319198" y="2450683"/>
                  <a:pt x="1332002" y="2431476"/>
                  <a:pt x="1368994" y="2433610"/>
                </a:cubicBezTo>
                <a:close/>
                <a:moveTo>
                  <a:pt x="1196841" y="2433609"/>
                </a:moveTo>
                <a:cubicBezTo>
                  <a:pt x="1233833" y="2435743"/>
                  <a:pt x="1271536" y="2434320"/>
                  <a:pt x="1310661" y="2434320"/>
                </a:cubicBezTo>
                <a:cubicBezTo>
                  <a:pt x="1308527" y="2474869"/>
                  <a:pt x="1292877" y="2491230"/>
                  <a:pt x="1255174" y="2488385"/>
                </a:cubicBezTo>
                <a:cubicBezTo>
                  <a:pt x="1218183" y="2484828"/>
                  <a:pt x="1180480" y="2487674"/>
                  <a:pt x="1141354" y="2487674"/>
                </a:cubicBezTo>
                <a:cubicBezTo>
                  <a:pt x="1146333" y="2449260"/>
                  <a:pt x="1160561" y="2432187"/>
                  <a:pt x="1196841" y="2433609"/>
                </a:cubicBezTo>
                <a:close/>
                <a:moveTo>
                  <a:pt x="2110957" y="2377411"/>
                </a:moveTo>
                <a:cubicBezTo>
                  <a:pt x="2157908" y="2377411"/>
                  <a:pt x="2205570" y="2377411"/>
                  <a:pt x="2256789" y="2377411"/>
                </a:cubicBezTo>
                <a:cubicBezTo>
                  <a:pt x="2257500" y="2393061"/>
                  <a:pt x="2258212" y="2405154"/>
                  <a:pt x="2258923" y="2420093"/>
                </a:cubicBezTo>
                <a:cubicBezTo>
                  <a:pt x="2207704" y="2420093"/>
                  <a:pt x="2160753" y="2420093"/>
                  <a:pt x="2110957" y="2420093"/>
                </a:cubicBezTo>
                <a:cubicBezTo>
                  <a:pt x="2110957" y="2405866"/>
                  <a:pt x="2110957" y="2393061"/>
                  <a:pt x="2110957" y="2377411"/>
                </a:cubicBezTo>
                <a:close/>
                <a:moveTo>
                  <a:pt x="1943783" y="2376699"/>
                </a:moveTo>
                <a:cubicBezTo>
                  <a:pt x="1993580" y="2376699"/>
                  <a:pt x="2040531" y="2376699"/>
                  <a:pt x="2090327" y="2376699"/>
                </a:cubicBezTo>
                <a:cubicBezTo>
                  <a:pt x="2090327" y="2391638"/>
                  <a:pt x="2090327" y="2403731"/>
                  <a:pt x="2090327" y="2419381"/>
                </a:cubicBezTo>
                <a:cubicBezTo>
                  <a:pt x="2040531" y="2419381"/>
                  <a:pt x="1992158" y="2419381"/>
                  <a:pt x="1938804" y="2419381"/>
                </a:cubicBezTo>
                <a:cubicBezTo>
                  <a:pt x="1940938" y="2404442"/>
                  <a:pt x="1942361" y="2391638"/>
                  <a:pt x="1943783" y="2376699"/>
                </a:cubicBezTo>
                <a:close/>
                <a:moveTo>
                  <a:pt x="3440782" y="2375544"/>
                </a:moveTo>
                <a:cubicBezTo>
                  <a:pt x="3461678" y="2375277"/>
                  <a:pt x="3482486" y="2375633"/>
                  <a:pt x="3503115" y="2378123"/>
                </a:cubicBezTo>
                <a:cubicBezTo>
                  <a:pt x="3518055" y="2380257"/>
                  <a:pt x="3530859" y="2401598"/>
                  <a:pt x="3544375" y="2413691"/>
                </a:cubicBezTo>
                <a:cubicBezTo>
                  <a:pt x="3542952" y="2417248"/>
                  <a:pt x="3541530" y="2420093"/>
                  <a:pt x="3539396" y="2422939"/>
                </a:cubicBezTo>
                <a:cubicBezTo>
                  <a:pt x="3496002" y="2422939"/>
                  <a:pt x="3452608" y="2425784"/>
                  <a:pt x="3409926" y="2421517"/>
                </a:cubicBezTo>
                <a:cubicBezTo>
                  <a:pt x="3396409" y="2420093"/>
                  <a:pt x="3385027" y="2398752"/>
                  <a:pt x="3372934" y="2386659"/>
                </a:cubicBezTo>
                <a:cubicBezTo>
                  <a:pt x="3374357" y="2383102"/>
                  <a:pt x="3376491" y="2380257"/>
                  <a:pt x="3377914" y="2376700"/>
                </a:cubicBezTo>
                <a:cubicBezTo>
                  <a:pt x="3398900" y="2376700"/>
                  <a:pt x="3419885" y="2375811"/>
                  <a:pt x="3440782" y="2375544"/>
                </a:cubicBezTo>
                <a:close/>
                <a:moveTo>
                  <a:pt x="2506392" y="2375366"/>
                </a:moveTo>
                <a:cubicBezTo>
                  <a:pt x="2529601" y="2375277"/>
                  <a:pt x="2551298" y="2375633"/>
                  <a:pt x="2572639" y="2377411"/>
                </a:cubicBezTo>
                <a:cubicBezTo>
                  <a:pt x="2582598" y="2378123"/>
                  <a:pt x="2590423" y="2400886"/>
                  <a:pt x="2598959" y="2412979"/>
                </a:cubicBezTo>
                <a:cubicBezTo>
                  <a:pt x="2596826" y="2416536"/>
                  <a:pt x="2594691" y="2419382"/>
                  <a:pt x="2592557" y="2422227"/>
                </a:cubicBezTo>
                <a:cubicBezTo>
                  <a:pt x="2548452" y="2422227"/>
                  <a:pt x="2503635" y="2424361"/>
                  <a:pt x="2459530" y="2420805"/>
                </a:cubicBezTo>
                <a:cubicBezTo>
                  <a:pt x="2450283" y="2420093"/>
                  <a:pt x="2443880" y="2396618"/>
                  <a:pt x="2431075" y="2375988"/>
                </a:cubicBezTo>
                <a:cubicBezTo>
                  <a:pt x="2458463" y="2375988"/>
                  <a:pt x="2483184" y="2375455"/>
                  <a:pt x="2506392" y="2375366"/>
                </a:cubicBezTo>
                <a:close/>
                <a:moveTo>
                  <a:pt x="2342865" y="2375366"/>
                </a:moveTo>
                <a:cubicBezTo>
                  <a:pt x="2364918" y="2375277"/>
                  <a:pt x="2386971" y="2375633"/>
                  <a:pt x="2409023" y="2377411"/>
                </a:cubicBezTo>
                <a:cubicBezTo>
                  <a:pt x="2417559" y="2378123"/>
                  <a:pt x="2423962" y="2401597"/>
                  <a:pt x="2436766" y="2422938"/>
                </a:cubicBezTo>
                <a:cubicBezTo>
                  <a:pt x="2380568" y="2422938"/>
                  <a:pt x="2337174" y="2425073"/>
                  <a:pt x="2294492" y="2421516"/>
                </a:cubicBezTo>
                <a:cubicBezTo>
                  <a:pt x="2285243" y="2420805"/>
                  <a:pt x="2277419" y="2398752"/>
                  <a:pt x="2268882" y="2386659"/>
                </a:cubicBezTo>
                <a:cubicBezTo>
                  <a:pt x="2271728" y="2383102"/>
                  <a:pt x="2273862" y="2379545"/>
                  <a:pt x="2276708" y="2375988"/>
                </a:cubicBezTo>
                <a:cubicBezTo>
                  <a:pt x="2298760" y="2375988"/>
                  <a:pt x="2320812" y="2375455"/>
                  <a:pt x="2342865" y="2375366"/>
                </a:cubicBezTo>
                <a:close/>
                <a:moveTo>
                  <a:pt x="3109014" y="2375277"/>
                </a:moveTo>
                <a:cubicBezTo>
                  <a:pt x="3155965" y="2375277"/>
                  <a:pt x="3202916" y="2375277"/>
                  <a:pt x="3249155" y="2375277"/>
                </a:cubicBezTo>
                <a:cubicBezTo>
                  <a:pt x="3357995" y="2375277"/>
                  <a:pt x="3357995" y="2375277"/>
                  <a:pt x="3408503" y="2472024"/>
                </a:cubicBezTo>
                <a:cubicBezTo>
                  <a:pt x="3410637" y="2476292"/>
                  <a:pt x="3412771" y="2480561"/>
                  <a:pt x="3416328" y="2489808"/>
                </a:cubicBezTo>
                <a:cubicBezTo>
                  <a:pt x="3356573" y="2489808"/>
                  <a:pt x="3301085" y="2491231"/>
                  <a:pt x="3246309" y="2488385"/>
                </a:cubicBezTo>
                <a:cubicBezTo>
                  <a:pt x="3237062" y="2487674"/>
                  <a:pt x="3224257" y="2471313"/>
                  <a:pt x="3219989" y="2459219"/>
                </a:cubicBezTo>
                <a:cubicBezTo>
                  <a:pt x="3209318" y="2430053"/>
                  <a:pt x="3192245" y="2417960"/>
                  <a:pt x="3161656" y="2422228"/>
                </a:cubicBezTo>
                <a:cubicBezTo>
                  <a:pt x="3130355" y="2427207"/>
                  <a:pt x="3112571" y="2412980"/>
                  <a:pt x="3109014" y="2375277"/>
                </a:cubicBezTo>
                <a:close/>
                <a:moveTo>
                  <a:pt x="3001508" y="2375099"/>
                </a:moveTo>
                <a:cubicBezTo>
                  <a:pt x="3022938" y="2374921"/>
                  <a:pt x="3044279" y="2375277"/>
                  <a:pt x="3065620" y="2377411"/>
                </a:cubicBezTo>
                <a:cubicBezTo>
                  <a:pt x="3077714" y="2378834"/>
                  <a:pt x="3087673" y="2399464"/>
                  <a:pt x="3098343" y="2411557"/>
                </a:cubicBezTo>
                <a:cubicBezTo>
                  <a:pt x="3096209" y="2415825"/>
                  <a:pt x="3094075" y="2419382"/>
                  <a:pt x="3091941" y="2422939"/>
                </a:cubicBezTo>
                <a:cubicBezTo>
                  <a:pt x="3049259" y="2422939"/>
                  <a:pt x="3006577" y="2425784"/>
                  <a:pt x="2965316" y="2421516"/>
                </a:cubicBezTo>
                <a:cubicBezTo>
                  <a:pt x="2952512" y="2420093"/>
                  <a:pt x="2941841" y="2398752"/>
                  <a:pt x="2930459" y="2386659"/>
                </a:cubicBezTo>
                <a:cubicBezTo>
                  <a:pt x="2932593" y="2383102"/>
                  <a:pt x="2934727" y="2379546"/>
                  <a:pt x="2936861" y="2375988"/>
                </a:cubicBezTo>
                <a:cubicBezTo>
                  <a:pt x="2958558" y="2375988"/>
                  <a:pt x="2980077" y="2375277"/>
                  <a:pt x="3001508" y="2375099"/>
                </a:cubicBezTo>
                <a:close/>
                <a:moveTo>
                  <a:pt x="2836202" y="2375099"/>
                </a:moveTo>
                <a:cubicBezTo>
                  <a:pt x="2857188" y="2374921"/>
                  <a:pt x="2878173" y="2375277"/>
                  <a:pt x="2899158" y="2377411"/>
                </a:cubicBezTo>
                <a:cubicBezTo>
                  <a:pt x="2911252" y="2378834"/>
                  <a:pt x="2921923" y="2400175"/>
                  <a:pt x="2933304" y="2412268"/>
                </a:cubicBezTo>
                <a:cubicBezTo>
                  <a:pt x="2929748" y="2415825"/>
                  <a:pt x="2926902" y="2419382"/>
                  <a:pt x="2924057" y="2422939"/>
                </a:cubicBezTo>
                <a:cubicBezTo>
                  <a:pt x="2882797" y="2422939"/>
                  <a:pt x="2841538" y="2425784"/>
                  <a:pt x="2800989" y="2421516"/>
                </a:cubicBezTo>
                <a:cubicBezTo>
                  <a:pt x="2788184" y="2420093"/>
                  <a:pt x="2776802" y="2399464"/>
                  <a:pt x="2765420" y="2387370"/>
                </a:cubicBezTo>
                <a:cubicBezTo>
                  <a:pt x="2768266" y="2383814"/>
                  <a:pt x="2770400" y="2379546"/>
                  <a:pt x="2773246" y="2375988"/>
                </a:cubicBezTo>
                <a:cubicBezTo>
                  <a:pt x="2794231" y="2375988"/>
                  <a:pt x="2815217" y="2375277"/>
                  <a:pt x="2836202" y="2375099"/>
                </a:cubicBezTo>
                <a:close/>
                <a:moveTo>
                  <a:pt x="2671431" y="2374388"/>
                </a:moveTo>
                <a:cubicBezTo>
                  <a:pt x="2691972" y="2374210"/>
                  <a:pt x="2712424" y="2374566"/>
                  <a:pt x="2732698" y="2376700"/>
                </a:cubicBezTo>
                <a:cubicBezTo>
                  <a:pt x="2744792" y="2378123"/>
                  <a:pt x="2754751" y="2398753"/>
                  <a:pt x="2765421" y="2410135"/>
                </a:cubicBezTo>
                <a:cubicBezTo>
                  <a:pt x="2763287" y="2413691"/>
                  <a:pt x="2760442" y="2417959"/>
                  <a:pt x="2758307" y="2421517"/>
                </a:cubicBezTo>
                <a:cubicBezTo>
                  <a:pt x="2714202" y="2421517"/>
                  <a:pt x="2669386" y="2423650"/>
                  <a:pt x="2625992" y="2420094"/>
                </a:cubicBezTo>
                <a:cubicBezTo>
                  <a:pt x="2616744" y="2419382"/>
                  <a:pt x="2609631" y="2397329"/>
                  <a:pt x="2601805" y="2385236"/>
                </a:cubicBezTo>
                <a:cubicBezTo>
                  <a:pt x="2604651" y="2382391"/>
                  <a:pt x="2607496" y="2378835"/>
                  <a:pt x="2609631" y="2375277"/>
                </a:cubicBezTo>
                <a:cubicBezTo>
                  <a:pt x="2630261" y="2375277"/>
                  <a:pt x="2650890" y="2374566"/>
                  <a:pt x="2671431" y="2374388"/>
                </a:cubicBezTo>
                <a:close/>
                <a:moveTo>
                  <a:pt x="1814315" y="2373144"/>
                </a:moveTo>
                <a:cubicBezTo>
                  <a:pt x="1850594" y="2375277"/>
                  <a:pt x="1886874" y="2373855"/>
                  <a:pt x="1923866" y="2373855"/>
                </a:cubicBezTo>
                <a:cubicBezTo>
                  <a:pt x="1929557" y="2410135"/>
                  <a:pt x="1918887" y="2425073"/>
                  <a:pt x="1883318" y="2422940"/>
                </a:cubicBezTo>
                <a:cubicBezTo>
                  <a:pt x="1847749" y="2420805"/>
                  <a:pt x="1811468" y="2422228"/>
                  <a:pt x="1774477" y="2422228"/>
                </a:cubicBezTo>
                <a:cubicBezTo>
                  <a:pt x="1768786" y="2383103"/>
                  <a:pt x="1782302" y="2371009"/>
                  <a:pt x="1814315" y="2373144"/>
                </a:cubicBezTo>
                <a:close/>
                <a:moveTo>
                  <a:pt x="1645719" y="2373143"/>
                </a:moveTo>
                <a:cubicBezTo>
                  <a:pt x="1681999" y="2375278"/>
                  <a:pt x="1718279" y="2373854"/>
                  <a:pt x="1754560" y="2373854"/>
                </a:cubicBezTo>
                <a:cubicBezTo>
                  <a:pt x="1762384" y="2410134"/>
                  <a:pt x="1751714" y="2424362"/>
                  <a:pt x="1717568" y="2422939"/>
                </a:cubicBezTo>
                <a:cubicBezTo>
                  <a:pt x="1680576" y="2420805"/>
                  <a:pt x="1642873" y="2422227"/>
                  <a:pt x="1605882" y="2422227"/>
                </a:cubicBezTo>
                <a:cubicBezTo>
                  <a:pt x="1600902" y="2385236"/>
                  <a:pt x="1612995" y="2371720"/>
                  <a:pt x="1645719" y="2373143"/>
                </a:cubicBezTo>
                <a:close/>
                <a:moveTo>
                  <a:pt x="1479968" y="2372432"/>
                </a:moveTo>
                <a:cubicBezTo>
                  <a:pt x="1516248" y="2374566"/>
                  <a:pt x="1553239" y="2373143"/>
                  <a:pt x="1590230" y="2373143"/>
                </a:cubicBezTo>
                <a:cubicBezTo>
                  <a:pt x="1591653" y="2412980"/>
                  <a:pt x="1575292" y="2425073"/>
                  <a:pt x="1542569" y="2422939"/>
                </a:cubicBezTo>
                <a:cubicBezTo>
                  <a:pt x="1507000" y="2420805"/>
                  <a:pt x="1470720" y="2422228"/>
                  <a:pt x="1433728" y="2422228"/>
                </a:cubicBezTo>
                <a:cubicBezTo>
                  <a:pt x="1432306" y="2383813"/>
                  <a:pt x="1446533" y="2371009"/>
                  <a:pt x="1479968" y="2372432"/>
                </a:cubicBezTo>
                <a:close/>
                <a:moveTo>
                  <a:pt x="1312083" y="2372431"/>
                </a:moveTo>
                <a:cubicBezTo>
                  <a:pt x="1348364" y="2374565"/>
                  <a:pt x="1384643" y="2373142"/>
                  <a:pt x="1423058" y="2373142"/>
                </a:cubicBezTo>
                <a:cubicBezTo>
                  <a:pt x="1422347" y="2411556"/>
                  <a:pt x="1406696" y="2425072"/>
                  <a:pt x="1373973" y="2422938"/>
                </a:cubicBezTo>
                <a:cubicBezTo>
                  <a:pt x="1337694" y="2420804"/>
                  <a:pt x="1301413" y="2422227"/>
                  <a:pt x="1262999" y="2422227"/>
                </a:cubicBezTo>
                <a:cubicBezTo>
                  <a:pt x="1265133" y="2385947"/>
                  <a:pt x="1278649" y="2371008"/>
                  <a:pt x="1312083" y="2372431"/>
                </a:cubicBezTo>
                <a:close/>
                <a:moveTo>
                  <a:pt x="1159406" y="2371276"/>
                </a:moveTo>
                <a:cubicBezTo>
                  <a:pt x="1187238" y="2369586"/>
                  <a:pt x="1221384" y="2371009"/>
                  <a:pt x="1254462" y="2376700"/>
                </a:cubicBezTo>
                <a:cubicBezTo>
                  <a:pt x="1247349" y="2418670"/>
                  <a:pt x="1244504" y="2422228"/>
                  <a:pt x="1205378" y="2422228"/>
                </a:cubicBezTo>
                <a:cubicBezTo>
                  <a:pt x="1102940" y="2422228"/>
                  <a:pt x="1000502" y="2422228"/>
                  <a:pt x="898064" y="2422228"/>
                </a:cubicBezTo>
                <a:cubicBezTo>
                  <a:pt x="887394" y="2422228"/>
                  <a:pt x="877435" y="2420094"/>
                  <a:pt x="865341" y="2419382"/>
                </a:cubicBezTo>
                <a:cubicBezTo>
                  <a:pt x="873878" y="2386659"/>
                  <a:pt x="889528" y="2371009"/>
                  <a:pt x="922963" y="2372432"/>
                </a:cubicBezTo>
                <a:cubicBezTo>
                  <a:pt x="971336" y="2374566"/>
                  <a:pt x="1019709" y="2372432"/>
                  <a:pt x="1068083" y="2373854"/>
                </a:cubicBezTo>
                <a:cubicBezTo>
                  <a:pt x="1078042" y="2373854"/>
                  <a:pt x="1087290" y="2380257"/>
                  <a:pt x="1102229" y="2384525"/>
                </a:cubicBezTo>
                <a:cubicBezTo>
                  <a:pt x="1110054" y="2377767"/>
                  <a:pt x="1131573" y="2372965"/>
                  <a:pt x="1159406" y="2371276"/>
                </a:cubicBezTo>
                <a:close/>
                <a:moveTo>
                  <a:pt x="2381279" y="2319078"/>
                </a:moveTo>
                <a:cubicBezTo>
                  <a:pt x="2430364" y="2319078"/>
                  <a:pt x="2477315" y="2319078"/>
                  <a:pt x="2524266" y="2319078"/>
                </a:cubicBezTo>
                <a:cubicBezTo>
                  <a:pt x="2526400" y="2333306"/>
                  <a:pt x="2528534" y="2344688"/>
                  <a:pt x="2530668" y="2358205"/>
                </a:cubicBezTo>
                <a:cubicBezTo>
                  <a:pt x="2482295" y="2358205"/>
                  <a:pt x="2436766" y="2358205"/>
                  <a:pt x="2388393" y="2358205"/>
                </a:cubicBezTo>
                <a:cubicBezTo>
                  <a:pt x="2386259" y="2346111"/>
                  <a:pt x="2384125" y="2334018"/>
                  <a:pt x="2381279" y="2319078"/>
                </a:cubicBezTo>
                <a:close/>
                <a:moveTo>
                  <a:pt x="3407348" y="2318189"/>
                </a:moveTo>
                <a:cubicBezTo>
                  <a:pt x="3428244" y="2318011"/>
                  <a:pt x="3449052" y="2318367"/>
                  <a:pt x="3469681" y="2320501"/>
                </a:cubicBezTo>
                <a:cubicBezTo>
                  <a:pt x="3481775" y="2321924"/>
                  <a:pt x="3492446" y="2341842"/>
                  <a:pt x="3511653" y="2361049"/>
                </a:cubicBezTo>
                <a:cubicBezTo>
                  <a:pt x="3458300" y="2361049"/>
                  <a:pt x="3417040" y="2363895"/>
                  <a:pt x="3376492" y="2359627"/>
                </a:cubicBezTo>
                <a:cubicBezTo>
                  <a:pt x="3363687" y="2358204"/>
                  <a:pt x="3351594" y="2339708"/>
                  <a:pt x="3339500" y="2329749"/>
                </a:cubicBezTo>
                <a:cubicBezTo>
                  <a:pt x="3340923" y="2326192"/>
                  <a:pt x="3342346" y="2322636"/>
                  <a:pt x="3344480" y="2319078"/>
                </a:cubicBezTo>
                <a:cubicBezTo>
                  <a:pt x="3365466" y="2319078"/>
                  <a:pt x="3386451" y="2318367"/>
                  <a:pt x="3407348" y="2318189"/>
                </a:cubicBezTo>
                <a:close/>
                <a:moveTo>
                  <a:pt x="2767821" y="2317745"/>
                </a:moveTo>
                <a:cubicBezTo>
                  <a:pt x="2788718" y="2317656"/>
                  <a:pt x="2809526" y="2318011"/>
                  <a:pt x="2830155" y="2319790"/>
                </a:cubicBezTo>
                <a:cubicBezTo>
                  <a:pt x="2840114" y="2320502"/>
                  <a:pt x="2848651" y="2340420"/>
                  <a:pt x="2857899" y="2351802"/>
                </a:cubicBezTo>
                <a:cubicBezTo>
                  <a:pt x="2855053" y="2354647"/>
                  <a:pt x="2852919" y="2357493"/>
                  <a:pt x="2851497" y="2360338"/>
                </a:cubicBezTo>
                <a:cubicBezTo>
                  <a:pt x="2810237" y="2360338"/>
                  <a:pt x="2768977" y="2362472"/>
                  <a:pt x="2727718" y="2358915"/>
                </a:cubicBezTo>
                <a:cubicBezTo>
                  <a:pt x="2717047" y="2358204"/>
                  <a:pt x="2707799" y="2339708"/>
                  <a:pt x="2698551" y="2329038"/>
                </a:cubicBezTo>
                <a:cubicBezTo>
                  <a:pt x="2700686" y="2325481"/>
                  <a:pt x="2702819" y="2321924"/>
                  <a:pt x="2704953" y="2318367"/>
                </a:cubicBezTo>
                <a:cubicBezTo>
                  <a:pt x="2725939" y="2318367"/>
                  <a:pt x="2746924" y="2317834"/>
                  <a:pt x="2767821" y="2317745"/>
                </a:cubicBezTo>
                <a:close/>
                <a:moveTo>
                  <a:pt x="2925391" y="2317033"/>
                </a:moveTo>
                <a:cubicBezTo>
                  <a:pt x="2947355" y="2316944"/>
                  <a:pt x="2967807" y="2317299"/>
                  <a:pt x="2988081" y="2319078"/>
                </a:cubicBezTo>
                <a:cubicBezTo>
                  <a:pt x="2999463" y="2319790"/>
                  <a:pt x="3008711" y="2338285"/>
                  <a:pt x="3019381" y="2348955"/>
                </a:cubicBezTo>
                <a:cubicBezTo>
                  <a:pt x="3017958" y="2352512"/>
                  <a:pt x="3015824" y="2356069"/>
                  <a:pt x="3014402" y="2359626"/>
                </a:cubicBezTo>
                <a:cubicBezTo>
                  <a:pt x="2971719" y="2359626"/>
                  <a:pt x="2929037" y="2361760"/>
                  <a:pt x="2887065" y="2358203"/>
                </a:cubicBezTo>
                <a:cubicBezTo>
                  <a:pt x="2877106" y="2357492"/>
                  <a:pt x="2868570" y="2336862"/>
                  <a:pt x="2853631" y="2317655"/>
                </a:cubicBezTo>
                <a:cubicBezTo>
                  <a:pt x="2879952" y="2317655"/>
                  <a:pt x="2903427" y="2317122"/>
                  <a:pt x="2925391" y="2317033"/>
                </a:cubicBezTo>
                <a:close/>
                <a:moveTo>
                  <a:pt x="2608918" y="2317033"/>
                </a:moveTo>
                <a:cubicBezTo>
                  <a:pt x="2630260" y="2316944"/>
                  <a:pt x="2651601" y="2317299"/>
                  <a:pt x="2672942" y="2319078"/>
                </a:cubicBezTo>
                <a:cubicBezTo>
                  <a:pt x="2681478" y="2319790"/>
                  <a:pt x="2688592" y="2339708"/>
                  <a:pt x="2696418" y="2351090"/>
                </a:cubicBezTo>
                <a:cubicBezTo>
                  <a:pt x="2692860" y="2353935"/>
                  <a:pt x="2690727" y="2357492"/>
                  <a:pt x="2688592" y="2360337"/>
                </a:cubicBezTo>
                <a:cubicBezTo>
                  <a:pt x="2648755" y="2360337"/>
                  <a:pt x="2608918" y="2362472"/>
                  <a:pt x="2569793" y="2358914"/>
                </a:cubicBezTo>
                <a:cubicBezTo>
                  <a:pt x="2558411" y="2358203"/>
                  <a:pt x="2548452" y="2341131"/>
                  <a:pt x="2537781" y="2331171"/>
                </a:cubicBezTo>
                <a:cubicBezTo>
                  <a:pt x="2539916" y="2326903"/>
                  <a:pt x="2542049" y="2321923"/>
                  <a:pt x="2544895" y="2317655"/>
                </a:cubicBezTo>
                <a:cubicBezTo>
                  <a:pt x="2566236" y="2317655"/>
                  <a:pt x="2587577" y="2317122"/>
                  <a:pt x="2608918" y="2317033"/>
                </a:cubicBezTo>
                <a:close/>
                <a:moveTo>
                  <a:pt x="3025072" y="2316944"/>
                </a:moveTo>
                <a:cubicBezTo>
                  <a:pt x="3077715" y="2316944"/>
                  <a:pt x="3131067" y="2316944"/>
                  <a:pt x="3183709" y="2316944"/>
                </a:cubicBezTo>
                <a:cubicBezTo>
                  <a:pt x="3217855" y="2316944"/>
                  <a:pt x="3252712" y="2319078"/>
                  <a:pt x="3286858" y="2316944"/>
                </a:cubicBezTo>
                <a:cubicBezTo>
                  <a:pt x="3316735" y="2314810"/>
                  <a:pt x="3332386" y="2327614"/>
                  <a:pt x="3340211" y="2360337"/>
                </a:cubicBezTo>
                <a:cubicBezTo>
                  <a:pt x="3242753" y="2360337"/>
                  <a:pt x="3148852" y="2361760"/>
                  <a:pt x="3055662" y="2358915"/>
                </a:cubicBezTo>
                <a:cubicBezTo>
                  <a:pt x="3042857" y="2358915"/>
                  <a:pt x="3030764" y="2338996"/>
                  <a:pt x="3018670" y="2328326"/>
                </a:cubicBezTo>
                <a:cubicBezTo>
                  <a:pt x="3020805" y="2324769"/>
                  <a:pt x="3022938" y="2321212"/>
                  <a:pt x="3025072" y="2316944"/>
                </a:cubicBezTo>
                <a:close/>
                <a:moveTo>
                  <a:pt x="2253230" y="2315521"/>
                </a:moveTo>
                <a:cubicBezTo>
                  <a:pt x="2280263" y="2316944"/>
                  <a:pt x="2307295" y="2316944"/>
                  <a:pt x="2334328" y="2315521"/>
                </a:cubicBezTo>
                <a:cubicBezTo>
                  <a:pt x="2364917" y="2314810"/>
                  <a:pt x="2371319" y="2329749"/>
                  <a:pt x="2364917" y="2357493"/>
                </a:cubicBezTo>
                <a:cubicBezTo>
                  <a:pt x="2318678" y="2357493"/>
                  <a:pt x="2273150" y="2357493"/>
                  <a:pt x="2226199" y="2357493"/>
                </a:cubicBezTo>
                <a:cubicBezTo>
                  <a:pt x="2216951" y="2330460"/>
                  <a:pt x="2219085" y="2314098"/>
                  <a:pt x="2253230" y="2315521"/>
                </a:cubicBezTo>
                <a:close/>
                <a:moveTo>
                  <a:pt x="1755981" y="2314099"/>
                </a:moveTo>
                <a:cubicBezTo>
                  <a:pt x="1795818" y="2311964"/>
                  <a:pt x="1836367" y="2314099"/>
                  <a:pt x="1876915" y="2314099"/>
                </a:cubicBezTo>
                <a:cubicBezTo>
                  <a:pt x="1886163" y="2352513"/>
                  <a:pt x="1871224" y="2362472"/>
                  <a:pt x="1840635" y="2360338"/>
                </a:cubicBezTo>
                <a:cubicBezTo>
                  <a:pt x="1806489" y="2358203"/>
                  <a:pt x="1772343" y="2359626"/>
                  <a:pt x="1735351" y="2359626"/>
                </a:cubicBezTo>
                <a:cubicBezTo>
                  <a:pt x="1731083" y="2337573"/>
                  <a:pt x="1726815" y="2316232"/>
                  <a:pt x="1755981" y="2314099"/>
                </a:cubicBezTo>
                <a:close/>
                <a:moveTo>
                  <a:pt x="2093884" y="2314098"/>
                </a:moveTo>
                <a:cubicBezTo>
                  <a:pt x="2119494" y="2315520"/>
                  <a:pt x="2145814" y="2316232"/>
                  <a:pt x="2171424" y="2315520"/>
                </a:cubicBezTo>
                <a:cubicBezTo>
                  <a:pt x="2199879" y="2314098"/>
                  <a:pt x="2211261" y="2324768"/>
                  <a:pt x="2201301" y="2358202"/>
                </a:cubicBezTo>
                <a:cubicBezTo>
                  <a:pt x="2155062" y="2358202"/>
                  <a:pt x="2109534" y="2358202"/>
                  <a:pt x="2062584" y="2358202"/>
                </a:cubicBezTo>
                <a:cubicBezTo>
                  <a:pt x="2053335" y="2328326"/>
                  <a:pt x="2059738" y="2311964"/>
                  <a:pt x="2093884" y="2314098"/>
                </a:cubicBezTo>
                <a:close/>
                <a:moveTo>
                  <a:pt x="1930979" y="2313388"/>
                </a:moveTo>
                <a:cubicBezTo>
                  <a:pt x="1967260" y="2314099"/>
                  <a:pt x="2002828" y="2313388"/>
                  <a:pt x="2040531" y="2313388"/>
                </a:cubicBezTo>
                <a:cubicBezTo>
                  <a:pt x="2040531" y="2331172"/>
                  <a:pt x="2040531" y="2342554"/>
                  <a:pt x="2040531" y="2356781"/>
                </a:cubicBezTo>
                <a:cubicBezTo>
                  <a:pt x="1992869" y="2356781"/>
                  <a:pt x="1946629" y="2356781"/>
                  <a:pt x="1898968" y="2356781"/>
                </a:cubicBezTo>
                <a:cubicBezTo>
                  <a:pt x="1891142" y="2328326"/>
                  <a:pt x="1897545" y="2311965"/>
                  <a:pt x="1930979" y="2313388"/>
                </a:cubicBezTo>
                <a:close/>
                <a:moveTo>
                  <a:pt x="1605882" y="2312676"/>
                </a:moveTo>
                <a:cubicBezTo>
                  <a:pt x="1642873" y="2314099"/>
                  <a:pt x="1679154" y="2313388"/>
                  <a:pt x="1716145" y="2313388"/>
                </a:cubicBezTo>
                <a:cubicBezTo>
                  <a:pt x="1720414" y="2351090"/>
                  <a:pt x="1706186" y="2362472"/>
                  <a:pt x="1676308" y="2360338"/>
                </a:cubicBezTo>
                <a:cubicBezTo>
                  <a:pt x="1641450" y="2358204"/>
                  <a:pt x="1605882" y="2359627"/>
                  <a:pt x="1569602" y="2359627"/>
                </a:cubicBezTo>
                <a:cubicBezTo>
                  <a:pt x="1565334" y="2327615"/>
                  <a:pt x="1574581" y="2311965"/>
                  <a:pt x="1605882" y="2312676"/>
                </a:cubicBezTo>
                <a:close/>
                <a:moveTo>
                  <a:pt x="1450091" y="2312676"/>
                </a:moveTo>
                <a:cubicBezTo>
                  <a:pt x="1484949" y="2314099"/>
                  <a:pt x="1519806" y="2313388"/>
                  <a:pt x="1554664" y="2313388"/>
                </a:cubicBezTo>
                <a:cubicBezTo>
                  <a:pt x="1556797" y="2351090"/>
                  <a:pt x="1542570" y="2362471"/>
                  <a:pt x="1511269" y="2360338"/>
                </a:cubicBezTo>
                <a:cubicBezTo>
                  <a:pt x="1475701" y="2358203"/>
                  <a:pt x="1440843" y="2359626"/>
                  <a:pt x="1403140" y="2359626"/>
                </a:cubicBezTo>
                <a:cubicBezTo>
                  <a:pt x="1403140" y="2323347"/>
                  <a:pt x="1418790" y="2311254"/>
                  <a:pt x="1450091" y="2312676"/>
                </a:cubicBezTo>
                <a:close/>
                <a:moveTo>
                  <a:pt x="1127126" y="2311964"/>
                </a:moveTo>
                <a:cubicBezTo>
                  <a:pt x="1160561" y="2314099"/>
                  <a:pt x="1194707" y="2312676"/>
                  <a:pt x="1229564" y="2312676"/>
                </a:cubicBezTo>
                <a:cubicBezTo>
                  <a:pt x="1225296" y="2346110"/>
                  <a:pt x="1213203" y="2361760"/>
                  <a:pt x="1181191" y="2360337"/>
                </a:cubicBezTo>
                <a:cubicBezTo>
                  <a:pt x="1145623" y="2357492"/>
                  <a:pt x="1109342" y="2359626"/>
                  <a:pt x="1070928" y="2359626"/>
                </a:cubicBezTo>
                <a:cubicBezTo>
                  <a:pt x="1077330" y="2320501"/>
                  <a:pt x="1096538" y="2310542"/>
                  <a:pt x="1127126" y="2311964"/>
                </a:cubicBezTo>
                <a:close/>
                <a:moveTo>
                  <a:pt x="1287185" y="2311964"/>
                </a:moveTo>
                <a:cubicBezTo>
                  <a:pt x="1322043" y="2314098"/>
                  <a:pt x="1356900" y="2312676"/>
                  <a:pt x="1393180" y="2312676"/>
                </a:cubicBezTo>
                <a:cubicBezTo>
                  <a:pt x="1391046" y="2352512"/>
                  <a:pt x="1373262" y="2361760"/>
                  <a:pt x="1343384" y="2359626"/>
                </a:cubicBezTo>
                <a:cubicBezTo>
                  <a:pt x="1308527" y="2357491"/>
                  <a:pt x="1273670" y="2358914"/>
                  <a:pt x="1237389" y="2358914"/>
                </a:cubicBezTo>
                <a:cubicBezTo>
                  <a:pt x="1239524" y="2324057"/>
                  <a:pt x="1255174" y="2309830"/>
                  <a:pt x="1287185" y="2311964"/>
                </a:cubicBezTo>
                <a:close/>
                <a:moveTo>
                  <a:pt x="990988" y="2308908"/>
                </a:moveTo>
                <a:cubicBezTo>
                  <a:pt x="1010417" y="2309608"/>
                  <a:pt x="1034648" y="2311965"/>
                  <a:pt x="1065237" y="2315522"/>
                </a:cubicBezTo>
                <a:cubicBezTo>
                  <a:pt x="1062391" y="2345399"/>
                  <a:pt x="1049587" y="2361761"/>
                  <a:pt x="1016864" y="2360338"/>
                </a:cubicBezTo>
                <a:cubicBezTo>
                  <a:pt x="979161" y="2358204"/>
                  <a:pt x="942169" y="2359627"/>
                  <a:pt x="903755" y="2359627"/>
                </a:cubicBezTo>
                <a:cubicBezTo>
                  <a:pt x="917627" y="2319612"/>
                  <a:pt x="932699" y="2306808"/>
                  <a:pt x="990988" y="2308908"/>
                </a:cubicBezTo>
                <a:close/>
                <a:moveTo>
                  <a:pt x="2012076" y="2271416"/>
                </a:moveTo>
                <a:cubicBezTo>
                  <a:pt x="2046222" y="2269993"/>
                  <a:pt x="2081080" y="2270704"/>
                  <a:pt x="2115225" y="2271416"/>
                </a:cubicBezTo>
                <a:cubicBezTo>
                  <a:pt x="2119493" y="2271416"/>
                  <a:pt x="2128030" y="2280663"/>
                  <a:pt x="2127319" y="2284221"/>
                </a:cubicBezTo>
                <a:cubicBezTo>
                  <a:pt x="2125896" y="2290623"/>
                  <a:pt x="2120205" y="2300582"/>
                  <a:pt x="2115225" y="2300582"/>
                </a:cubicBezTo>
                <a:cubicBezTo>
                  <a:pt x="2097441" y="2302716"/>
                  <a:pt x="2079656" y="2301294"/>
                  <a:pt x="2061872" y="2301294"/>
                </a:cubicBezTo>
                <a:cubicBezTo>
                  <a:pt x="2045511" y="2301294"/>
                  <a:pt x="2028438" y="2302716"/>
                  <a:pt x="2012076" y="2300582"/>
                </a:cubicBezTo>
                <a:cubicBezTo>
                  <a:pt x="2006385" y="2299871"/>
                  <a:pt x="1997137" y="2290623"/>
                  <a:pt x="1997849" y="2286354"/>
                </a:cubicBezTo>
                <a:cubicBezTo>
                  <a:pt x="1998560" y="2280663"/>
                  <a:pt x="2007097" y="2271416"/>
                  <a:pt x="2012076" y="2271416"/>
                </a:cubicBezTo>
                <a:close/>
                <a:moveTo>
                  <a:pt x="3397566" y="2271238"/>
                </a:moveTo>
                <a:cubicBezTo>
                  <a:pt x="3421664" y="2271060"/>
                  <a:pt x="3445139" y="2274972"/>
                  <a:pt x="3467547" y="2294891"/>
                </a:cubicBezTo>
                <a:cubicBezTo>
                  <a:pt x="3405658" y="2313387"/>
                  <a:pt x="3341634" y="2305562"/>
                  <a:pt x="3323849" y="2272127"/>
                </a:cubicBezTo>
                <a:cubicBezTo>
                  <a:pt x="3348747" y="2275684"/>
                  <a:pt x="3373468" y="2271416"/>
                  <a:pt x="3397566" y="2271238"/>
                </a:cubicBezTo>
                <a:close/>
                <a:moveTo>
                  <a:pt x="3222891" y="2270738"/>
                </a:moveTo>
                <a:cubicBezTo>
                  <a:pt x="3271342" y="2267504"/>
                  <a:pt x="3305888" y="2279775"/>
                  <a:pt x="3316025" y="2304851"/>
                </a:cubicBezTo>
                <a:cubicBezTo>
                  <a:pt x="3269074" y="2294180"/>
                  <a:pt x="3219278" y="2321213"/>
                  <a:pt x="3170193" y="2279241"/>
                </a:cubicBezTo>
                <a:cubicBezTo>
                  <a:pt x="3189045" y="2274617"/>
                  <a:pt x="3206740" y="2271816"/>
                  <a:pt x="3222891" y="2270738"/>
                </a:cubicBezTo>
                <a:close/>
                <a:moveTo>
                  <a:pt x="2464510" y="2270705"/>
                </a:moveTo>
                <a:cubicBezTo>
                  <a:pt x="2493676" y="2269282"/>
                  <a:pt x="2523554" y="2268571"/>
                  <a:pt x="2553432" y="2271416"/>
                </a:cubicBezTo>
                <a:cubicBezTo>
                  <a:pt x="2562679" y="2272128"/>
                  <a:pt x="2570505" y="2284221"/>
                  <a:pt x="2579753" y="2290624"/>
                </a:cubicBezTo>
                <a:cubicBezTo>
                  <a:pt x="2576907" y="2294892"/>
                  <a:pt x="2575485" y="2298449"/>
                  <a:pt x="2573350" y="2302006"/>
                </a:cubicBezTo>
                <a:cubicBezTo>
                  <a:pt x="2537070" y="2302006"/>
                  <a:pt x="2500790" y="2302717"/>
                  <a:pt x="2464510" y="2301294"/>
                </a:cubicBezTo>
                <a:cubicBezTo>
                  <a:pt x="2457396" y="2301294"/>
                  <a:pt x="2450994" y="2289912"/>
                  <a:pt x="2443880" y="2283510"/>
                </a:cubicBezTo>
                <a:cubicBezTo>
                  <a:pt x="2450994" y="2279242"/>
                  <a:pt x="2457396" y="2271416"/>
                  <a:pt x="2464510" y="2270705"/>
                </a:cubicBezTo>
                <a:close/>
                <a:moveTo>
                  <a:pt x="2313699" y="2270705"/>
                </a:moveTo>
                <a:cubicBezTo>
                  <a:pt x="2344287" y="2269282"/>
                  <a:pt x="2375588" y="2268571"/>
                  <a:pt x="2406177" y="2271416"/>
                </a:cubicBezTo>
                <a:cubicBezTo>
                  <a:pt x="2414714" y="2272128"/>
                  <a:pt x="2421827" y="2284933"/>
                  <a:pt x="2429652" y="2292046"/>
                </a:cubicBezTo>
                <a:cubicBezTo>
                  <a:pt x="2427518" y="2294892"/>
                  <a:pt x="2425384" y="2298449"/>
                  <a:pt x="2423250" y="2302006"/>
                </a:cubicBezTo>
                <a:cubicBezTo>
                  <a:pt x="2386970" y="2302006"/>
                  <a:pt x="2349978" y="2302717"/>
                  <a:pt x="2313699" y="2301294"/>
                </a:cubicBezTo>
                <a:cubicBezTo>
                  <a:pt x="2307296" y="2301294"/>
                  <a:pt x="2300894" y="2291335"/>
                  <a:pt x="2295203" y="2285644"/>
                </a:cubicBezTo>
                <a:cubicBezTo>
                  <a:pt x="2301605" y="2280664"/>
                  <a:pt x="2307296" y="2271416"/>
                  <a:pt x="2313699" y="2270705"/>
                </a:cubicBezTo>
                <a:close/>
                <a:moveTo>
                  <a:pt x="3074447" y="2270160"/>
                </a:moveTo>
                <a:cubicBezTo>
                  <a:pt x="3122131" y="2265992"/>
                  <a:pt x="3158812" y="2278530"/>
                  <a:pt x="3169482" y="2306274"/>
                </a:cubicBezTo>
                <a:cubicBezTo>
                  <a:pt x="3120397" y="2293469"/>
                  <a:pt x="3070601" y="2321213"/>
                  <a:pt x="3023650" y="2279953"/>
                </a:cubicBezTo>
                <a:cubicBezTo>
                  <a:pt x="3041435" y="2274795"/>
                  <a:pt x="3058552" y="2271550"/>
                  <a:pt x="3074447" y="2270160"/>
                </a:cubicBezTo>
                <a:close/>
                <a:moveTo>
                  <a:pt x="2213395" y="2269994"/>
                </a:moveTo>
                <a:cubicBezTo>
                  <a:pt x="2228333" y="2269994"/>
                  <a:pt x="2243983" y="2268571"/>
                  <a:pt x="2258922" y="2270705"/>
                </a:cubicBezTo>
                <a:cubicBezTo>
                  <a:pt x="2266036" y="2271417"/>
                  <a:pt x="2271727" y="2280664"/>
                  <a:pt x="2278129" y="2285644"/>
                </a:cubicBezTo>
                <a:cubicBezTo>
                  <a:pt x="2272438" y="2291335"/>
                  <a:pt x="2266747" y="2301294"/>
                  <a:pt x="2260345" y="2301294"/>
                </a:cubicBezTo>
                <a:cubicBezTo>
                  <a:pt x="2229044" y="2302717"/>
                  <a:pt x="2197033" y="2302717"/>
                  <a:pt x="2165021" y="2301294"/>
                </a:cubicBezTo>
                <a:cubicBezTo>
                  <a:pt x="2158619" y="2301294"/>
                  <a:pt x="2152216" y="2291335"/>
                  <a:pt x="2145814" y="2286355"/>
                </a:cubicBezTo>
                <a:cubicBezTo>
                  <a:pt x="2152928" y="2280664"/>
                  <a:pt x="2159330" y="2272128"/>
                  <a:pt x="2167155" y="2270705"/>
                </a:cubicBezTo>
                <a:cubicBezTo>
                  <a:pt x="2182805" y="2267859"/>
                  <a:pt x="2197744" y="2269994"/>
                  <a:pt x="2213395" y="2269994"/>
                </a:cubicBezTo>
                <a:close/>
                <a:moveTo>
                  <a:pt x="1975796" y="2269282"/>
                </a:moveTo>
                <a:cubicBezTo>
                  <a:pt x="1978641" y="2272838"/>
                  <a:pt x="1981487" y="2276396"/>
                  <a:pt x="1984332" y="2279952"/>
                </a:cubicBezTo>
                <a:cubicBezTo>
                  <a:pt x="1977218" y="2287066"/>
                  <a:pt x="1970105" y="2299160"/>
                  <a:pt x="1962279" y="2299871"/>
                </a:cubicBezTo>
                <a:cubicBezTo>
                  <a:pt x="1924577" y="2302005"/>
                  <a:pt x="1887585" y="2300582"/>
                  <a:pt x="1849882" y="2300582"/>
                </a:cubicBezTo>
                <a:cubicBezTo>
                  <a:pt x="1847748" y="2296314"/>
                  <a:pt x="1845614" y="2292758"/>
                  <a:pt x="1844191" y="2288489"/>
                </a:cubicBezTo>
                <a:cubicBezTo>
                  <a:pt x="1852728" y="2282087"/>
                  <a:pt x="1860553" y="2269994"/>
                  <a:pt x="1869801" y="2269994"/>
                </a:cubicBezTo>
                <a:cubicBezTo>
                  <a:pt x="1904658" y="2267859"/>
                  <a:pt x="1940227" y="2269282"/>
                  <a:pt x="1975796" y="2269282"/>
                </a:cubicBezTo>
                <a:close/>
                <a:moveTo>
                  <a:pt x="2938662" y="2269126"/>
                </a:moveTo>
                <a:cubicBezTo>
                  <a:pt x="2984613" y="2266659"/>
                  <a:pt x="3011556" y="2276395"/>
                  <a:pt x="3020092" y="2297737"/>
                </a:cubicBezTo>
                <a:cubicBezTo>
                  <a:pt x="2955358" y="2314099"/>
                  <a:pt x="2897025" y="2304851"/>
                  <a:pt x="2886354" y="2275684"/>
                </a:cubicBezTo>
                <a:cubicBezTo>
                  <a:pt x="2905917" y="2272127"/>
                  <a:pt x="2923346" y="2269949"/>
                  <a:pt x="2938662" y="2269126"/>
                </a:cubicBezTo>
                <a:close/>
                <a:moveTo>
                  <a:pt x="2787184" y="2268237"/>
                </a:moveTo>
                <a:cubicBezTo>
                  <a:pt x="2830867" y="2265103"/>
                  <a:pt x="2865547" y="2276574"/>
                  <a:pt x="2871416" y="2298448"/>
                </a:cubicBezTo>
                <a:cubicBezTo>
                  <a:pt x="2796721" y="2313388"/>
                  <a:pt x="2747636" y="2304851"/>
                  <a:pt x="2741234" y="2276396"/>
                </a:cubicBezTo>
                <a:cubicBezTo>
                  <a:pt x="2757062" y="2271950"/>
                  <a:pt x="2772623" y="2269282"/>
                  <a:pt x="2787184" y="2268237"/>
                </a:cubicBezTo>
                <a:close/>
                <a:moveTo>
                  <a:pt x="1762672" y="2267982"/>
                </a:moveTo>
                <a:cubicBezTo>
                  <a:pt x="1781368" y="2268348"/>
                  <a:pt x="1805955" y="2269638"/>
                  <a:pt x="1838500" y="2271416"/>
                </a:cubicBezTo>
                <a:cubicBezTo>
                  <a:pt x="1825695" y="2284932"/>
                  <a:pt x="1818582" y="2299159"/>
                  <a:pt x="1810757" y="2299871"/>
                </a:cubicBezTo>
                <a:cubicBezTo>
                  <a:pt x="1774476" y="2302005"/>
                  <a:pt x="1737485" y="2301294"/>
                  <a:pt x="1697648" y="2301294"/>
                </a:cubicBezTo>
                <a:cubicBezTo>
                  <a:pt x="1703517" y="2274084"/>
                  <a:pt x="1706585" y="2266881"/>
                  <a:pt x="1762672" y="2267982"/>
                </a:cubicBezTo>
                <a:close/>
                <a:moveTo>
                  <a:pt x="2650212" y="2267904"/>
                </a:moveTo>
                <a:cubicBezTo>
                  <a:pt x="2696996" y="2265770"/>
                  <a:pt x="2716870" y="2274440"/>
                  <a:pt x="2722738" y="2296315"/>
                </a:cubicBezTo>
                <a:cubicBezTo>
                  <a:pt x="2662272" y="2314811"/>
                  <a:pt x="2598248" y="2304852"/>
                  <a:pt x="2593980" y="2273551"/>
                </a:cubicBezTo>
                <a:cubicBezTo>
                  <a:pt x="2616033" y="2270527"/>
                  <a:pt x="2634617" y="2268616"/>
                  <a:pt x="2650212" y="2267904"/>
                </a:cubicBezTo>
                <a:close/>
                <a:moveTo>
                  <a:pt x="1531187" y="2267148"/>
                </a:moveTo>
                <a:cubicBezTo>
                  <a:pt x="1526207" y="2304140"/>
                  <a:pt x="1485659" y="2311253"/>
                  <a:pt x="1396737" y="2291335"/>
                </a:cubicBezTo>
                <a:cubicBezTo>
                  <a:pt x="1435151" y="2250075"/>
                  <a:pt x="1485659" y="2279242"/>
                  <a:pt x="1531187" y="2267148"/>
                </a:cubicBezTo>
                <a:close/>
                <a:moveTo>
                  <a:pt x="1624155" y="2267070"/>
                </a:moveTo>
                <a:cubicBezTo>
                  <a:pt x="1641762" y="2267814"/>
                  <a:pt x="1663325" y="2269815"/>
                  <a:pt x="1689824" y="2272839"/>
                </a:cubicBezTo>
                <a:cubicBezTo>
                  <a:pt x="1677019" y="2284932"/>
                  <a:pt x="1669905" y="2298448"/>
                  <a:pt x="1661369" y="2299159"/>
                </a:cubicBezTo>
                <a:cubicBezTo>
                  <a:pt x="1624377" y="2302005"/>
                  <a:pt x="1587386" y="2300582"/>
                  <a:pt x="1546126" y="2300582"/>
                </a:cubicBezTo>
                <a:cubicBezTo>
                  <a:pt x="1554129" y="2273905"/>
                  <a:pt x="1571336" y="2264835"/>
                  <a:pt x="1624155" y="2267070"/>
                </a:cubicBezTo>
                <a:close/>
                <a:moveTo>
                  <a:pt x="1323955" y="2265914"/>
                </a:moveTo>
                <a:cubicBezTo>
                  <a:pt x="1340094" y="2266659"/>
                  <a:pt x="1359035" y="2268749"/>
                  <a:pt x="1381087" y="2272128"/>
                </a:cubicBezTo>
                <a:cubicBezTo>
                  <a:pt x="1373973" y="2303429"/>
                  <a:pt x="1327023" y="2311965"/>
                  <a:pt x="1245926" y="2297026"/>
                </a:cubicBezTo>
                <a:cubicBezTo>
                  <a:pt x="1252329" y="2273550"/>
                  <a:pt x="1275537" y="2263680"/>
                  <a:pt x="1323955" y="2265914"/>
                </a:cubicBezTo>
                <a:close/>
                <a:moveTo>
                  <a:pt x="1080888" y="2265725"/>
                </a:moveTo>
                <a:cubicBezTo>
                  <a:pt x="1071640" y="2302717"/>
                  <a:pt x="1016865" y="2311965"/>
                  <a:pt x="935056" y="2292047"/>
                </a:cubicBezTo>
                <a:cubicBezTo>
                  <a:pt x="981296" y="2247229"/>
                  <a:pt x="1033937" y="2279953"/>
                  <a:pt x="1080888" y="2265725"/>
                </a:cubicBezTo>
                <a:close/>
                <a:moveTo>
                  <a:pt x="1176634" y="2265592"/>
                </a:moveTo>
                <a:cubicBezTo>
                  <a:pt x="1192440" y="2266392"/>
                  <a:pt x="1210535" y="2268571"/>
                  <a:pt x="1230987" y="2272128"/>
                </a:cubicBezTo>
                <a:cubicBezTo>
                  <a:pt x="1221028" y="2302717"/>
                  <a:pt x="1164829" y="2311965"/>
                  <a:pt x="1094403" y="2295603"/>
                </a:cubicBezTo>
                <a:cubicBezTo>
                  <a:pt x="1102406" y="2273194"/>
                  <a:pt x="1129216" y="2263191"/>
                  <a:pt x="1176634" y="2265592"/>
                </a:cubicBezTo>
                <a:close/>
                <a:moveTo>
                  <a:pt x="853248" y="2230156"/>
                </a:moveTo>
                <a:cubicBezTo>
                  <a:pt x="828350" y="2230156"/>
                  <a:pt x="812699" y="2236559"/>
                  <a:pt x="798474" y="2258611"/>
                </a:cubicBezTo>
                <a:cubicBezTo>
                  <a:pt x="717377" y="2385236"/>
                  <a:pt x="634147" y="2511149"/>
                  <a:pt x="552338" y="2637062"/>
                </a:cubicBezTo>
                <a:cubicBezTo>
                  <a:pt x="545936" y="2647021"/>
                  <a:pt x="540956" y="2656980"/>
                  <a:pt x="533843" y="2668362"/>
                </a:cubicBezTo>
                <a:cubicBezTo>
                  <a:pt x="1654255" y="2668362"/>
                  <a:pt x="2770400" y="2668362"/>
                  <a:pt x="3892237" y="2668362"/>
                </a:cubicBezTo>
                <a:cubicBezTo>
                  <a:pt x="3882990" y="2653424"/>
                  <a:pt x="3878721" y="2644887"/>
                  <a:pt x="3872319" y="2636351"/>
                </a:cubicBezTo>
                <a:cubicBezTo>
                  <a:pt x="3786242" y="2511860"/>
                  <a:pt x="3698744" y="2388081"/>
                  <a:pt x="3613379" y="2262879"/>
                </a:cubicBezTo>
                <a:cubicBezTo>
                  <a:pt x="3597729" y="2240115"/>
                  <a:pt x="3581367" y="2233002"/>
                  <a:pt x="3555046" y="2233002"/>
                </a:cubicBezTo>
                <a:cubicBezTo>
                  <a:pt x="2654447" y="2233002"/>
                  <a:pt x="1753847" y="2231579"/>
                  <a:pt x="853248" y="2230156"/>
                </a:cubicBezTo>
                <a:close/>
                <a:moveTo>
                  <a:pt x="902332" y="2100686"/>
                </a:moveTo>
                <a:cubicBezTo>
                  <a:pt x="1571024" y="2106377"/>
                  <a:pt x="2239004" y="2109934"/>
                  <a:pt x="2907696" y="2114203"/>
                </a:cubicBezTo>
                <a:cubicBezTo>
                  <a:pt x="3136758" y="2115625"/>
                  <a:pt x="3365109" y="2117759"/>
                  <a:pt x="3594171" y="2119182"/>
                </a:cubicBezTo>
                <a:cubicBezTo>
                  <a:pt x="3616224" y="2119182"/>
                  <a:pt x="3629029" y="2124873"/>
                  <a:pt x="3636143" y="2146214"/>
                </a:cubicBezTo>
                <a:cubicBezTo>
                  <a:pt x="3640411" y="2158308"/>
                  <a:pt x="3648947" y="2168978"/>
                  <a:pt x="3656061" y="2179649"/>
                </a:cubicBezTo>
                <a:cubicBezTo>
                  <a:pt x="3893660" y="2522531"/>
                  <a:pt x="4129836" y="2866124"/>
                  <a:pt x="4368858" y="3207584"/>
                </a:cubicBezTo>
                <a:cubicBezTo>
                  <a:pt x="4403715" y="3257380"/>
                  <a:pt x="4401581" y="3301486"/>
                  <a:pt x="4378105" y="3349859"/>
                </a:cubicBezTo>
                <a:cubicBezTo>
                  <a:pt x="4344671" y="3419573"/>
                  <a:pt x="4284916" y="3451585"/>
                  <a:pt x="4208798" y="3453008"/>
                </a:cubicBezTo>
                <a:cubicBezTo>
                  <a:pt x="4122011" y="3453719"/>
                  <a:pt x="4035935" y="3453008"/>
                  <a:pt x="3949147" y="3453008"/>
                </a:cubicBezTo>
                <a:cubicBezTo>
                  <a:pt x="3365109" y="3453008"/>
                  <a:pt x="2780360" y="3453008"/>
                  <a:pt x="2196322" y="3453008"/>
                </a:cubicBezTo>
                <a:cubicBezTo>
                  <a:pt x="1530476" y="3453008"/>
                  <a:pt x="863918" y="3453008"/>
                  <a:pt x="198074" y="3453008"/>
                </a:cubicBezTo>
                <a:cubicBezTo>
                  <a:pt x="100616" y="3453008"/>
                  <a:pt x="26633" y="3403923"/>
                  <a:pt x="8137" y="3319270"/>
                </a:cubicBezTo>
                <a:cubicBezTo>
                  <a:pt x="-6091" y="3255957"/>
                  <a:pt x="-5379" y="3196202"/>
                  <a:pt x="40861" y="3136447"/>
                </a:cubicBezTo>
                <a:cubicBezTo>
                  <a:pt x="291975" y="2814905"/>
                  <a:pt x="538111" y="2490519"/>
                  <a:pt x="785669" y="2166844"/>
                </a:cubicBezTo>
                <a:cubicBezTo>
                  <a:pt x="789226" y="2161864"/>
                  <a:pt x="794917" y="2157596"/>
                  <a:pt x="796340" y="2152617"/>
                </a:cubicBezTo>
                <a:cubicBezTo>
                  <a:pt x="812699" y="2096418"/>
                  <a:pt x="855382" y="2100686"/>
                  <a:pt x="902332" y="2100686"/>
                </a:cubicBezTo>
                <a:close/>
                <a:moveTo>
                  <a:pt x="945015" y="186380"/>
                </a:moveTo>
                <a:cubicBezTo>
                  <a:pt x="886682" y="186380"/>
                  <a:pt x="875300" y="198473"/>
                  <a:pt x="875300" y="258228"/>
                </a:cubicBezTo>
                <a:cubicBezTo>
                  <a:pt x="875300" y="759036"/>
                  <a:pt x="875300" y="1259132"/>
                  <a:pt x="875300" y="1759228"/>
                </a:cubicBezTo>
                <a:cubicBezTo>
                  <a:pt x="875300" y="1825385"/>
                  <a:pt x="885971" y="1836056"/>
                  <a:pt x="950706" y="1836056"/>
                </a:cubicBezTo>
                <a:cubicBezTo>
                  <a:pt x="1501310" y="1836056"/>
                  <a:pt x="2051202" y="1836056"/>
                  <a:pt x="2601805" y="1836056"/>
                </a:cubicBezTo>
                <a:cubicBezTo>
                  <a:pt x="2891334" y="1836056"/>
                  <a:pt x="3180863" y="1836056"/>
                  <a:pt x="3470393" y="1836056"/>
                </a:cubicBezTo>
                <a:cubicBezTo>
                  <a:pt x="3535127" y="1836056"/>
                  <a:pt x="3545798" y="1825385"/>
                  <a:pt x="3545798" y="1759228"/>
                </a:cubicBezTo>
                <a:cubicBezTo>
                  <a:pt x="3545798" y="1258421"/>
                  <a:pt x="3545798" y="758324"/>
                  <a:pt x="3545798" y="258228"/>
                </a:cubicBezTo>
                <a:cubicBezTo>
                  <a:pt x="3545798" y="198473"/>
                  <a:pt x="3534416" y="186380"/>
                  <a:pt x="3476084" y="186380"/>
                </a:cubicBezTo>
                <a:cubicBezTo>
                  <a:pt x="3043568" y="186380"/>
                  <a:pt x="2611764" y="186380"/>
                  <a:pt x="2179961" y="186380"/>
                </a:cubicBezTo>
                <a:cubicBezTo>
                  <a:pt x="1768075" y="186380"/>
                  <a:pt x="1356901" y="186380"/>
                  <a:pt x="945015" y="186380"/>
                </a:cubicBezTo>
                <a:close/>
                <a:moveTo>
                  <a:pt x="884548" y="0"/>
                </a:moveTo>
                <a:cubicBezTo>
                  <a:pt x="1332003" y="0"/>
                  <a:pt x="1778746" y="0"/>
                  <a:pt x="2226200" y="711"/>
                </a:cubicBezTo>
                <a:cubicBezTo>
                  <a:pt x="2662983" y="0"/>
                  <a:pt x="3099767" y="0"/>
                  <a:pt x="3536550" y="0"/>
                </a:cubicBezTo>
                <a:cubicBezTo>
                  <a:pt x="3614801" y="0"/>
                  <a:pt x="3653215" y="36992"/>
                  <a:pt x="3653215" y="114531"/>
                </a:cubicBezTo>
                <a:cubicBezTo>
                  <a:pt x="3653927" y="704971"/>
                  <a:pt x="3653927" y="1294700"/>
                  <a:pt x="3653927" y="1885852"/>
                </a:cubicBezTo>
                <a:cubicBezTo>
                  <a:pt x="3653927" y="1962681"/>
                  <a:pt x="3614090" y="2001806"/>
                  <a:pt x="3537262" y="2001806"/>
                </a:cubicBezTo>
                <a:cubicBezTo>
                  <a:pt x="3119685" y="2001806"/>
                  <a:pt x="2701397" y="2001806"/>
                  <a:pt x="2283821" y="2001806"/>
                </a:cubicBezTo>
                <a:cubicBezTo>
                  <a:pt x="1817160" y="2001806"/>
                  <a:pt x="1351210" y="2001806"/>
                  <a:pt x="884548" y="2001806"/>
                </a:cubicBezTo>
                <a:cubicBezTo>
                  <a:pt x="807722" y="2001806"/>
                  <a:pt x="767885" y="1962681"/>
                  <a:pt x="767885" y="1885852"/>
                </a:cubicBezTo>
                <a:cubicBezTo>
                  <a:pt x="767885" y="1295411"/>
                  <a:pt x="767885" y="704971"/>
                  <a:pt x="767885" y="114531"/>
                </a:cubicBezTo>
                <a:cubicBezTo>
                  <a:pt x="767885" y="36992"/>
                  <a:pt x="806299" y="0"/>
                  <a:pt x="884548" y="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grpSp>
        <p:nvGrpSpPr>
          <p:cNvPr id="199" name="Group 19"/>
          <p:cNvGrpSpPr/>
          <p:nvPr/>
        </p:nvGrpSpPr>
        <p:grpSpPr>
          <a:xfrm>
            <a:off x="3801960" y="1455120"/>
            <a:ext cx="2913120" cy="2634840"/>
            <a:chOff x="3801960" y="1455120"/>
            <a:chExt cx="2913120" cy="2634840"/>
          </a:xfrm>
        </p:grpSpPr>
        <p:sp>
          <p:nvSpPr>
            <p:cNvPr id="200" name="Rectangle 8"/>
            <p:cNvSpPr/>
            <p:nvPr/>
          </p:nvSpPr>
          <p:spPr>
            <a:xfrm>
              <a:off x="4940280" y="2507760"/>
              <a:ext cx="536040" cy="536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obliqueTopRight"/>
              <a:lightRig dir="t" rig="balanced"/>
            </a:scene3d>
            <a:sp3d extrusionH="558800" prstMaterial="matte">
              <a:extrusionClr>
                <a:schemeClr val="accent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201" name="Rectangle 1"/>
            <p:cNvSpPr/>
            <p:nvPr/>
          </p:nvSpPr>
          <p:spPr>
            <a:xfrm>
              <a:off x="3801960" y="2414160"/>
              <a:ext cx="663480" cy="660960"/>
            </a:xfrm>
            <a:custGeom>
              <a:avLst/>
              <a:gdLst>
                <a:gd name="textAreaLeft" fmla="*/ 0 w 663480"/>
                <a:gd name="textAreaRight" fmla="*/ 663840 w 663480"/>
                <a:gd name="textAreaTop" fmla="*/ 0 h 660960"/>
                <a:gd name="textAreaBottom" fmla="*/ 661320 h 660960"/>
              </a:gdLst>
              <a:ahLst/>
              <a:rect l="textAreaLeft" t="textAreaTop" r="textAreaRight" b="textAreaBottom"/>
              <a:pathLst>
                <a:path w="3960000" h="3945309">
                  <a:moveTo>
                    <a:pt x="466104" y="2636906"/>
                  </a:moveTo>
                  <a:lnTo>
                    <a:pt x="466104" y="2780922"/>
                  </a:lnTo>
                  <a:lnTo>
                    <a:pt x="2050104" y="2780922"/>
                  </a:lnTo>
                  <a:lnTo>
                    <a:pt x="2050104" y="2636906"/>
                  </a:lnTo>
                  <a:close/>
                  <a:moveTo>
                    <a:pt x="466104" y="2407894"/>
                  </a:moveTo>
                  <a:lnTo>
                    <a:pt x="466104" y="2551910"/>
                  </a:lnTo>
                  <a:lnTo>
                    <a:pt x="2050104" y="2551910"/>
                  </a:lnTo>
                  <a:lnTo>
                    <a:pt x="2050104" y="2407894"/>
                  </a:lnTo>
                  <a:close/>
                  <a:moveTo>
                    <a:pt x="466104" y="2178881"/>
                  </a:moveTo>
                  <a:lnTo>
                    <a:pt x="466104" y="2322897"/>
                  </a:lnTo>
                  <a:lnTo>
                    <a:pt x="2050104" y="2322897"/>
                  </a:lnTo>
                  <a:lnTo>
                    <a:pt x="2050104" y="2178881"/>
                  </a:lnTo>
                  <a:close/>
                  <a:moveTo>
                    <a:pt x="3358993" y="2178880"/>
                  </a:moveTo>
                  <a:cubicBezTo>
                    <a:pt x="3299346" y="2178880"/>
                    <a:pt x="3250993" y="2227233"/>
                    <a:pt x="3250993" y="2286880"/>
                  </a:cubicBezTo>
                  <a:cubicBezTo>
                    <a:pt x="3250993" y="2346527"/>
                    <a:pt x="3299346" y="2394880"/>
                    <a:pt x="3358993" y="2394880"/>
                  </a:cubicBezTo>
                  <a:cubicBezTo>
                    <a:pt x="3418640" y="2394880"/>
                    <a:pt x="3466993" y="2346527"/>
                    <a:pt x="3466993" y="2286880"/>
                  </a:cubicBezTo>
                  <a:cubicBezTo>
                    <a:pt x="3466993" y="2227233"/>
                    <a:pt x="3418640" y="2178880"/>
                    <a:pt x="3358993" y="2178880"/>
                  </a:cubicBezTo>
                  <a:close/>
                  <a:moveTo>
                    <a:pt x="2962949" y="2178880"/>
                  </a:moveTo>
                  <a:cubicBezTo>
                    <a:pt x="2903302" y="2178880"/>
                    <a:pt x="2854949" y="2227233"/>
                    <a:pt x="2854949" y="2286880"/>
                  </a:cubicBezTo>
                  <a:cubicBezTo>
                    <a:pt x="2854949" y="2346527"/>
                    <a:pt x="2903302" y="2394880"/>
                    <a:pt x="2962949" y="2394880"/>
                  </a:cubicBezTo>
                  <a:cubicBezTo>
                    <a:pt x="3022596" y="2394880"/>
                    <a:pt x="3070949" y="2346527"/>
                    <a:pt x="3070949" y="2286880"/>
                  </a:cubicBezTo>
                  <a:cubicBezTo>
                    <a:pt x="3070949" y="2227233"/>
                    <a:pt x="3022596" y="2178880"/>
                    <a:pt x="2962949" y="2178880"/>
                  </a:cubicBezTo>
                  <a:close/>
                  <a:moveTo>
                    <a:pt x="2566905" y="2178880"/>
                  </a:moveTo>
                  <a:cubicBezTo>
                    <a:pt x="2507258" y="2178880"/>
                    <a:pt x="2458905" y="2227233"/>
                    <a:pt x="2458905" y="2286880"/>
                  </a:cubicBezTo>
                  <a:cubicBezTo>
                    <a:pt x="2458905" y="2346527"/>
                    <a:pt x="2507258" y="2394880"/>
                    <a:pt x="2566905" y="2394880"/>
                  </a:cubicBezTo>
                  <a:cubicBezTo>
                    <a:pt x="2626552" y="2394880"/>
                    <a:pt x="2674905" y="2346527"/>
                    <a:pt x="2674905" y="2286880"/>
                  </a:cubicBezTo>
                  <a:cubicBezTo>
                    <a:pt x="2674905" y="2227233"/>
                    <a:pt x="2626552" y="2178880"/>
                    <a:pt x="2566905" y="2178880"/>
                  </a:cubicBezTo>
                  <a:close/>
                  <a:moveTo>
                    <a:pt x="154649" y="2155901"/>
                  </a:moveTo>
                  <a:lnTo>
                    <a:pt x="154649" y="2803901"/>
                  </a:lnTo>
                  <a:lnTo>
                    <a:pt x="298665" y="2803901"/>
                  </a:lnTo>
                  <a:lnTo>
                    <a:pt x="298665" y="2155901"/>
                  </a:lnTo>
                  <a:close/>
                  <a:moveTo>
                    <a:pt x="3645310" y="2153519"/>
                  </a:moveTo>
                  <a:lnTo>
                    <a:pt x="3645310" y="2801519"/>
                  </a:lnTo>
                  <a:lnTo>
                    <a:pt x="3789326" y="2801519"/>
                  </a:lnTo>
                  <a:lnTo>
                    <a:pt x="3789326" y="2153519"/>
                  </a:lnTo>
                  <a:close/>
                  <a:moveTo>
                    <a:pt x="0" y="2032992"/>
                  </a:moveTo>
                  <a:lnTo>
                    <a:pt x="3960000" y="2032992"/>
                  </a:lnTo>
                  <a:lnTo>
                    <a:pt x="3960000" y="2897088"/>
                  </a:lnTo>
                  <a:lnTo>
                    <a:pt x="2124016" y="2897088"/>
                  </a:lnTo>
                  <a:lnTo>
                    <a:pt x="2124016" y="3513261"/>
                  </a:lnTo>
                  <a:lnTo>
                    <a:pt x="2268032" y="3513261"/>
                  </a:lnTo>
                  <a:cubicBezTo>
                    <a:pt x="2331437" y="3513261"/>
                    <a:pt x="2388462" y="3540577"/>
                    <a:pt x="2426674" y="3585269"/>
                  </a:cubicBezTo>
                  <a:lnTo>
                    <a:pt x="3960000" y="3585269"/>
                  </a:lnTo>
                  <a:lnTo>
                    <a:pt x="3960000" y="3873301"/>
                  </a:lnTo>
                  <a:lnTo>
                    <a:pt x="2426674" y="3873301"/>
                  </a:lnTo>
                  <a:cubicBezTo>
                    <a:pt x="2388462" y="3917993"/>
                    <a:pt x="2331437" y="3945309"/>
                    <a:pt x="2268032" y="3945309"/>
                  </a:cubicBezTo>
                  <a:lnTo>
                    <a:pt x="1691968" y="3945309"/>
                  </a:lnTo>
                  <a:cubicBezTo>
                    <a:pt x="1628563" y="3945309"/>
                    <a:pt x="1571538" y="3917993"/>
                    <a:pt x="1533326" y="3873301"/>
                  </a:cubicBezTo>
                  <a:lnTo>
                    <a:pt x="0" y="3873301"/>
                  </a:lnTo>
                  <a:lnTo>
                    <a:pt x="0" y="3585269"/>
                  </a:lnTo>
                  <a:lnTo>
                    <a:pt x="1533326" y="3585269"/>
                  </a:lnTo>
                  <a:cubicBezTo>
                    <a:pt x="1571538" y="3540577"/>
                    <a:pt x="1628563" y="3513261"/>
                    <a:pt x="1691968" y="3513261"/>
                  </a:cubicBezTo>
                  <a:lnTo>
                    <a:pt x="1835984" y="3513261"/>
                  </a:lnTo>
                  <a:lnTo>
                    <a:pt x="1835984" y="2897088"/>
                  </a:lnTo>
                  <a:lnTo>
                    <a:pt x="0" y="2897088"/>
                  </a:lnTo>
                  <a:close/>
                  <a:moveTo>
                    <a:pt x="466104" y="1620410"/>
                  </a:moveTo>
                  <a:lnTo>
                    <a:pt x="466104" y="1764426"/>
                  </a:lnTo>
                  <a:lnTo>
                    <a:pt x="2050104" y="1764426"/>
                  </a:lnTo>
                  <a:lnTo>
                    <a:pt x="2050104" y="1620410"/>
                  </a:lnTo>
                  <a:close/>
                  <a:moveTo>
                    <a:pt x="466104" y="1391398"/>
                  </a:moveTo>
                  <a:lnTo>
                    <a:pt x="466104" y="1535414"/>
                  </a:lnTo>
                  <a:lnTo>
                    <a:pt x="2050104" y="1535414"/>
                  </a:lnTo>
                  <a:lnTo>
                    <a:pt x="2050104" y="1391398"/>
                  </a:lnTo>
                  <a:close/>
                  <a:moveTo>
                    <a:pt x="466104" y="1162385"/>
                  </a:moveTo>
                  <a:lnTo>
                    <a:pt x="466104" y="1306401"/>
                  </a:lnTo>
                  <a:lnTo>
                    <a:pt x="2050104" y="1306401"/>
                  </a:lnTo>
                  <a:lnTo>
                    <a:pt x="2050104" y="1162385"/>
                  </a:lnTo>
                  <a:close/>
                  <a:moveTo>
                    <a:pt x="3358993" y="1162384"/>
                  </a:moveTo>
                  <a:cubicBezTo>
                    <a:pt x="3299346" y="1162384"/>
                    <a:pt x="3250993" y="1210737"/>
                    <a:pt x="3250993" y="1270384"/>
                  </a:cubicBezTo>
                  <a:cubicBezTo>
                    <a:pt x="3250993" y="1330031"/>
                    <a:pt x="3299346" y="1378384"/>
                    <a:pt x="3358993" y="1378384"/>
                  </a:cubicBezTo>
                  <a:cubicBezTo>
                    <a:pt x="3418640" y="1378384"/>
                    <a:pt x="3466993" y="1330031"/>
                    <a:pt x="3466993" y="1270384"/>
                  </a:cubicBezTo>
                  <a:cubicBezTo>
                    <a:pt x="3466993" y="1210737"/>
                    <a:pt x="3418640" y="1162384"/>
                    <a:pt x="3358993" y="1162384"/>
                  </a:cubicBezTo>
                  <a:close/>
                  <a:moveTo>
                    <a:pt x="2962949" y="1162384"/>
                  </a:moveTo>
                  <a:cubicBezTo>
                    <a:pt x="2903302" y="1162384"/>
                    <a:pt x="2854949" y="1210737"/>
                    <a:pt x="2854949" y="1270384"/>
                  </a:cubicBezTo>
                  <a:cubicBezTo>
                    <a:pt x="2854949" y="1330031"/>
                    <a:pt x="2903302" y="1378384"/>
                    <a:pt x="2962949" y="1378384"/>
                  </a:cubicBezTo>
                  <a:cubicBezTo>
                    <a:pt x="3022596" y="1378384"/>
                    <a:pt x="3070949" y="1330031"/>
                    <a:pt x="3070949" y="1270384"/>
                  </a:cubicBezTo>
                  <a:cubicBezTo>
                    <a:pt x="3070949" y="1210737"/>
                    <a:pt x="3022596" y="1162384"/>
                    <a:pt x="2962949" y="1162384"/>
                  </a:cubicBezTo>
                  <a:close/>
                  <a:moveTo>
                    <a:pt x="2566905" y="1162384"/>
                  </a:moveTo>
                  <a:cubicBezTo>
                    <a:pt x="2507258" y="1162384"/>
                    <a:pt x="2458905" y="1210737"/>
                    <a:pt x="2458905" y="1270384"/>
                  </a:cubicBezTo>
                  <a:cubicBezTo>
                    <a:pt x="2458905" y="1330031"/>
                    <a:pt x="2507258" y="1378384"/>
                    <a:pt x="2566905" y="1378384"/>
                  </a:cubicBezTo>
                  <a:cubicBezTo>
                    <a:pt x="2626552" y="1378384"/>
                    <a:pt x="2674905" y="1330031"/>
                    <a:pt x="2674905" y="1270384"/>
                  </a:cubicBezTo>
                  <a:cubicBezTo>
                    <a:pt x="2674905" y="1210737"/>
                    <a:pt x="2626552" y="1162384"/>
                    <a:pt x="2566905" y="1162384"/>
                  </a:cubicBezTo>
                  <a:close/>
                  <a:moveTo>
                    <a:pt x="154649" y="1139405"/>
                  </a:moveTo>
                  <a:lnTo>
                    <a:pt x="154649" y="1787405"/>
                  </a:lnTo>
                  <a:lnTo>
                    <a:pt x="298665" y="1787405"/>
                  </a:lnTo>
                  <a:lnTo>
                    <a:pt x="298665" y="1139405"/>
                  </a:lnTo>
                  <a:close/>
                  <a:moveTo>
                    <a:pt x="3645310" y="1137023"/>
                  </a:moveTo>
                  <a:lnTo>
                    <a:pt x="3645310" y="1785023"/>
                  </a:lnTo>
                  <a:lnTo>
                    <a:pt x="3789326" y="1785023"/>
                  </a:lnTo>
                  <a:lnTo>
                    <a:pt x="3789326" y="1137023"/>
                  </a:lnTo>
                  <a:close/>
                  <a:moveTo>
                    <a:pt x="0" y="1016496"/>
                  </a:moveTo>
                  <a:lnTo>
                    <a:pt x="3960000" y="1016496"/>
                  </a:lnTo>
                  <a:lnTo>
                    <a:pt x="3960000" y="1880592"/>
                  </a:lnTo>
                  <a:lnTo>
                    <a:pt x="0" y="1880592"/>
                  </a:lnTo>
                  <a:close/>
                  <a:moveTo>
                    <a:pt x="466104" y="603914"/>
                  </a:moveTo>
                  <a:lnTo>
                    <a:pt x="466104" y="747930"/>
                  </a:lnTo>
                  <a:lnTo>
                    <a:pt x="2050104" y="747930"/>
                  </a:lnTo>
                  <a:lnTo>
                    <a:pt x="2050104" y="603914"/>
                  </a:lnTo>
                  <a:close/>
                  <a:moveTo>
                    <a:pt x="466104" y="374902"/>
                  </a:moveTo>
                  <a:lnTo>
                    <a:pt x="466104" y="518918"/>
                  </a:lnTo>
                  <a:lnTo>
                    <a:pt x="2050104" y="518918"/>
                  </a:lnTo>
                  <a:lnTo>
                    <a:pt x="2050104" y="374902"/>
                  </a:lnTo>
                  <a:close/>
                  <a:moveTo>
                    <a:pt x="466104" y="145889"/>
                  </a:moveTo>
                  <a:lnTo>
                    <a:pt x="466104" y="289905"/>
                  </a:lnTo>
                  <a:lnTo>
                    <a:pt x="2050104" y="289905"/>
                  </a:lnTo>
                  <a:lnTo>
                    <a:pt x="2050104" y="145889"/>
                  </a:lnTo>
                  <a:close/>
                  <a:moveTo>
                    <a:pt x="3358993" y="145888"/>
                  </a:moveTo>
                  <a:cubicBezTo>
                    <a:pt x="3299346" y="145888"/>
                    <a:pt x="3250993" y="194241"/>
                    <a:pt x="3250993" y="253888"/>
                  </a:cubicBezTo>
                  <a:cubicBezTo>
                    <a:pt x="3250993" y="313535"/>
                    <a:pt x="3299346" y="361888"/>
                    <a:pt x="3358993" y="361888"/>
                  </a:cubicBezTo>
                  <a:cubicBezTo>
                    <a:pt x="3418640" y="361888"/>
                    <a:pt x="3466993" y="313535"/>
                    <a:pt x="3466993" y="253888"/>
                  </a:cubicBezTo>
                  <a:cubicBezTo>
                    <a:pt x="3466993" y="194241"/>
                    <a:pt x="3418640" y="145888"/>
                    <a:pt x="3358993" y="145888"/>
                  </a:cubicBezTo>
                  <a:close/>
                  <a:moveTo>
                    <a:pt x="2962949" y="145888"/>
                  </a:moveTo>
                  <a:cubicBezTo>
                    <a:pt x="2903302" y="145888"/>
                    <a:pt x="2854949" y="194241"/>
                    <a:pt x="2854949" y="253888"/>
                  </a:cubicBezTo>
                  <a:cubicBezTo>
                    <a:pt x="2854949" y="313535"/>
                    <a:pt x="2903302" y="361888"/>
                    <a:pt x="2962949" y="361888"/>
                  </a:cubicBezTo>
                  <a:cubicBezTo>
                    <a:pt x="3022596" y="361888"/>
                    <a:pt x="3070949" y="313535"/>
                    <a:pt x="3070949" y="253888"/>
                  </a:cubicBezTo>
                  <a:cubicBezTo>
                    <a:pt x="3070949" y="194241"/>
                    <a:pt x="3022596" y="145888"/>
                    <a:pt x="2962949" y="145888"/>
                  </a:cubicBezTo>
                  <a:close/>
                  <a:moveTo>
                    <a:pt x="2566905" y="145888"/>
                  </a:moveTo>
                  <a:cubicBezTo>
                    <a:pt x="2507258" y="145888"/>
                    <a:pt x="2458905" y="194241"/>
                    <a:pt x="2458905" y="253888"/>
                  </a:cubicBezTo>
                  <a:cubicBezTo>
                    <a:pt x="2458905" y="313535"/>
                    <a:pt x="2507258" y="361888"/>
                    <a:pt x="2566905" y="361888"/>
                  </a:cubicBezTo>
                  <a:cubicBezTo>
                    <a:pt x="2626552" y="361888"/>
                    <a:pt x="2674905" y="313535"/>
                    <a:pt x="2674905" y="253888"/>
                  </a:cubicBezTo>
                  <a:cubicBezTo>
                    <a:pt x="2674905" y="194241"/>
                    <a:pt x="2626552" y="145888"/>
                    <a:pt x="2566905" y="145888"/>
                  </a:cubicBezTo>
                  <a:close/>
                  <a:moveTo>
                    <a:pt x="154649" y="122909"/>
                  </a:moveTo>
                  <a:lnTo>
                    <a:pt x="154649" y="770909"/>
                  </a:lnTo>
                  <a:lnTo>
                    <a:pt x="298665" y="770909"/>
                  </a:lnTo>
                  <a:lnTo>
                    <a:pt x="298665" y="122909"/>
                  </a:lnTo>
                  <a:close/>
                  <a:moveTo>
                    <a:pt x="3645310" y="120527"/>
                  </a:moveTo>
                  <a:lnTo>
                    <a:pt x="3645310" y="768527"/>
                  </a:lnTo>
                  <a:lnTo>
                    <a:pt x="3789326" y="768527"/>
                  </a:lnTo>
                  <a:lnTo>
                    <a:pt x="3789326" y="120527"/>
                  </a:lnTo>
                  <a:close/>
                  <a:moveTo>
                    <a:pt x="0" y="0"/>
                  </a:moveTo>
                  <a:lnTo>
                    <a:pt x="3960000" y="0"/>
                  </a:lnTo>
                  <a:lnTo>
                    <a:pt x="3960000" y="864096"/>
                  </a:lnTo>
                  <a:lnTo>
                    <a:pt x="0" y="86409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202" name="Rectangle 1"/>
            <p:cNvSpPr/>
            <p:nvPr/>
          </p:nvSpPr>
          <p:spPr>
            <a:xfrm>
              <a:off x="4926960" y="1455120"/>
              <a:ext cx="663480" cy="660960"/>
            </a:xfrm>
            <a:custGeom>
              <a:avLst/>
              <a:gdLst>
                <a:gd name="textAreaLeft" fmla="*/ 0 w 663480"/>
                <a:gd name="textAreaRight" fmla="*/ 663840 w 663480"/>
                <a:gd name="textAreaTop" fmla="*/ 0 h 660960"/>
                <a:gd name="textAreaBottom" fmla="*/ 661320 h 660960"/>
              </a:gdLst>
              <a:ahLst/>
              <a:rect l="textAreaLeft" t="textAreaTop" r="textAreaRight" b="textAreaBottom"/>
              <a:pathLst>
                <a:path w="3960000" h="3945309">
                  <a:moveTo>
                    <a:pt x="466104" y="2636906"/>
                  </a:moveTo>
                  <a:lnTo>
                    <a:pt x="466104" y="2780922"/>
                  </a:lnTo>
                  <a:lnTo>
                    <a:pt x="2050104" y="2780922"/>
                  </a:lnTo>
                  <a:lnTo>
                    <a:pt x="2050104" y="2636906"/>
                  </a:lnTo>
                  <a:close/>
                  <a:moveTo>
                    <a:pt x="466104" y="2407894"/>
                  </a:moveTo>
                  <a:lnTo>
                    <a:pt x="466104" y="2551910"/>
                  </a:lnTo>
                  <a:lnTo>
                    <a:pt x="2050104" y="2551910"/>
                  </a:lnTo>
                  <a:lnTo>
                    <a:pt x="2050104" y="2407894"/>
                  </a:lnTo>
                  <a:close/>
                  <a:moveTo>
                    <a:pt x="466104" y="2178881"/>
                  </a:moveTo>
                  <a:lnTo>
                    <a:pt x="466104" y="2322897"/>
                  </a:lnTo>
                  <a:lnTo>
                    <a:pt x="2050104" y="2322897"/>
                  </a:lnTo>
                  <a:lnTo>
                    <a:pt x="2050104" y="2178881"/>
                  </a:lnTo>
                  <a:close/>
                  <a:moveTo>
                    <a:pt x="3358993" y="2178880"/>
                  </a:moveTo>
                  <a:cubicBezTo>
                    <a:pt x="3299346" y="2178880"/>
                    <a:pt x="3250993" y="2227233"/>
                    <a:pt x="3250993" y="2286880"/>
                  </a:cubicBezTo>
                  <a:cubicBezTo>
                    <a:pt x="3250993" y="2346527"/>
                    <a:pt x="3299346" y="2394880"/>
                    <a:pt x="3358993" y="2394880"/>
                  </a:cubicBezTo>
                  <a:cubicBezTo>
                    <a:pt x="3418640" y="2394880"/>
                    <a:pt x="3466993" y="2346527"/>
                    <a:pt x="3466993" y="2286880"/>
                  </a:cubicBezTo>
                  <a:cubicBezTo>
                    <a:pt x="3466993" y="2227233"/>
                    <a:pt x="3418640" y="2178880"/>
                    <a:pt x="3358993" y="2178880"/>
                  </a:cubicBezTo>
                  <a:close/>
                  <a:moveTo>
                    <a:pt x="2962949" y="2178880"/>
                  </a:moveTo>
                  <a:cubicBezTo>
                    <a:pt x="2903302" y="2178880"/>
                    <a:pt x="2854949" y="2227233"/>
                    <a:pt x="2854949" y="2286880"/>
                  </a:cubicBezTo>
                  <a:cubicBezTo>
                    <a:pt x="2854949" y="2346527"/>
                    <a:pt x="2903302" y="2394880"/>
                    <a:pt x="2962949" y="2394880"/>
                  </a:cubicBezTo>
                  <a:cubicBezTo>
                    <a:pt x="3022596" y="2394880"/>
                    <a:pt x="3070949" y="2346527"/>
                    <a:pt x="3070949" y="2286880"/>
                  </a:cubicBezTo>
                  <a:cubicBezTo>
                    <a:pt x="3070949" y="2227233"/>
                    <a:pt x="3022596" y="2178880"/>
                    <a:pt x="2962949" y="2178880"/>
                  </a:cubicBezTo>
                  <a:close/>
                  <a:moveTo>
                    <a:pt x="2566905" y="2178880"/>
                  </a:moveTo>
                  <a:cubicBezTo>
                    <a:pt x="2507258" y="2178880"/>
                    <a:pt x="2458905" y="2227233"/>
                    <a:pt x="2458905" y="2286880"/>
                  </a:cubicBezTo>
                  <a:cubicBezTo>
                    <a:pt x="2458905" y="2346527"/>
                    <a:pt x="2507258" y="2394880"/>
                    <a:pt x="2566905" y="2394880"/>
                  </a:cubicBezTo>
                  <a:cubicBezTo>
                    <a:pt x="2626552" y="2394880"/>
                    <a:pt x="2674905" y="2346527"/>
                    <a:pt x="2674905" y="2286880"/>
                  </a:cubicBezTo>
                  <a:cubicBezTo>
                    <a:pt x="2674905" y="2227233"/>
                    <a:pt x="2626552" y="2178880"/>
                    <a:pt x="2566905" y="2178880"/>
                  </a:cubicBezTo>
                  <a:close/>
                  <a:moveTo>
                    <a:pt x="154649" y="2155901"/>
                  </a:moveTo>
                  <a:lnTo>
                    <a:pt x="154649" y="2803901"/>
                  </a:lnTo>
                  <a:lnTo>
                    <a:pt x="298665" y="2803901"/>
                  </a:lnTo>
                  <a:lnTo>
                    <a:pt x="298665" y="2155901"/>
                  </a:lnTo>
                  <a:close/>
                  <a:moveTo>
                    <a:pt x="3645310" y="2153519"/>
                  </a:moveTo>
                  <a:lnTo>
                    <a:pt x="3645310" y="2801519"/>
                  </a:lnTo>
                  <a:lnTo>
                    <a:pt x="3789326" y="2801519"/>
                  </a:lnTo>
                  <a:lnTo>
                    <a:pt x="3789326" y="2153519"/>
                  </a:lnTo>
                  <a:close/>
                  <a:moveTo>
                    <a:pt x="0" y="2032992"/>
                  </a:moveTo>
                  <a:lnTo>
                    <a:pt x="3960000" y="2032992"/>
                  </a:lnTo>
                  <a:lnTo>
                    <a:pt x="3960000" y="2897088"/>
                  </a:lnTo>
                  <a:lnTo>
                    <a:pt x="2124016" y="2897088"/>
                  </a:lnTo>
                  <a:lnTo>
                    <a:pt x="2124016" y="3513261"/>
                  </a:lnTo>
                  <a:lnTo>
                    <a:pt x="2268032" y="3513261"/>
                  </a:lnTo>
                  <a:cubicBezTo>
                    <a:pt x="2331437" y="3513261"/>
                    <a:pt x="2388462" y="3540577"/>
                    <a:pt x="2426674" y="3585269"/>
                  </a:cubicBezTo>
                  <a:lnTo>
                    <a:pt x="3960000" y="3585269"/>
                  </a:lnTo>
                  <a:lnTo>
                    <a:pt x="3960000" y="3873301"/>
                  </a:lnTo>
                  <a:lnTo>
                    <a:pt x="2426674" y="3873301"/>
                  </a:lnTo>
                  <a:cubicBezTo>
                    <a:pt x="2388462" y="3917993"/>
                    <a:pt x="2331437" y="3945309"/>
                    <a:pt x="2268032" y="3945309"/>
                  </a:cubicBezTo>
                  <a:lnTo>
                    <a:pt x="1691968" y="3945309"/>
                  </a:lnTo>
                  <a:cubicBezTo>
                    <a:pt x="1628563" y="3945309"/>
                    <a:pt x="1571538" y="3917993"/>
                    <a:pt x="1533326" y="3873301"/>
                  </a:cubicBezTo>
                  <a:lnTo>
                    <a:pt x="0" y="3873301"/>
                  </a:lnTo>
                  <a:lnTo>
                    <a:pt x="0" y="3585269"/>
                  </a:lnTo>
                  <a:lnTo>
                    <a:pt x="1533326" y="3585269"/>
                  </a:lnTo>
                  <a:cubicBezTo>
                    <a:pt x="1571538" y="3540577"/>
                    <a:pt x="1628563" y="3513261"/>
                    <a:pt x="1691968" y="3513261"/>
                  </a:cubicBezTo>
                  <a:lnTo>
                    <a:pt x="1835984" y="3513261"/>
                  </a:lnTo>
                  <a:lnTo>
                    <a:pt x="1835984" y="2897088"/>
                  </a:lnTo>
                  <a:lnTo>
                    <a:pt x="0" y="2897088"/>
                  </a:lnTo>
                  <a:close/>
                  <a:moveTo>
                    <a:pt x="466104" y="1620410"/>
                  </a:moveTo>
                  <a:lnTo>
                    <a:pt x="466104" y="1764426"/>
                  </a:lnTo>
                  <a:lnTo>
                    <a:pt x="2050104" y="1764426"/>
                  </a:lnTo>
                  <a:lnTo>
                    <a:pt x="2050104" y="1620410"/>
                  </a:lnTo>
                  <a:close/>
                  <a:moveTo>
                    <a:pt x="466104" y="1391398"/>
                  </a:moveTo>
                  <a:lnTo>
                    <a:pt x="466104" y="1535414"/>
                  </a:lnTo>
                  <a:lnTo>
                    <a:pt x="2050104" y="1535414"/>
                  </a:lnTo>
                  <a:lnTo>
                    <a:pt x="2050104" y="1391398"/>
                  </a:lnTo>
                  <a:close/>
                  <a:moveTo>
                    <a:pt x="466104" y="1162385"/>
                  </a:moveTo>
                  <a:lnTo>
                    <a:pt x="466104" y="1306401"/>
                  </a:lnTo>
                  <a:lnTo>
                    <a:pt x="2050104" y="1306401"/>
                  </a:lnTo>
                  <a:lnTo>
                    <a:pt x="2050104" y="1162385"/>
                  </a:lnTo>
                  <a:close/>
                  <a:moveTo>
                    <a:pt x="3358993" y="1162384"/>
                  </a:moveTo>
                  <a:cubicBezTo>
                    <a:pt x="3299346" y="1162384"/>
                    <a:pt x="3250993" y="1210737"/>
                    <a:pt x="3250993" y="1270384"/>
                  </a:cubicBezTo>
                  <a:cubicBezTo>
                    <a:pt x="3250993" y="1330031"/>
                    <a:pt x="3299346" y="1378384"/>
                    <a:pt x="3358993" y="1378384"/>
                  </a:cubicBezTo>
                  <a:cubicBezTo>
                    <a:pt x="3418640" y="1378384"/>
                    <a:pt x="3466993" y="1330031"/>
                    <a:pt x="3466993" y="1270384"/>
                  </a:cubicBezTo>
                  <a:cubicBezTo>
                    <a:pt x="3466993" y="1210737"/>
                    <a:pt x="3418640" y="1162384"/>
                    <a:pt x="3358993" y="1162384"/>
                  </a:cubicBezTo>
                  <a:close/>
                  <a:moveTo>
                    <a:pt x="2962949" y="1162384"/>
                  </a:moveTo>
                  <a:cubicBezTo>
                    <a:pt x="2903302" y="1162384"/>
                    <a:pt x="2854949" y="1210737"/>
                    <a:pt x="2854949" y="1270384"/>
                  </a:cubicBezTo>
                  <a:cubicBezTo>
                    <a:pt x="2854949" y="1330031"/>
                    <a:pt x="2903302" y="1378384"/>
                    <a:pt x="2962949" y="1378384"/>
                  </a:cubicBezTo>
                  <a:cubicBezTo>
                    <a:pt x="3022596" y="1378384"/>
                    <a:pt x="3070949" y="1330031"/>
                    <a:pt x="3070949" y="1270384"/>
                  </a:cubicBezTo>
                  <a:cubicBezTo>
                    <a:pt x="3070949" y="1210737"/>
                    <a:pt x="3022596" y="1162384"/>
                    <a:pt x="2962949" y="1162384"/>
                  </a:cubicBezTo>
                  <a:close/>
                  <a:moveTo>
                    <a:pt x="2566905" y="1162384"/>
                  </a:moveTo>
                  <a:cubicBezTo>
                    <a:pt x="2507258" y="1162384"/>
                    <a:pt x="2458905" y="1210737"/>
                    <a:pt x="2458905" y="1270384"/>
                  </a:cubicBezTo>
                  <a:cubicBezTo>
                    <a:pt x="2458905" y="1330031"/>
                    <a:pt x="2507258" y="1378384"/>
                    <a:pt x="2566905" y="1378384"/>
                  </a:cubicBezTo>
                  <a:cubicBezTo>
                    <a:pt x="2626552" y="1378384"/>
                    <a:pt x="2674905" y="1330031"/>
                    <a:pt x="2674905" y="1270384"/>
                  </a:cubicBezTo>
                  <a:cubicBezTo>
                    <a:pt x="2674905" y="1210737"/>
                    <a:pt x="2626552" y="1162384"/>
                    <a:pt x="2566905" y="1162384"/>
                  </a:cubicBezTo>
                  <a:close/>
                  <a:moveTo>
                    <a:pt x="154649" y="1139405"/>
                  </a:moveTo>
                  <a:lnTo>
                    <a:pt x="154649" y="1787405"/>
                  </a:lnTo>
                  <a:lnTo>
                    <a:pt x="298665" y="1787405"/>
                  </a:lnTo>
                  <a:lnTo>
                    <a:pt x="298665" y="1139405"/>
                  </a:lnTo>
                  <a:close/>
                  <a:moveTo>
                    <a:pt x="3645310" y="1137023"/>
                  </a:moveTo>
                  <a:lnTo>
                    <a:pt x="3645310" y="1785023"/>
                  </a:lnTo>
                  <a:lnTo>
                    <a:pt x="3789326" y="1785023"/>
                  </a:lnTo>
                  <a:lnTo>
                    <a:pt x="3789326" y="1137023"/>
                  </a:lnTo>
                  <a:close/>
                  <a:moveTo>
                    <a:pt x="0" y="1016496"/>
                  </a:moveTo>
                  <a:lnTo>
                    <a:pt x="3960000" y="1016496"/>
                  </a:lnTo>
                  <a:lnTo>
                    <a:pt x="3960000" y="1880592"/>
                  </a:lnTo>
                  <a:lnTo>
                    <a:pt x="0" y="1880592"/>
                  </a:lnTo>
                  <a:close/>
                  <a:moveTo>
                    <a:pt x="466104" y="603914"/>
                  </a:moveTo>
                  <a:lnTo>
                    <a:pt x="466104" y="747930"/>
                  </a:lnTo>
                  <a:lnTo>
                    <a:pt x="2050104" y="747930"/>
                  </a:lnTo>
                  <a:lnTo>
                    <a:pt x="2050104" y="603914"/>
                  </a:lnTo>
                  <a:close/>
                  <a:moveTo>
                    <a:pt x="466104" y="374902"/>
                  </a:moveTo>
                  <a:lnTo>
                    <a:pt x="466104" y="518918"/>
                  </a:lnTo>
                  <a:lnTo>
                    <a:pt x="2050104" y="518918"/>
                  </a:lnTo>
                  <a:lnTo>
                    <a:pt x="2050104" y="374902"/>
                  </a:lnTo>
                  <a:close/>
                  <a:moveTo>
                    <a:pt x="466104" y="145889"/>
                  </a:moveTo>
                  <a:lnTo>
                    <a:pt x="466104" y="289905"/>
                  </a:lnTo>
                  <a:lnTo>
                    <a:pt x="2050104" y="289905"/>
                  </a:lnTo>
                  <a:lnTo>
                    <a:pt x="2050104" y="145889"/>
                  </a:lnTo>
                  <a:close/>
                  <a:moveTo>
                    <a:pt x="3358993" y="145888"/>
                  </a:moveTo>
                  <a:cubicBezTo>
                    <a:pt x="3299346" y="145888"/>
                    <a:pt x="3250993" y="194241"/>
                    <a:pt x="3250993" y="253888"/>
                  </a:cubicBezTo>
                  <a:cubicBezTo>
                    <a:pt x="3250993" y="313535"/>
                    <a:pt x="3299346" y="361888"/>
                    <a:pt x="3358993" y="361888"/>
                  </a:cubicBezTo>
                  <a:cubicBezTo>
                    <a:pt x="3418640" y="361888"/>
                    <a:pt x="3466993" y="313535"/>
                    <a:pt x="3466993" y="253888"/>
                  </a:cubicBezTo>
                  <a:cubicBezTo>
                    <a:pt x="3466993" y="194241"/>
                    <a:pt x="3418640" y="145888"/>
                    <a:pt x="3358993" y="145888"/>
                  </a:cubicBezTo>
                  <a:close/>
                  <a:moveTo>
                    <a:pt x="2962949" y="145888"/>
                  </a:moveTo>
                  <a:cubicBezTo>
                    <a:pt x="2903302" y="145888"/>
                    <a:pt x="2854949" y="194241"/>
                    <a:pt x="2854949" y="253888"/>
                  </a:cubicBezTo>
                  <a:cubicBezTo>
                    <a:pt x="2854949" y="313535"/>
                    <a:pt x="2903302" y="361888"/>
                    <a:pt x="2962949" y="361888"/>
                  </a:cubicBezTo>
                  <a:cubicBezTo>
                    <a:pt x="3022596" y="361888"/>
                    <a:pt x="3070949" y="313535"/>
                    <a:pt x="3070949" y="253888"/>
                  </a:cubicBezTo>
                  <a:cubicBezTo>
                    <a:pt x="3070949" y="194241"/>
                    <a:pt x="3022596" y="145888"/>
                    <a:pt x="2962949" y="145888"/>
                  </a:cubicBezTo>
                  <a:close/>
                  <a:moveTo>
                    <a:pt x="2566905" y="145888"/>
                  </a:moveTo>
                  <a:cubicBezTo>
                    <a:pt x="2507258" y="145888"/>
                    <a:pt x="2458905" y="194241"/>
                    <a:pt x="2458905" y="253888"/>
                  </a:cubicBezTo>
                  <a:cubicBezTo>
                    <a:pt x="2458905" y="313535"/>
                    <a:pt x="2507258" y="361888"/>
                    <a:pt x="2566905" y="361888"/>
                  </a:cubicBezTo>
                  <a:cubicBezTo>
                    <a:pt x="2626552" y="361888"/>
                    <a:pt x="2674905" y="313535"/>
                    <a:pt x="2674905" y="253888"/>
                  </a:cubicBezTo>
                  <a:cubicBezTo>
                    <a:pt x="2674905" y="194241"/>
                    <a:pt x="2626552" y="145888"/>
                    <a:pt x="2566905" y="145888"/>
                  </a:cubicBezTo>
                  <a:close/>
                  <a:moveTo>
                    <a:pt x="154649" y="122909"/>
                  </a:moveTo>
                  <a:lnTo>
                    <a:pt x="154649" y="770909"/>
                  </a:lnTo>
                  <a:lnTo>
                    <a:pt x="298665" y="770909"/>
                  </a:lnTo>
                  <a:lnTo>
                    <a:pt x="298665" y="122909"/>
                  </a:lnTo>
                  <a:close/>
                  <a:moveTo>
                    <a:pt x="3645310" y="120527"/>
                  </a:moveTo>
                  <a:lnTo>
                    <a:pt x="3645310" y="768527"/>
                  </a:lnTo>
                  <a:lnTo>
                    <a:pt x="3789326" y="768527"/>
                  </a:lnTo>
                  <a:lnTo>
                    <a:pt x="3789326" y="120527"/>
                  </a:lnTo>
                  <a:close/>
                  <a:moveTo>
                    <a:pt x="0" y="0"/>
                  </a:moveTo>
                  <a:lnTo>
                    <a:pt x="3960000" y="0"/>
                  </a:lnTo>
                  <a:lnTo>
                    <a:pt x="3960000" y="864096"/>
                  </a:lnTo>
                  <a:lnTo>
                    <a:pt x="0" y="86409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203" name="Rectangle 1"/>
            <p:cNvSpPr/>
            <p:nvPr/>
          </p:nvSpPr>
          <p:spPr>
            <a:xfrm>
              <a:off x="6051600" y="2414160"/>
              <a:ext cx="663480" cy="660960"/>
            </a:xfrm>
            <a:custGeom>
              <a:avLst/>
              <a:gdLst>
                <a:gd name="textAreaLeft" fmla="*/ 0 w 663480"/>
                <a:gd name="textAreaRight" fmla="*/ 663840 w 663480"/>
                <a:gd name="textAreaTop" fmla="*/ 0 h 660960"/>
                <a:gd name="textAreaBottom" fmla="*/ 661320 h 660960"/>
              </a:gdLst>
              <a:ahLst/>
              <a:rect l="textAreaLeft" t="textAreaTop" r="textAreaRight" b="textAreaBottom"/>
              <a:pathLst>
                <a:path w="3960000" h="3945309">
                  <a:moveTo>
                    <a:pt x="466104" y="2636906"/>
                  </a:moveTo>
                  <a:lnTo>
                    <a:pt x="466104" y="2780922"/>
                  </a:lnTo>
                  <a:lnTo>
                    <a:pt x="2050104" y="2780922"/>
                  </a:lnTo>
                  <a:lnTo>
                    <a:pt x="2050104" y="2636906"/>
                  </a:lnTo>
                  <a:close/>
                  <a:moveTo>
                    <a:pt x="466104" y="2407894"/>
                  </a:moveTo>
                  <a:lnTo>
                    <a:pt x="466104" y="2551910"/>
                  </a:lnTo>
                  <a:lnTo>
                    <a:pt x="2050104" y="2551910"/>
                  </a:lnTo>
                  <a:lnTo>
                    <a:pt x="2050104" y="2407894"/>
                  </a:lnTo>
                  <a:close/>
                  <a:moveTo>
                    <a:pt x="466104" y="2178881"/>
                  </a:moveTo>
                  <a:lnTo>
                    <a:pt x="466104" y="2322897"/>
                  </a:lnTo>
                  <a:lnTo>
                    <a:pt x="2050104" y="2322897"/>
                  </a:lnTo>
                  <a:lnTo>
                    <a:pt x="2050104" y="2178881"/>
                  </a:lnTo>
                  <a:close/>
                  <a:moveTo>
                    <a:pt x="3358993" y="2178880"/>
                  </a:moveTo>
                  <a:cubicBezTo>
                    <a:pt x="3299346" y="2178880"/>
                    <a:pt x="3250993" y="2227233"/>
                    <a:pt x="3250993" y="2286880"/>
                  </a:cubicBezTo>
                  <a:cubicBezTo>
                    <a:pt x="3250993" y="2346527"/>
                    <a:pt x="3299346" y="2394880"/>
                    <a:pt x="3358993" y="2394880"/>
                  </a:cubicBezTo>
                  <a:cubicBezTo>
                    <a:pt x="3418640" y="2394880"/>
                    <a:pt x="3466993" y="2346527"/>
                    <a:pt x="3466993" y="2286880"/>
                  </a:cubicBezTo>
                  <a:cubicBezTo>
                    <a:pt x="3466993" y="2227233"/>
                    <a:pt x="3418640" y="2178880"/>
                    <a:pt x="3358993" y="2178880"/>
                  </a:cubicBezTo>
                  <a:close/>
                  <a:moveTo>
                    <a:pt x="2962949" y="2178880"/>
                  </a:moveTo>
                  <a:cubicBezTo>
                    <a:pt x="2903302" y="2178880"/>
                    <a:pt x="2854949" y="2227233"/>
                    <a:pt x="2854949" y="2286880"/>
                  </a:cubicBezTo>
                  <a:cubicBezTo>
                    <a:pt x="2854949" y="2346527"/>
                    <a:pt x="2903302" y="2394880"/>
                    <a:pt x="2962949" y="2394880"/>
                  </a:cubicBezTo>
                  <a:cubicBezTo>
                    <a:pt x="3022596" y="2394880"/>
                    <a:pt x="3070949" y="2346527"/>
                    <a:pt x="3070949" y="2286880"/>
                  </a:cubicBezTo>
                  <a:cubicBezTo>
                    <a:pt x="3070949" y="2227233"/>
                    <a:pt x="3022596" y="2178880"/>
                    <a:pt x="2962949" y="2178880"/>
                  </a:cubicBezTo>
                  <a:close/>
                  <a:moveTo>
                    <a:pt x="2566905" y="2178880"/>
                  </a:moveTo>
                  <a:cubicBezTo>
                    <a:pt x="2507258" y="2178880"/>
                    <a:pt x="2458905" y="2227233"/>
                    <a:pt x="2458905" y="2286880"/>
                  </a:cubicBezTo>
                  <a:cubicBezTo>
                    <a:pt x="2458905" y="2346527"/>
                    <a:pt x="2507258" y="2394880"/>
                    <a:pt x="2566905" y="2394880"/>
                  </a:cubicBezTo>
                  <a:cubicBezTo>
                    <a:pt x="2626552" y="2394880"/>
                    <a:pt x="2674905" y="2346527"/>
                    <a:pt x="2674905" y="2286880"/>
                  </a:cubicBezTo>
                  <a:cubicBezTo>
                    <a:pt x="2674905" y="2227233"/>
                    <a:pt x="2626552" y="2178880"/>
                    <a:pt x="2566905" y="2178880"/>
                  </a:cubicBezTo>
                  <a:close/>
                  <a:moveTo>
                    <a:pt x="154649" y="2155901"/>
                  </a:moveTo>
                  <a:lnTo>
                    <a:pt x="154649" y="2803901"/>
                  </a:lnTo>
                  <a:lnTo>
                    <a:pt x="298665" y="2803901"/>
                  </a:lnTo>
                  <a:lnTo>
                    <a:pt x="298665" y="2155901"/>
                  </a:lnTo>
                  <a:close/>
                  <a:moveTo>
                    <a:pt x="3645310" y="2153519"/>
                  </a:moveTo>
                  <a:lnTo>
                    <a:pt x="3645310" y="2801519"/>
                  </a:lnTo>
                  <a:lnTo>
                    <a:pt x="3789326" y="2801519"/>
                  </a:lnTo>
                  <a:lnTo>
                    <a:pt x="3789326" y="2153519"/>
                  </a:lnTo>
                  <a:close/>
                  <a:moveTo>
                    <a:pt x="0" y="2032992"/>
                  </a:moveTo>
                  <a:lnTo>
                    <a:pt x="3960000" y="2032992"/>
                  </a:lnTo>
                  <a:lnTo>
                    <a:pt x="3960000" y="2897088"/>
                  </a:lnTo>
                  <a:lnTo>
                    <a:pt x="2124016" y="2897088"/>
                  </a:lnTo>
                  <a:lnTo>
                    <a:pt x="2124016" y="3513261"/>
                  </a:lnTo>
                  <a:lnTo>
                    <a:pt x="2268032" y="3513261"/>
                  </a:lnTo>
                  <a:cubicBezTo>
                    <a:pt x="2331437" y="3513261"/>
                    <a:pt x="2388462" y="3540577"/>
                    <a:pt x="2426674" y="3585269"/>
                  </a:cubicBezTo>
                  <a:lnTo>
                    <a:pt x="3960000" y="3585269"/>
                  </a:lnTo>
                  <a:lnTo>
                    <a:pt x="3960000" y="3873301"/>
                  </a:lnTo>
                  <a:lnTo>
                    <a:pt x="2426674" y="3873301"/>
                  </a:lnTo>
                  <a:cubicBezTo>
                    <a:pt x="2388462" y="3917993"/>
                    <a:pt x="2331437" y="3945309"/>
                    <a:pt x="2268032" y="3945309"/>
                  </a:cubicBezTo>
                  <a:lnTo>
                    <a:pt x="1691968" y="3945309"/>
                  </a:lnTo>
                  <a:cubicBezTo>
                    <a:pt x="1628563" y="3945309"/>
                    <a:pt x="1571538" y="3917993"/>
                    <a:pt x="1533326" y="3873301"/>
                  </a:cubicBezTo>
                  <a:lnTo>
                    <a:pt x="0" y="3873301"/>
                  </a:lnTo>
                  <a:lnTo>
                    <a:pt x="0" y="3585269"/>
                  </a:lnTo>
                  <a:lnTo>
                    <a:pt x="1533326" y="3585269"/>
                  </a:lnTo>
                  <a:cubicBezTo>
                    <a:pt x="1571538" y="3540577"/>
                    <a:pt x="1628563" y="3513261"/>
                    <a:pt x="1691968" y="3513261"/>
                  </a:cubicBezTo>
                  <a:lnTo>
                    <a:pt x="1835984" y="3513261"/>
                  </a:lnTo>
                  <a:lnTo>
                    <a:pt x="1835984" y="2897088"/>
                  </a:lnTo>
                  <a:lnTo>
                    <a:pt x="0" y="2897088"/>
                  </a:lnTo>
                  <a:close/>
                  <a:moveTo>
                    <a:pt x="466104" y="1620410"/>
                  </a:moveTo>
                  <a:lnTo>
                    <a:pt x="466104" y="1764426"/>
                  </a:lnTo>
                  <a:lnTo>
                    <a:pt x="2050104" y="1764426"/>
                  </a:lnTo>
                  <a:lnTo>
                    <a:pt x="2050104" y="1620410"/>
                  </a:lnTo>
                  <a:close/>
                  <a:moveTo>
                    <a:pt x="466104" y="1391398"/>
                  </a:moveTo>
                  <a:lnTo>
                    <a:pt x="466104" y="1535414"/>
                  </a:lnTo>
                  <a:lnTo>
                    <a:pt x="2050104" y="1535414"/>
                  </a:lnTo>
                  <a:lnTo>
                    <a:pt x="2050104" y="1391398"/>
                  </a:lnTo>
                  <a:close/>
                  <a:moveTo>
                    <a:pt x="466104" y="1162385"/>
                  </a:moveTo>
                  <a:lnTo>
                    <a:pt x="466104" y="1306401"/>
                  </a:lnTo>
                  <a:lnTo>
                    <a:pt x="2050104" y="1306401"/>
                  </a:lnTo>
                  <a:lnTo>
                    <a:pt x="2050104" y="1162385"/>
                  </a:lnTo>
                  <a:close/>
                  <a:moveTo>
                    <a:pt x="3358993" y="1162384"/>
                  </a:moveTo>
                  <a:cubicBezTo>
                    <a:pt x="3299346" y="1162384"/>
                    <a:pt x="3250993" y="1210737"/>
                    <a:pt x="3250993" y="1270384"/>
                  </a:cubicBezTo>
                  <a:cubicBezTo>
                    <a:pt x="3250993" y="1330031"/>
                    <a:pt x="3299346" y="1378384"/>
                    <a:pt x="3358993" y="1378384"/>
                  </a:cubicBezTo>
                  <a:cubicBezTo>
                    <a:pt x="3418640" y="1378384"/>
                    <a:pt x="3466993" y="1330031"/>
                    <a:pt x="3466993" y="1270384"/>
                  </a:cubicBezTo>
                  <a:cubicBezTo>
                    <a:pt x="3466993" y="1210737"/>
                    <a:pt x="3418640" y="1162384"/>
                    <a:pt x="3358993" y="1162384"/>
                  </a:cubicBezTo>
                  <a:close/>
                  <a:moveTo>
                    <a:pt x="2962949" y="1162384"/>
                  </a:moveTo>
                  <a:cubicBezTo>
                    <a:pt x="2903302" y="1162384"/>
                    <a:pt x="2854949" y="1210737"/>
                    <a:pt x="2854949" y="1270384"/>
                  </a:cubicBezTo>
                  <a:cubicBezTo>
                    <a:pt x="2854949" y="1330031"/>
                    <a:pt x="2903302" y="1378384"/>
                    <a:pt x="2962949" y="1378384"/>
                  </a:cubicBezTo>
                  <a:cubicBezTo>
                    <a:pt x="3022596" y="1378384"/>
                    <a:pt x="3070949" y="1330031"/>
                    <a:pt x="3070949" y="1270384"/>
                  </a:cubicBezTo>
                  <a:cubicBezTo>
                    <a:pt x="3070949" y="1210737"/>
                    <a:pt x="3022596" y="1162384"/>
                    <a:pt x="2962949" y="1162384"/>
                  </a:cubicBezTo>
                  <a:close/>
                  <a:moveTo>
                    <a:pt x="2566905" y="1162384"/>
                  </a:moveTo>
                  <a:cubicBezTo>
                    <a:pt x="2507258" y="1162384"/>
                    <a:pt x="2458905" y="1210737"/>
                    <a:pt x="2458905" y="1270384"/>
                  </a:cubicBezTo>
                  <a:cubicBezTo>
                    <a:pt x="2458905" y="1330031"/>
                    <a:pt x="2507258" y="1378384"/>
                    <a:pt x="2566905" y="1378384"/>
                  </a:cubicBezTo>
                  <a:cubicBezTo>
                    <a:pt x="2626552" y="1378384"/>
                    <a:pt x="2674905" y="1330031"/>
                    <a:pt x="2674905" y="1270384"/>
                  </a:cubicBezTo>
                  <a:cubicBezTo>
                    <a:pt x="2674905" y="1210737"/>
                    <a:pt x="2626552" y="1162384"/>
                    <a:pt x="2566905" y="1162384"/>
                  </a:cubicBezTo>
                  <a:close/>
                  <a:moveTo>
                    <a:pt x="154649" y="1139405"/>
                  </a:moveTo>
                  <a:lnTo>
                    <a:pt x="154649" y="1787405"/>
                  </a:lnTo>
                  <a:lnTo>
                    <a:pt x="298665" y="1787405"/>
                  </a:lnTo>
                  <a:lnTo>
                    <a:pt x="298665" y="1139405"/>
                  </a:lnTo>
                  <a:close/>
                  <a:moveTo>
                    <a:pt x="3645310" y="1137023"/>
                  </a:moveTo>
                  <a:lnTo>
                    <a:pt x="3645310" y="1785023"/>
                  </a:lnTo>
                  <a:lnTo>
                    <a:pt x="3789326" y="1785023"/>
                  </a:lnTo>
                  <a:lnTo>
                    <a:pt x="3789326" y="1137023"/>
                  </a:lnTo>
                  <a:close/>
                  <a:moveTo>
                    <a:pt x="0" y="1016496"/>
                  </a:moveTo>
                  <a:lnTo>
                    <a:pt x="3960000" y="1016496"/>
                  </a:lnTo>
                  <a:lnTo>
                    <a:pt x="3960000" y="1880592"/>
                  </a:lnTo>
                  <a:lnTo>
                    <a:pt x="0" y="1880592"/>
                  </a:lnTo>
                  <a:close/>
                  <a:moveTo>
                    <a:pt x="466104" y="603914"/>
                  </a:moveTo>
                  <a:lnTo>
                    <a:pt x="466104" y="747930"/>
                  </a:lnTo>
                  <a:lnTo>
                    <a:pt x="2050104" y="747930"/>
                  </a:lnTo>
                  <a:lnTo>
                    <a:pt x="2050104" y="603914"/>
                  </a:lnTo>
                  <a:close/>
                  <a:moveTo>
                    <a:pt x="466104" y="374902"/>
                  </a:moveTo>
                  <a:lnTo>
                    <a:pt x="466104" y="518918"/>
                  </a:lnTo>
                  <a:lnTo>
                    <a:pt x="2050104" y="518918"/>
                  </a:lnTo>
                  <a:lnTo>
                    <a:pt x="2050104" y="374902"/>
                  </a:lnTo>
                  <a:close/>
                  <a:moveTo>
                    <a:pt x="466104" y="145889"/>
                  </a:moveTo>
                  <a:lnTo>
                    <a:pt x="466104" y="289905"/>
                  </a:lnTo>
                  <a:lnTo>
                    <a:pt x="2050104" y="289905"/>
                  </a:lnTo>
                  <a:lnTo>
                    <a:pt x="2050104" y="145889"/>
                  </a:lnTo>
                  <a:close/>
                  <a:moveTo>
                    <a:pt x="3358993" y="145888"/>
                  </a:moveTo>
                  <a:cubicBezTo>
                    <a:pt x="3299346" y="145888"/>
                    <a:pt x="3250993" y="194241"/>
                    <a:pt x="3250993" y="253888"/>
                  </a:cubicBezTo>
                  <a:cubicBezTo>
                    <a:pt x="3250993" y="313535"/>
                    <a:pt x="3299346" y="361888"/>
                    <a:pt x="3358993" y="361888"/>
                  </a:cubicBezTo>
                  <a:cubicBezTo>
                    <a:pt x="3418640" y="361888"/>
                    <a:pt x="3466993" y="313535"/>
                    <a:pt x="3466993" y="253888"/>
                  </a:cubicBezTo>
                  <a:cubicBezTo>
                    <a:pt x="3466993" y="194241"/>
                    <a:pt x="3418640" y="145888"/>
                    <a:pt x="3358993" y="145888"/>
                  </a:cubicBezTo>
                  <a:close/>
                  <a:moveTo>
                    <a:pt x="2962949" y="145888"/>
                  </a:moveTo>
                  <a:cubicBezTo>
                    <a:pt x="2903302" y="145888"/>
                    <a:pt x="2854949" y="194241"/>
                    <a:pt x="2854949" y="253888"/>
                  </a:cubicBezTo>
                  <a:cubicBezTo>
                    <a:pt x="2854949" y="313535"/>
                    <a:pt x="2903302" y="361888"/>
                    <a:pt x="2962949" y="361888"/>
                  </a:cubicBezTo>
                  <a:cubicBezTo>
                    <a:pt x="3022596" y="361888"/>
                    <a:pt x="3070949" y="313535"/>
                    <a:pt x="3070949" y="253888"/>
                  </a:cubicBezTo>
                  <a:cubicBezTo>
                    <a:pt x="3070949" y="194241"/>
                    <a:pt x="3022596" y="145888"/>
                    <a:pt x="2962949" y="145888"/>
                  </a:cubicBezTo>
                  <a:close/>
                  <a:moveTo>
                    <a:pt x="2566905" y="145888"/>
                  </a:moveTo>
                  <a:cubicBezTo>
                    <a:pt x="2507258" y="145888"/>
                    <a:pt x="2458905" y="194241"/>
                    <a:pt x="2458905" y="253888"/>
                  </a:cubicBezTo>
                  <a:cubicBezTo>
                    <a:pt x="2458905" y="313535"/>
                    <a:pt x="2507258" y="361888"/>
                    <a:pt x="2566905" y="361888"/>
                  </a:cubicBezTo>
                  <a:cubicBezTo>
                    <a:pt x="2626552" y="361888"/>
                    <a:pt x="2674905" y="313535"/>
                    <a:pt x="2674905" y="253888"/>
                  </a:cubicBezTo>
                  <a:cubicBezTo>
                    <a:pt x="2674905" y="194241"/>
                    <a:pt x="2626552" y="145888"/>
                    <a:pt x="2566905" y="145888"/>
                  </a:cubicBezTo>
                  <a:close/>
                  <a:moveTo>
                    <a:pt x="154649" y="122909"/>
                  </a:moveTo>
                  <a:lnTo>
                    <a:pt x="154649" y="770909"/>
                  </a:lnTo>
                  <a:lnTo>
                    <a:pt x="298665" y="770909"/>
                  </a:lnTo>
                  <a:lnTo>
                    <a:pt x="298665" y="122909"/>
                  </a:lnTo>
                  <a:close/>
                  <a:moveTo>
                    <a:pt x="3645310" y="120527"/>
                  </a:moveTo>
                  <a:lnTo>
                    <a:pt x="3645310" y="768527"/>
                  </a:lnTo>
                  <a:lnTo>
                    <a:pt x="3789326" y="768527"/>
                  </a:lnTo>
                  <a:lnTo>
                    <a:pt x="3789326" y="120527"/>
                  </a:lnTo>
                  <a:close/>
                  <a:moveTo>
                    <a:pt x="0" y="0"/>
                  </a:moveTo>
                  <a:lnTo>
                    <a:pt x="3960000" y="0"/>
                  </a:lnTo>
                  <a:lnTo>
                    <a:pt x="3960000" y="864096"/>
                  </a:lnTo>
                  <a:lnTo>
                    <a:pt x="0" y="86409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204" name="Rectangle 1"/>
            <p:cNvSpPr/>
            <p:nvPr/>
          </p:nvSpPr>
          <p:spPr>
            <a:xfrm>
              <a:off x="4926960" y="3429000"/>
              <a:ext cx="663480" cy="660960"/>
            </a:xfrm>
            <a:custGeom>
              <a:avLst/>
              <a:gdLst>
                <a:gd name="textAreaLeft" fmla="*/ 0 w 663480"/>
                <a:gd name="textAreaRight" fmla="*/ 663840 w 663480"/>
                <a:gd name="textAreaTop" fmla="*/ 0 h 660960"/>
                <a:gd name="textAreaBottom" fmla="*/ 661320 h 660960"/>
              </a:gdLst>
              <a:ahLst/>
              <a:rect l="textAreaLeft" t="textAreaTop" r="textAreaRight" b="textAreaBottom"/>
              <a:pathLst>
                <a:path w="3960000" h="3945309">
                  <a:moveTo>
                    <a:pt x="466104" y="2636906"/>
                  </a:moveTo>
                  <a:lnTo>
                    <a:pt x="466104" y="2780922"/>
                  </a:lnTo>
                  <a:lnTo>
                    <a:pt x="2050104" y="2780922"/>
                  </a:lnTo>
                  <a:lnTo>
                    <a:pt x="2050104" y="2636906"/>
                  </a:lnTo>
                  <a:close/>
                  <a:moveTo>
                    <a:pt x="466104" y="2407894"/>
                  </a:moveTo>
                  <a:lnTo>
                    <a:pt x="466104" y="2551910"/>
                  </a:lnTo>
                  <a:lnTo>
                    <a:pt x="2050104" y="2551910"/>
                  </a:lnTo>
                  <a:lnTo>
                    <a:pt x="2050104" y="2407894"/>
                  </a:lnTo>
                  <a:close/>
                  <a:moveTo>
                    <a:pt x="466104" y="2178881"/>
                  </a:moveTo>
                  <a:lnTo>
                    <a:pt x="466104" y="2322897"/>
                  </a:lnTo>
                  <a:lnTo>
                    <a:pt x="2050104" y="2322897"/>
                  </a:lnTo>
                  <a:lnTo>
                    <a:pt x="2050104" y="2178881"/>
                  </a:lnTo>
                  <a:close/>
                  <a:moveTo>
                    <a:pt x="3358993" y="2178880"/>
                  </a:moveTo>
                  <a:cubicBezTo>
                    <a:pt x="3299346" y="2178880"/>
                    <a:pt x="3250993" y="2227233"/>
                    <a:pt x="3250993" y="2286880"/>
                  </a:cubicBezTo>
                  <a:cubicBezTo>
                    <a:pt x="3250993" y="2346527"/>
                    <a:pt x="3299346" y="2394880"/>
                    <a:pt x="3358993" y="2394880"/>
                  </a:cubicBezTo>
                  <a:cubicBezTo>
                    <a:pt x="3418640" y="2394880"/>
                    <a:pt x="3466993" y="2346527"/>
                    <a:pt x="3466993" y="2286880"/>
                  </a:cubicBezTo>
                  <a:cubicBezTo>
                    <a:pt x="3466993" y="2227233"/>
                    <a:pt x="3418640" y="2178880"/>
                    <a:pt x="3358993" y="2178880"/>
                  </a:cubicBezTo>
                  <a:close/>
                  <a:moveTo>
                    <a:pt x="2962949" y="2178880"/>
                  </a:moveTo>
                  <a:cubicBezTo>
                    <a:pt x="2903302" y="2178880"/>
                    <a:pt x="2854949" y="2227233"/>
                    <a:pt x="2854949" y="2286880"/>
                  </a:cubicBezTo>
                  <a:cubicBezTo>
                    <a:pt x="2854949" y="2346527"/>
                    <a:pt x="2903302" y="2394880"/>
                    <a:pt x="2962949" y="2394880"/>
                  </a:cubicBezTo>
                  <a:cubicBezTo>
                    <a:pt x="3022596" y="2394880"/>
                    <a:pt x="3070949" y="2346527"/>
                    <a:pt x="3070949" y="2286880"/>
                  </a:cubicBezTo>
                  <a:cubicBezTo>
                    <a:pt x="3070949" y="2227233"/>
                    <a:pt x="3022596" y="2178880"/>
                    <a:pt x="2962949" y="2178880"/>
                  </a:cubicBezTo>
                  <a:close/>
                  <a:moveTo>
                    <a:pt x="2566905" y="2178880"/>
                  </a:moveTo>
                  <a:cubicBezTo>
                    <a:pt x="2507258" y="2178880"/>
                    <a:pt x="2458905" y="2227233"/>
                    <a:pt x="2458905" y="2286880"/>
                  </a:cubicBezTo>
                  <a:cubicBezTo>
                    <a:pt x="2458905" y="2346527"/>
                    <a:pt x="2507258" y="2394880"/>
                    <a:pt x="2566905" y="2394880"/>
                  </a:cubicBezTo>
                  <a:cubicBezTo>
                    <a:pt x="2626552" y="2394880"/>
                    <a:pt x="2674905" y="2346527"/>
                    <a:pt x="2674905" y="2286880"/>
                  </a:cubicBezTo>
                  <a:cubicBezTo>
                    <a:pt x="2674905" y="2227233"/>
                    <a:pt x="2626552" y="2178880"/>
                    <a:pt x="2566905" y="2178880"/>
                  </a:cubicBezTo>
                  <a:close/>
                  <a:moveTo>
                    <a:pt x="154649" y="2155901"/>
                  </a:moveTo>
                  <a:lnTo>
                    <a:pt x="154649" y="2803901"/>
                  </a:lnTo>
                  <a:lnTo>
                    <a:pt x="298665" y="2803901"/>
                  </a:lnTo>
                  <a:lnTo>
                    <a:pt x="298665" y="2155901"/>
                  </a:lnTo>
                  <a:close/>
                  <a:moveTo>
                    <a:pt x="3645310" y="2153519"/>
                  </a:moveTo>
                  <a:lnTo>
                    <a:pt x="3645310" y="2801519"/>
                  </a:lnTo>
                  <a:lnTo>
                    <a:pt x="3789326" y="2801519"/>
                  </a:lnTo>
                  <a:lnTo>
                    <a:pt x="3789326" y="2153519"/>
                  </a:lnTo>
                  <a:close/>
                  <a:moveTo>
                    <a:pt x="0" y="2032992"/>
                  </a:moveTo>
                  <a:lnTo>
                    <a:pt x="3960000" y="2032992"/>
                  </a:lnTo>
                  <a:lnTo>
                    <a:pt x="3960000" y="2897088"/>
                  </a:lnTo>
                  <a:lnTo>
                    <a:pt x="2124016" y="2897088"/>
                  </a:lnTo>
                  <a:lnTo>
                    <a:pt x="2124016" y="3513261"/>
                  </a:lnTo>
                  <a:lnTo>
                    <a:pt x="2268032" y="3513261"/>
                  </a:lnTo>
                  <a:cubicBezTo>
                    <a:pt x="2331437" y="3513261"/>
                    <a:pt x="2388462" y="3540577"/>
                    <a:pt x="2426674" y="3585269"/>
                  </a:cubicBezTo>
                  <a:lnTo>
                    <a:pt x="3960000" y="3585269"/>
                  </a:lnTo>
                  <a:lnTo>
                    <a:pt x="3960000" y="3873301"/>
                  </a:lnTo>
                  <a:lnTo>
                    <a:pt x="2426674" y="3873301"/>
                  </a:lnTo>
                  <a:cubicBezTo>
                    <a:pt x="2388462" y="3917993"/>
                    <a:pt x="2331437" y="3945309"/>
                    <a:pt x="2268032" y="3945309"/>
                  </a:cubicBezTo>
                  <a:lnTo>
                    <a:pt x="1691968" y="3945309"/>
                  </a:lnTo>
                  <a:cubicBezTo>
                    <a:pt x="1628563" y="3945309"/>
                    <a:pt x="1571538" y="3917993"/>
                    <a:pt x="1533326" y="3873301"/>
                  </a:cubicBezTo>
                  <a:lnTo>
                    <a:pt x="0" y="3873301"/>
                  </a:lnTo>
                  <a:lnTo>
                    <a:pt x="0" y="3585269"/>
                  </a:lnTo>
                  <a:lnTo>
                    <a:pt x="1533326" y="3585269"/>
                  </a:lnTo>
                  <a:cubicBezTo>
                    <a:pt x="1571538" y="3540577"/>
                    <a:pt x="1628563" y="3513261"/>
                    <a:pt x="1691968" y="3513261"/>
                  </a:cubicBezTo>
                  <a:lnTo>
                    <a:pt x="1835984" y="3513261"/>
                  </a:lnTo>
                  <a:lnTo>
                    <a:pt x="1835984" y="2897088"/>
                  </a:lnTo>
                  <a:lnTo>
                    <a:pt x="0" y="2897088"/>
                  </a:lnTo>
                  <a:close/>
                  <a:moveTo>
                    <a:pt x="466104" y="1620410"/>
                  </a:moveTo>
                  <a:lnTo>
                    <a:pt x="466104" y="1764426"/>
                  </a:lnTo>
                  <a:lnTo>
                    <a:pt x="2050104" y="1764426"/>
                  </a:lnTo>
                  <a:lnTo>
                    <a:pt x="2050104" y="1620410"/>
                  </a:lnTo>
                  <a:close/>
                  <a:moveTo>
                    <a:pt x="466104" y="1391398"/>
                  </a:moveTo>
                  <a:lnTo>
                    <a:pt x="466104" y="1535414"/>
                  </a:lnTo>
                  <a:lnTo>
                    <a:pt x="2050104" y="1535414"/>
                  </a:lnTo>
                  <a:lnTo>
                    <a:pt x="2050104" y="1391398"/>
                  </a:lnTo>
                  <a:close/>
                  <a:moveTo>
                    <a:pt x="466104" y="1162385"/>
                  </a:moveTo>
                  <a:lnTo>
                    <a:pt x="466104" y="1306401"/>
                  </a:lnTo>
                  <a:lnTo>
                    <a:pt x="2050104" y="1306401"/>
                  </a:lnTo>
                  <a:lnTo>
                    <a:pt x="2050104" y="1162385"/>
                  </a:lnTo>
                  <a:close/>
                  <a:moveTo>
                    <a:pt x="3358993" y="1162384"/>
                  </a:moveTo>
                  <a:cubicBezTo>
                    <a:pt x="3299346" y="1162384"/>
                    <a:pt x="3250993" y="1210737"/>
                    <a:pt x="3250993" y="1270384"/>
                  </a:cubicBezTo>
                  <a:cubicBezTo>
                    <a:pt x="3250993" y="1330031"/>
                    <a:pt x="3299346" y="1378384"/>
                    <a:pt x="3358993" y="1378384"/>
                  </a:cubicBezTo>
                  <a:cubicBezTo>
                    <a:pt x="3418640" y="1378384"/>
                    <a:pt x="3466993" y="1330031"/>
                    <a:pt x="3466993" y="1270384"/>
                  </a:cubicBezTo>
                  <a:cubicBezTo>
                    <a:pt x="3466993" y="1210737"/>
                    <a:pt x="3418640" y="1162384"/>
                    <a:pt x="3358993" y="1162384"/>
                  </a:cubicBezTo>
                  <a:close/>
                  <a:moveTo>
                    <a:pt x="2962949" y="1162384"/>
                  </a:moveTo>
                  <a:cubicBezTo>
                    <a:pt x="2903302" y="1162384"/>
                    <a:pt x="2854949" y="1210737"/>
                    <a:pt x="2854949" y="1270384"/>
                  </a:cubicBezTo>
                  <a:cubicBezTo>
                    <a:pt x="2854949" y="1330031"/>
                    <a:pt x="2903302" y="1378384"/>
                    <a:pt x="2962949" y="1378384"/>
                  </a:cubicBezTo>
                  <a:cubicBezTo>
                    <a:pt x="3022596" y="1378384"/>
                    <a:pt x="3070949" y="1330031"/>
                    <a:pt x="3070949" y="1270384"/>
                  </a:cubicBezTo>
                  <a:cubicBezTo>
                    <a:pt x="3070949" y="1210737"/>
                    <a:pt x="3022596" y="1162384"/>
                    <a:pt x="2962949" y="1162384"/>
                  </a:cubicBezTo>
                  <a:close/>
                  <a:moveTo>
                    <a:pt x="2566905" y="1162384"/>
                  </a:moveTo>
                  <a:cubicBezTo>
                    <a:pt x="2507258" y="1162384"/>
                    <a:pt x="2458905" y="1210737"/>
                    <a:pt x="2458905" y="1270384"/>
                  </a:cubicBezTo>
                  <a:cubicBezTo>
                    <a:pt x="2458905" y="1330031"/>
                    <a:pt x="2507258" y="1378384"/>
                    <a:pt x="2566905" y="1378384"/>
                  </a:cubicBezTo>
                  <a:cubicBezTo>
                    <a:pt x="2626552" y="1378384"/>
                    <a:pt x="2674905" y="1330031"/>
                    <a:pt x="2674905" y="1270384"/>
                  </a:cubicBezTo>
                  <a:cubicBezTo>
                    <a:pt x="2674905" y="1210737"/>
                    <a:pt x="2626552" y="1162384"/>
                    <a:pt x="2566905" y="1162384"/>
                  </a:cubicBezTo>
                  <a:close/>
                  <a:moveTo>
                    <a:pt x="154649" y="1139405"/>
                  </a:moveTo>
                  <a:lnTo>
                    <a:pt x="154649" y="1787405"/>
                  </a:lnTo>
                  <a:lnTo>
                    <a:pt x="298665" y="1787405"/>
                  </a:lnTo>
                  <a:lnTo>
                    <a:pt x="298665" y="1139405"/>
                  </a:lnTo>
                  <a:close/>
                  <a:moveTo>
                    <a:pt x="3645310" y="1137023"/>
                  </a:moveTo>
                  <a:lnTo>
                    <a:pt x="3645310" y="1785023"/>
                  </a:lnTo>
                  <a:lnTo>
                    <a:pt x="3789326" y="1785023"/>
                  </a:lnTo>
                  <a:lnTo>
                    <a:pt x="3789326" y="1137023"/>
                  </a:lnTo>
                  <a:close/>
                  <a:moveTo>
                    <a:pt x="0" y="1016496"/>
                  </a:moveTo>
                  <a:lnTo>
                    <a:pt x="3960000" y="1016496"/>
                  </a:lnTo>
                  <a:lnTo>
                    <a:pt x="3960000" y="1880592"/>
                  </a:lnTo>
                  <a:lnTo>
                    <a:pt x="0" y="1880592"/>
                  </a:lnTo>
                  <a:close/>
                  <a:moveTo>
                    <a:pt x="466104" y="603914"/>
                  </a:moveTo>
                  <a:lnTo>
                    <a:pt x="466104" y="747930"/>
                  </a:lnTo>
                  <a:lnTo>
                    <a:pt x="2050104" y="747930"/>
                  </a:lnTo>
                  <a:lnTo>
                    <a:pt x="2050104" y="603914"/>
                  </a:lnTo>
                  <a:close/>
                  <a:moveTo>
                    <a:pt x="466104" y="374902"/>
                  </a:moveTo>
                  <a:lnTo>
                    <a:pt x="466104" y="518918"/>
                  </a:lnTo>
                  <a:lnTo>
                    <a:pt x="2050104" y="518918"/>
                  </a:lnTo>
                  <a:lnTo>
                    <a:pt x="2050104" y="374902"/>
                  </a:lnTo>
                  <a:close/>
                  <a:moveTo>
                    <a:pt x="466104" y="145889"/>
                  </a:moveTo>
                  <a:lnTo>
                    <a:pt x="466104" y="289905"/>
                  </a:lnTo>
                  <a:lnTo>
                    <a:pt x="2050104" y="289905"/>
                  </a:lnTo>
                  <a:lnTo>
                    <a:pt x="2050104" y="145889"/>
                  </a:lnTo>
                  <a:close/>
                  <a:moveTo>
                    <a:pt x="3358993" y="145888"/>
                  </a:moveTo>
                  <a:cubicBezTo>
                    <a:pt x="3299346" y="145888"/>
                    <a:pt x="3250993" y="194241"/>
                    <a:pt x="3250993" y="253888"/>
                  </a:cubicBezTo>
                  <a:cubicBezTo>
                    <a:pt x="3250993" y="313535"/>
                    <a:pt x="3299346" y="361888"/>
                    <a:pt x="3358993" y="361888"/>
                  </a:cubicBezTo>
                  <a:cubicBezTo>
                    <a:pt x="3418640" y="361888"/>
                    <a:pt x="3466993" y="313535"/>
                    <a:pt x="3466993" y="253888"/>
                  </a:cubicBezTo>
                  <a:cubicBezTo>
                    <a:pt x="3466993" y="194241"/>
                    <a:pt x="3418640" y="145888"/>
                    <a:pt x="3358993" y="145888"/>
                  </a:cubicBezTo>
                  <a:close/>
                  <a:moveTo>
                    <a:pt x="2962949" y="145888"/>
                  </a:moveTo>
                  <a:cubicBezTo>
                    <a:pt x="2903302" y="145888"/>
                    <a:pt x="2854949" y="194241"/>
                    <a:pt x="2854949" y="253888"/>
                  </a:cubicBezTo>
                  <a:cubicBezTo>
                    <a:pt x="2854949" y="313535"/>
                    <a:pt x="2903302" y="361888"/>
                    <a:pt x="2962949" y="361888"/>
                  </a:cubicBezTo>
                  <a:cubicBezTo>
                    <a:pt x="3022596" y="361888"/>
                    <a:pt x="3070949" y="313535"/>
                    <a:pt x="3070949" y="253888"/>
                  </a:cubicBezTo>
                  <a:cubicBezTo>
                    <a:pt x="3070949" y="194241"/>
                    <a:pt x="3022596" y="145888"/>
                    <a:pt x="2962949" y="145888"/>
                  </a:cubicBezTo>
                  <a:close/>
                  <a:moveTo>
                    <a:pt x="2566905" y="145888"/>
                  </a:moveTo>
                  <a:cubicBezTo>
                    <a:pt x="2507258" y="145888"/>
                    <a:pt x="2458905" y="194241"/>
                    <a:pt x="2458905" y="253888"/>
                  </a:cubicBezTo>
                  <a:cubicBezTo>
                    <a:pt x="2458905" y="313535"/>
                    <a:pt x="2507258" y="361888"/>
                    <a:pt x="2566905" y="361888"/>
                  </a:cubicBezTo>
                  <a:cubicBezTo>
                    <a:pt x="2626552" y="361888"/>
                    <a:pt x="2674905" y="313535"/>
                    <a:pt x="2674905" y="253888"/>
                  </a:cubicBezTo>
                  <a:cubicBezTo>
                    <a:pt x="2674905" y="194241"/>
                    <a:pt x="2626552" y="145888"/>
                    <a:pt x="2566905" y="145888"/>
                  </a:cubicBezTo>
                  <a:close/>
                  <a:moveTo>
                    <a:pt x="154649" y="122909"/>
                  </a:moveTo>
                  <a:lnTo>
                    <a:pt x="154649" y="770909"/>
                  </a:lnTo>
                  <a:lnTo>
                    <a:pt x="298665" y="770909"/>
                  </a:lnTo>
                  <a:lnTo>
                    <a:pt x="298665" y="122909"/>
                  </a:lnTo>
                  <a:close/>
                  <a:moveTo>
                    <a:pt x="3645310" y="120527"/>
                  </a:moveTo>
                  <a:lnTo>
                    <a:pt x="3645310" y="768527"/>
                  </a:lnTo>
                  <a:lnTo>
                    <a:pt x="3789326" y="768527"/>
                  </a:lnTo>
                  <a:lnTo>
                    <a:pt x="3789326" y="120527"/>
                  </a:lnTo>
                  <a:close/>
                  <a:moveTo>
                    <a:pt x="0" y="0"/>
                  </a:moveTo>
                  <a:lnTo>
                    <a:pt x="3960000" y="0"/>
                  </a:lnTo>
                  <a:lnTo>
                    <a:pt x="3960000" y="864096"/>
                  </a:lnTo>
                  <a:lnTo>
                    <a:pt x="0" y="86409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cxnSp>
          <p:nvCxnSpPr>
            <p:cNvPr id="205" name="Straight Connector 14"/>
            <p:cNvCxnSpPr/>
            <p:nvPr/>
          </p:nvCxnSpPr>
          <p:spPr>
            <a:xfrm flipH="1">
              <a:off x="4291200" y="1785600"/>
              <a:ext cx="398520" cy="330840"/>
            </a:xfrm>
            <a:prstGeom prst="straightConnector1">
              <a:avLst/>
            </a:prstGeom>
            <a:ln w="12700">
              <a:solidFill>
                <a:srgbClr val="0587af"/>
              </a:solidFill>
              <a:headEnd len="med" type="oval" w="med"/>
              <a:tailEnd len="med" type="oval" w="med"/>
            </a:ln>
          </p:spPr>
        </p:cxnSp>
        <p:cxnSp>
          <p:nvCxnSpPr>
            <p:cNvPr id="206" name="Straight Connector 15"/>
            <p:cNvCxnSpPr/>
            <p:nvPr/>
          </p:nvCxnSpPr>
          <p:spPr>
            <a:xfrm flipH="1" flipV="1">
              <a:off x="4291200" y="3473640"/>
              <a:ext cx="398520" cy="330840"/>
            </a:xfrm>
            <a:prstGeom prst="straightConnector1">
              <a:avLst/>
            </a:prstGeom>
            <a:ln w="12700">
              <a:solidFill>
                <a:srgbClr val="0587af"/>
              </a:solidFill>
              <a:headEnd len="med" type="oval" w="med"/>
              <a:tailEnd len="med" type="oval" w="med"/>
            </a:ln>
          </p:spPr>
        </p:cxnSp>
        <p:cxnSp>
          <p:nvCxnSpPr>
            <p:cNvPr id="207" name="Straight Connector 16"/>
            <p:cNvCxnSpPr/>
            <p:nvPr/>
          </p:nvCxnSpPr>
          <p:spPr>
            <a:xfrm flipH="1">
              <a:off x="5852160" y="3473640"/>
              <a:ext cx="398520" cy="330840"/>
            </a:xfrm>
            <a:prstGeom prst="straightConnector1">
              <a:avLst/>
            </a:prstGeom>
            <a:ln w="12700">
              <a:solidFill>
                <a:srgbClr val="0587af"/>
              </a:solidFill>
              <a:headEnd len="med" type="oval" w="med"/>
              <a:tailEnd len="med" type="oval" w="med"/>
            </a:ln>
          </p:spPr>
        </p:cxnSp>
        <p:cxnSp>
          <p:nvCxnSpPr>
            <p:cNvPr id="208" name="Straight Connector 17"/>
            <p:cNvCxnSpPr/>
            <p:nvPr/>
          </p:nvCxnSpPr>
          <p:spPr>
            <a:xfrm flipH="1" flipV="1">
              <a:off x="5852160" y="1785600"/>
              <a:ext cx="398520" cy="330840"/>
            </a:xfrm>
            <a:prstGeom prst="straightConnector1">
              <a:avLst/>
            </a:prstGeom>
            <a:ln w="12700">
              <a:solidFill>
                <a:srgbClr val="0587af"/>
              </a:solidFill>
              <a:headEnd len="med" type="oval" w="med"/>
              <a:tailEnd len="med" type="oval" w="med"/>
            </a:ln>
          </p:spPr>
        </p:cxnSp>
      </p:grpSp>
      <p:grpSp>
        <p:nvGrpSpPr>
          <p:cNvPr id="209" name="Group 32"/>
          <p:cNvGrpSpPr/>
          <p:nvPr/>
        </p:nvGrpSpPr>
        <p:grpSpPr>
          <a:xfrm>
            <a:off x="8532360" y="1467360"/>
            <a:ext cx="2583720" cy="2554560"/>
            <a:chOff x="8532360" y="1467360"/>
            <a:chExt cx="2583720" cy="2554560"/>
          </a:xfrm>
        </p:grpSpPr>
        <p:sp>
          <p:nvSpPr>
            <p:cNvPr id="210" name="Rectangle 18"/>
            <p:cNvSpPr/>
            <p:nvPr/>
          </p:nvSpPr>
          <p:spPr>
            <a:xfrm>
              <a:off x="9519840" y="2476440"/>
              <a:ext cx="536040" cy="536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obliqueTopRight"/>
              <a:lightRig dir="t" rig="balanced"/>
            </a:scene3d>
            <a:sp3d extrusionH="558800" prstMaterial="matte">
              <a:extrusionClr>
                <a:schemeClr val="accent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211" name="Frame 17"/>
            <p:cNvSpPr/>
            <p:nvPr/>
          </p:nvSpPr>
          <p:spPr>
            <a:xfrm>
              <a:off x="9738000" y="3703680"/>
              <a:ext cx="318240" cy="318240"/>
            </a:xfrm>
            <a:custGeom>
              <a:avLst/>
              <a:gdLst>
                <a:gd name="textAreaLeft" fmla="*/ 0 w 318240"/>
                <a:gd name="textAreaRight" fmla="*/ 318600 w 318240"/>
                <a:gd name="textAreaTop" fmla="*/ 0 h 318240"/>
                <a:gd name="textAreaBottom" fmla="*/ 318600 h 318240"/>
              </a:gdLst>
              <a:ahLst/>
              <a:rect l="textAreaLeft" t="textAreaTop" r="textAreaRight" b="textAreaBottom"/>
              <a:pathLst>
                <a:path w="3240000" h="3240000">
                  <a:moveTo>
                    <a:pt x="415456" y="380544"/>
                  </a:moveTo>
                  <a:lnTo>
                    <a:pt x="415456" y="385333"/>
                  </a:lnTo>
                  <a:lnTo>
                    <a:pt x="385333" y="385333"/>
                  </a:lnTo>
                  <a:lnTo>
                    <a:pt x="385333" y="2854667"/>
                  </a:lnTo>
                  <a:lnTo>
                    <a:pt x="1529120" y="2854667"/>
                  </a:lnTo>
                  <a:cubicBezTo>
                    <a:pt x="1267123" y="2430711"/>
                    <a:pt x="997530" y="1721825"/>
                    <a:pt x="436017" y="1672600"/>
                  </a:cubicBezTo>
                  <a:lnTo>
                    <a:pt x="600235" y="1185112"/>
                  </a:lnTo>
                  <a:cubicBezTo>
                    <a:pt x="1132790" y="1359573"/>
                    <a:pt x="1278822" y="1550851"/>
                    <a:pt x="1544730" y="1923929"/>
                  </a:cubicBezTo>
                  <a:cubicBezTo>
                    <a:pt x="1789452" y="1379400"/>
                    <a:pt x="1927092" y="1088696"/>
                    <a:pt x="2233403" y="596568"/>
                  </a:cubicBezTo>
                  <a:lnTo>
                    <a:pt x="2770666" y="596568"/>
                  </a:lnTo>
                  <a:cubicBezTo>
                    <a:pt x="2331495" y="1220469"/>
                    <a:pt x="1907612" y="2113878"/>
                    <a:pt x="1578489" y="2854667"/>
                  </a:cubicBezTo>
                  <a:lnTo>
                    <a:pt x="2854667" y="2854667"/>
                  </a:lnTo>
                  <a:lnTo>
                    <a:pt x="2854667" y="596568"/>
                  </a:lnTo>
                  <a:lnTo>
                    <a:pt x="2858395" y="596568"/>
                  </a:lnTo>
                  <a:lnTo>
                    <a:pt x="2858395" y="380544"/>
                  </a:lnTo>
                  <a:close/>
                  <a:moveTo>
                    <a:pt x="0" y="0"/>
                  </a:moveTo>
                  <a:lnTo>
                    <a:pt x="3240000" y="0"/>
                  </a:lnTo>
                  <a:lnTo>
                    <a:pt x="3240000" y="3240000"/>
                  </a:lnTo>
                  <a:lnTo>
                    <a:pt x="0" y="3240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212" name="Frame 17"/>
            <p:cNvSpPr/>
            <p:nvPr/>
          </p:nvSpPr>
          <p:spPr>
            <a:xfrm>
              <a:off x="9738000" y="1467360"/>
              <a:ext cx="318240" cy="318240"/>
            </a:xfrm>
            <a:custGeom>
              <a:avLst/>
              <a:gdLst>
                <a:gd name="textAreaLeft" fmla="*/ 0 w 318240"/>
                <a:gd name="textAreaRight" fmla="*/ 318600 w 318240"/>
                <a:gd name="textAreaTop" fmla="*/ 0 h 318240"/>
                <a:gd name="textAreaBottom" fmla="*/ 318600 h 318240"/>
              </a:gdLst>
              <a:ahLst/>
              <a:rect l="textAreaLeft" t="textAreaTop" r="textAreaRight" b="textAreaBottom"/>
              <a:pathLst>
                <a:path w="3240000" h="3240000">
                  <a:moveTo>
                    <a:pt x="415456" y="380544"/>
                  </a:moveTo>
                  <a:lnTo>
                    <a:pt x="415456" y="385333"/>
                  </a:lnTo>
                  <a:lnTo>
                    <a:pt x="385333" y="385333"/>
                  </a:lnTo>
                  <a:lnTo>
                    <a:pt x="385333" y="2854667"/>
                  </a:lnTo>
                  <a:lnTo>
                    <a:pt x="1529120" y="2854667"/>
                  </a:lnTo>
                  <a:cubicBezTo>
                    <a:pt x="1267123" y="2430711"/>
                    <a:pt x="997530" y="1721825"/>
                    <a:pt x="436017" y="1672600"/>
                  </a:cubicBezTo>
                  <a:lnTo>
                    <a:pt x="600235" y="1185112"/>
                  </a:lnTo>
                  <a:cubicBezTo>
                    <a:pt x="1132790" y="1359573"/>
                    <a:pt x="1278822" y="1550851"/>
                    <a:pt x="1544730" y="1923929"/>
                  </a:cubicBezTo>
                  <a:cubicBezTo>
                    <a:pt x="1789452" y="1379400"/>
                    <a:pt x="1927092" y="1088696"/>
                    <a:pt x="2233403" y="596568"/>
                  </a:cubicBezTo>
                  <a:lnTo>
                    <a:pt x="2770666" y="596568"/>
                  </a:lnTo>
                  <a:cubicBezTo>
                    <a:pt x="2331495" y="1220469"/>
                    <a:pt x="1907612" y="2113878"/>
                    <a:pt x="1578489" y="2854667"/>
                  </a:cubicBezTo>
                  <a:lnTo>
                    <a:pt x="2854667" y="2854667"/>
                  </a:lnTo>
                  <a:lnTo>
                    <a:pt x="2854667" y="596568"/>
                  </a:lnTo>
                  <a:lnTo>
                    <a:pt x="2858395" y="596568"/>
                  </a:lnTo>
                  <a:lnTo>
                    <a:pt x="2858395" y="380544"/>
                  </a:lnTo>
                  <a:close/>
                  <a:moveTo>
                    <a:pt x="0" y="0"/>
                  </a:moveTo>
                  <a:lnTo>
                    <a:pt x="3240000" y="0"/>
                  </a:lnTo>
                  <a:lnTo>
                    <a:pt x="3240000" y="3240000"/>
                  </a:lnTo>
                  <a:lnTo>
                    <a:pt x="0" y="3240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213" name="Frame 17"/>
            <p:cNvSpPr/>
            <p:nvPr/>
          </p:nvSpPr>
          <p:spPr>
            <a:xfrm>
              <a:off x="8532360" y="2599920"/>
              <a:ext cx="318240" cy="318240"/>
            </a:xfrm>
            <a:custGeom>
              <a:avLst/>
              <a:gdLst>
                <a:gd name="textAreaLeft" fmla="*/ 0 w 318240"/>
                <a:gd name="textAreaRight" fmla="*/ 318600 w 318240"/>
                <a:gd name="textAreaTop" fmla="*/ 0 h 318240"/>
                <a:gd name="textAreaBottom" fmla="*/ 318600 h 318240"/>
              </a:gdLst>
              <a:ahLst/>
              <a:rect l="textAreaLeft" t="textAreaTop" r="textAreaRight" b="textAreaBottom"/>
              <a:pathLst>
                <a:path w="3240000" h="3240000">
                  <a:moveTo>
                    <a:pt x="415456" y="380544"/>
                  </a:moveTo>
                  <a:lnTo>
                    <a:pt x="415456" y="385333"/>
                  </a:lnTo>
                  <a:lnTo>
                    <a:pt x="385333" y="385333"/>
                  </a:lnTo>
                  <a:lnTo>
                    <a:pt x="385333" y="2854667"/>
                  </a:lnTo>
                  <a:lnTo>
                    <a:pt x="1529120" y="2854667"/>
                  </a:lnTo>
                  <a:cubicBezTo>
                    <a:pt x="1267123" y="2430711"/>
                    <a:pt x="997530" y="1721825"/>
                    <a:pt x="436017" y="1672600"/>
                  </a:cubicBezTo>
                  <a:lnTo>
                    <a:pt x="600235" y="1185112"/>
                  </a:lnTo>
                  <a:cubicBezTo>
                    <a:pt x="1132790" y="1359573"/>
                    <a:pt x="1278822" y="1550851"/>
                    <a:pt x="1544730" y="1923929"/>
                  </a:cubicBezTo>
                  <a:cubicBezTo>
                    <a:pt x="1789452" y="1379400"/>
                    <a:pt x="1927092" y="1088696"/>
                    <a:pt x="2233403" y="596568"/>
                  </a:cubicBezTo>
                  <a:lnTo>
                    <a:pt x="2770666" y="596568"/>
                  </a:lnTo>
                  <a:cubicBezTo>
                    <a:pt x="2331495" y="1220469"/>
                    <a:pt x="1907612" y="2113878"/>
                    <a:pt x="1578489" y="2854667"/>
                  </a:cubicBezTo>
                  <a:lnTo>
                    <a:pt x="2854667" y="2854667"/>
                  </a:lnTo>
                  <a:lnTo>
                    <a:pt x="2854667" y="596568"/>
                  </a:lnTo>
                  <a:lnTo>
                    <a:pt x="2858395" y="596568"/>
                  </a:lnTo>
                  <a:lnTo>
                    <a:pt x="2858395" y="380544"/>
                  </a:lnTo>
                  <a:close/>
                  <a:moveTo>
                    <a:pt x="0" y="0"/>
                  </a:moveTo>
                  <a:lnTo>
                    <a:pt x="3240000" y="0"/>
                  </a:lnTo>
                  <a:lnTo>
                    <a:pt x="3240000" y="3240000"/>
                  </a:lnTo>
                  <a:lnTo>
                    <a:pt x="0" y="3240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214" name="Frame 17"/>
            <p:cNvSpPr/>
            <p:nvPr/>
          </p:nvSpPr>
          <p:spPr>
            <a:xfrm>
              <a:off x="10797840" y="2514960"/>
              <a:ext cx="318240" cy="318240"/>
            </a:xfrm>
            <a:custGeom>
              <a:avLst/>
              <a:gdLst>
                <a:gd name="textAreaLeft" fmla="*/ 0 w 318240"/>
                <a:gd name="textAreaRight" fmla="*/ 318600 w 318240"/>
                <a:gd name="textAreaTop" fmla="*/ 0 h 318240"/>
                <a:gd name="textAreaBottom" fmla="*/ 318600 h 318240"/>
              </a:gdLst>
              <a:ahLst/>
              <a:rect l="textAreaLeft" t="textAreaTop" r="textAreaRight" b="textAreaBottom"/>
              <a:pathLst>
                <a:path w="3240000" h="3240000">
                  <a:moveTo>
                    <a:pt x="415456" y="380544"/>
                  </a:moveTo>
                  <a:lnTo>
                    <a:pt x="415456" y="385333"/>
                  </a:lnTo>
                  <a:lnTo>
                    <a:pt x="385333" y="385333"/>
                  </a:lnTo>
                  <a:lnTo>
                    <a:pt x="385333" y="2854667"/>
                  </a:lnTo>
                  <a:lnTo>
                    <a:pt x="1529120" y="2854667"/>
                  </a:lnTo>
                  <a:cubicBezTo>
                    <a:pt x="1267123" y="2430711"/>
                    <a:pt x="997530" y="1721825"/>
                    <a:pt x="436017" y="1672600"/>
                  </a:cubicBezTo>
                  <a:lnTo>
                    <a:pt x="600235" y="1185112"/>
                  </a:lnTo>
                  <a:cubicBezTo>
                    <a:pt x="1132790" y="1359573"/>
                    <a:pt x="1278822" y="1550851"/>
                    <a:pt x="1544730" y="1923929"/>
                  </a:cubicBezTo>
                  <a:cubicBezTo>
                    <a:pt x="1789452" y="1379400"/>
                    <a:pt x="1927092" y="1088696"/>
                    <a:pt x="2233403" y="596568"/>
                  </a:cubicBezTo>
                  <a:lnTo>
                    <a:pt x="2770666" y="596568"/>
                  </a:lnTo>
                  <a:cubicBezTo>
                    <a:pt x="2331495" y="1220469"/>
                    <a:pt x="1907612" y="2113878"/>
                    <a:pt x="1578489" y="2854667"/>
                  </a:cubicBezTo>
                  <a:lnTo>
                    <a:pt x="2854667" y="2854667"/>
                  </a:lnTo>
                  <a:lnTo>
                    <a:pt x="2854667" y="596568"/>
                  </a:lnTo>
                  <a:lnTo>
                    <a:pt x="2858395" y="596568"/>
                  </a:lnTo>
                  <a:lnTo>
                    <a:pt x="2858395" y="380544"/>
                  </a:lnTo>
                  <a:close/>
                  <a:moveTo>
                    <a:pt x="0" y="0"/>
                  </a:moveTo>
                  <a:lnTo>
                    <a:pt x="3240000" y="0"/>
                  </a:lnTo>
                  <a:lnTo>
                    <a:pt x="3240000" y="3240000"/>
                  </a:lnTo>
                  <a:lnTo>
                    <a:pt x="0" y="3240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cxnSp>
          <p:nvCxnSpPr>
            <p:cNvPr id="215" name="Straight Connector 24"/>
            <p:cNvCxnSpPr/>
            <p:nvPr/>
          </p:nvCxnSpPr>
          <p:spPr>
            <a:xfrm flipH="1">
              <a:off x="10320840" y="2679120"/>
              <a:ext cx="367920" cy="360"/>
            </a:xfrm>
            <a:prstGeom prst="straightConnector1">
              <a:avLst/>
            </a:prstGeom>
            <a:ln w="12700">
              <a:solidFill>
                <a:srgbClr val="0587af"/>
              </a:solidFill>
              <a:headEnd len="med" type="oval" w="med"/>
              <a:tailEnd len="med" type="oval" w="med"/>
            </a:ln>
          </p:spPr>
        </p:cxnSp>
        <p:cxnSp>
          <p:nvCxnSpPr>
            <p:cNvPr id="216" name="Straight Connector 26"/>
            <p:cNvCxnSpPr/>
            <p:nvPr/>
          </p:nvCxnSpPr>
          <p:spPr>
            <a:xfrm flipH="1">
              <a:off x="9006480" y="2679120"/>
              <a:ext cx="367920" cy="360"/>
            </a:xfrm>
            <a:prstGeom prst="straightConnector1">
              <a:avLst/>
            </a:prstGeom>
            <a:ln w="12700">
              <a:solidFill>
                <a:srgbClr val="0587af"/>
              </a:solidFill>
              <a:headEnd len="med" type="oval" w="med"/>
              <a:tailEnd len="med" type="oval" w="med"/>
            </a:ln>
          </p:spPr>
        </p:cxnSp>
        <p:cxnSp>
          <p:nvCxnSpPr>
            <p:cNvPr id="217" name="Straight Connector 27"/>
            <p:cNvCxnSpPr/>
            <p:nvPr/>
          </p:nvCxnSpPr>
          <p:spPr>
            <a:xfrm flipV="1">
              <a:off x="9896760" y="3209040"/>
              <a:ext cx="360" cy="367560"/>
            </a:xfrm>
            <a:prstGeom prst="straightConnector1">
              <a:avLst/>
            </a:prstGeom>
            <a:ln w="12700">
              <a:solidFill>
                <a:srgbClr val="0587af"/>
              </a:solidFill>
              <a:headEnd len="med" type="oval" w="med"/>
              <a:tailEnd len="med" type="oval" w="med"/>
            </a:ln>
          </p:spPr>
        </p:cxnSp>
        <p:cxnSp>
          <p:nvCxnSpPr>
            <p:cNvPr id="218" name="Straight Connector 28"/>
            <p:cNvCxnSpPr/>
            <p:nvPr/>
          </p:nvCxnSpPr>
          <p:spPr>
            <a:xfrm flipV="1">
              <a:off x="9896760" y="1894680"/>
              <a:ext cx="360" cy="367920"/>
            </a:xfrm>
            <a:prstGeom prst="straightConnector1">
              <a:avLst/>
            </a:prstGeom>
            <a:ln w="12700">
              <a:solidFill>
                <a:srgbClr val="0587af"/>
              </a:solidFill>
              <a:headEnd len="med" type="oval" w="med"/>
              <a:tailEnd len="med" type="oval" w="med"/>
            </a:ln>
          </p:spPr>
        </p:cxnSp>
      </p:grpSp>
      <p:sp>
        <p:nvSpPr>
          <p:cNvPr id="219" name="Rectangle 33"/>
          <p:cNvSpPr/>
          <p:nvPr/>
        </p:nvSpPr>
        <p:spPr>
          <a:xfrm>
            <a:off x="9556200" y="5390640"/>
            <a:ext cx="536040" cy="536040"/>
          </a:xfrm>
          <a:prstGeom prst="rect">
            <a:avLst/>
          </a:prstGeom>
          <a:solidFill>
            <a:schemeClr val="accent1"/>
          </a:solidFill>
          <a:ln>
            <a:noFill/>
          </a:ln>
          <a:scene3d>
            <a:camera prst="obliqueTopRight"/>
            <a:lightRig dir="t" rig="balanced"/>
          </a:scene3d>
          <a:sp3d extrusionH="558800" prstMaterial="matte">
            <a:extrusionClr>
              <a:schemeClr val="accent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grpSp>
        <p:nvGrpSpPr>
          <p:cNvPr id="220" name="Group 45"/>
          <p:cNvGrpSpPr/>
          <p:nvPr/>
        </p:nvGrpSpPr>
        <p:grpSpPr>
          <a:xfrm>
            <a:off x="5590440" y="4987440"/>
            <a:ext cx="2441880" cy="1177200"/>
            <a:chOff x="5590440" y="4987440"/>
            <a:chExt cx="2441880" cy="1177200"/>
          </a:xfrm>
        </p:grpSpPr>
        <p:sp>
          <p:nvSpPr>
            <p:cNvPr id="221" name="Rectangle 35"/>
            <p:cNvSpPr/>
            <p:nvPr/>
          </p:nvSpPr>
          <p:spPr>
            <a:xfrm>
              <a:off x="5590440" y="5350320"/>
              <a:ext cx="536040" cy="536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obliqueTopRight"/>
              <a:lightRig dir="t" rig="balanced"/>
            </a:scene3d>
            <a:sp3d extrusionH="558800" prstMaterial="matte">
              <a:extrusionClr>
                <a:schemeClr val="accent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grpSp>
          <p:nvGrpSpPr>
            <p:cNvPr id="222" name="Group 41"/>
            <p:cNvGrpSpPr/>
            <p:nvPr/>
          </p:nvGrpSpPr>
          <p:grpSpPr>
            <a:xfrm>
              <a:off x="6168600" y="5181840"/>
              <a:ext cx="599760" cy="380880"/>
              <a:chOff x="6168600" y="5181840"/>
              <a:chExt cx="599760" cy="380880"/>
            </a:xfrm>
          </p:grpSpPr>
          <p:sp>
            <p:nvSpPr>
              <p:cNvPr id="223" name="Freeform: Shape 42"/>
              <p:cNvSpPr/>
              <p:nvPr/>
            </p:nvSpPr>
            <p:spPr>
              <a:xfrm rot="19800000">
                <a:off x="6318000" y="5274360"/>
                <a:ext cx="301320" cy="197280"/>
              </a:xfrm>
              <a:custGeom>
                <a:avLst/>
                <a:gdLst>
                  <a:gd name="textAreaLeft" fmla="*/ 0 w 301320"/>
                  <a:gd name="textAreaRight" fmla="*/ 301680 w 301320"/>
                  <a:gd name="textAreaTop" fmla="*/ 0 h 197280"/>
                  <a:gd name="textAreaBottom" fmla="*/ 197640 h 197280"/>
                </a:gdLst>
                <a:ahLst/>
                <a:rect l="textAreaLeft" t="textAreaTop" r="textAreaRight" b="textAreaBottom"/>
                <a:pathLst>
                  <a:path w="862149" h="564662">
                    <a:moveTo>
                      <a:pt x="288530" y="155674"/>
                    </a:moveTo>
                    <a:cubicBezTo>
                      <a:pt x="218579" y="155674"/>
                      <a:pt x="161872" y="212381"/>
                      <a:pt x="161872" y="282332"/>
                    </a:cubicBezTo>
                    <a:cubicBezTo>
                      <a:pt x="161872" y="352283"/>
                      <a:pt x="218579" y="408990"/>
                      <a:pt x="288530" y="408990"/>
                    </a:cubicBezTo>
                    <a:lnTo>
                      <a:pt x="573620" y="408990"/>
                    </a:lnTo>
                    <a:cubicBezTo>
                      <a:pt x="643571" y="408990"/>
                      <a:pt x="700278" y="352283"/>
                      <a:pt x="700278" y="282332"/>
                    </a:cubicBezTo>
                    <a:cubicBezTo>
                      <a:pt x="700278" y="212381"/>
                      <a:pt x="643571" y="155674"/>
                      <a:pt x="573620" y="155674"/>
                    </a:cubicBezTo>
                    <a:close/>
                    <a:moveTo>
                      <a:pt x="282331" y="0"/>
                    </a:moveTo>
                    <a:lnTo>
                      <a:pt x="579818" y="0"/>
                    </a:lnTo>
                    <a:cubicBezTo>
                      <a:pt x="735745" y="0"/>
                      <a:pt x="862149" y="126404"/>
                      <a:pt x="862149" y="282331"/>
                    </a:cubicBezTo>
                    <a:cubicBezTo>
                      <a:pt x="862149" y="438258"/>
                      <a:pt x="735745" y="564662"/>
                      <a:pt x="579818" y="564662"/>
                    </a:cubicBezTo>
                    <a:lnTo>
                      <a:pt x="282331" y="564662"/>
                    </a:lnTo>
                    <a:cubicBezTo>
                      <a:pt x="126404" y="564662"/>
                      <a:pt x="0" y="438258"/>
                      <a:pt x="0" y="282331"/>
                    </a:cubicBezTo>
                    <a:cubicBezTo>
                      <a:pt x="0" y="126404"/>
                      <a:pt x="126404" y="0"/>
                      <a:pt x="282331" y="0"/>
                    </a:cubicBezTo>
                    <a:close/>
                  </a:path>
                </a:pathLst>
              </a:custGeom>
              <a:solidFill>
                <a:srgbClr val="196491"/>
              </a:solidFill>
              <a:ln w="9525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224" name="Rectangle: Rounded Corners 43"/>
              <p:cNvSpPr/>
              <p:nvPr/>
            </p:nvSpPr>
            <p:spPr>
              <a:xfrm rot="19800000">
                <a:off x="6472440" y="5252760"/>
                <a:ext cx="301320" cy="5832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 w="9525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-3240" bIns="-324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225" name="Rectangle: Rounded Corners 44"/>
              <p:cNvSpPr/>
              <p:nvPr/>
            </p:nvSpPr>
            <p:spPr>
              <a:xfrm rot="19800000">
                <a:off x="6162840" y="5432760"/>
                <a:ext cx="301320" cy="5832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 w="9525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-3240" bIns="-324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</p:grpSp>
        <p:sp>
          <p:nvSpPr>
            <p:cNvPr id="226" name="Rectangle 34"/>
            <p:cNvSpPr/>
            <p:nvPr/>
          </p:nvSpPr>
          <p:spPr>
            <a:xfrm>
              <a:off x="6656760" y="4987440"/>
              <a:ext cx="536040" cy="536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obliqueTopRight"/>
              <a:lightRig dir="t" rig="balanced"/>
            </a:scene3d>
            <a:sp3d extrusionH="558800" prstMaterial="matte">
              <a:extrusionClr>
                <a:schemeClr val="accent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227" name="Rectangle 36"/>
            <p:cNvSpPr/>
            <p:nvPr/>
          </p:nvSpPr>
          <p:spPr>
            <a:xfrm>
              <a:off x="7496280" y="5628600"/>
              <a:ext cx="536040" cy="536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obliqueTopRight"/>
              <a:lightRig dir="t" rig="balanced"/>
            </a:scene3d>
            <a:sp3d extrusionH="558800" prstMaterial="matte">
              <a:extrusionClr>
                <a:schemeClr val="accent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grpSp>
          <p:nvGrpSpPr>
            <p:cNvPr id="228" name="Group 37"/>
            <p:cNvGrpSpPr/>
            <p:nvPr/>
          </p:nvGrpSpPr>
          <p:grpSpPr>
            <a:xfrm>
              <a:off x="7213680" y="5157720"/>
              <a:ext cx="580680" cy="415080"/>
              <a:chOff x="7213680" y="5157720"/>
              <a:chExt cx="580680" cy="415080"/>
            </a:xfrm>
          </p:grpSpPr>
          <p:sp>
            <p:nvSpPr>
              <p:cNvPr id="229" name="Freeform: Shape 38"/>
              <p:cNvSpPr/>
              <p:nvPr/>
            </p:nvSpPr>
            <p:spPr>
              <a:xfrm rot="2031600">
                <a:off x="7352640" y="5266800"/>
                <a:ext cx="301320" cy="197280"/>
              </a:xfrm>
              <a:custGeom>
                <a:avLst/>
                <a:gdLst>
                  <a:gd name="textAreaLeft" fmla="*/ 0 w 301320"/>
                  <a:gd name="textAreaRight" fmla="*/ 301680 w 301320"/>
                  <a:gd name="textAreaTop" fmla="*/ 0 h 197280"/>
                  <a:gd name="textAreaBottom" fmla="*/ 197640 h 197280"/>
                </a:gdLst>
                <a:ahLst/>
                <a:rect l="textAreaLeft" t="textAreaTop" r="textAreaRight" b="textAreaBottom"/>
                <a:pathLst>
                  <a:path w="862149" h="564662">
                    <a:moveTo>
                      <a:pt x="288530" y="155674"/>
                    </a:moveTo>
                    <a:cubicBezTo>
                      <a:pt x="218579" y="155674"/>
                      <a:pt x="161872" y="212381"/>
                      <a:pt x="161872" y="282332"/>
                    </a:cubicBezTo>
                    <a:cubicBezTo>
                      <a:pt x="161872" y="352283"/>
                      <a:pt x="218579" y="408990"/>
                      <a:pt x="288530" y="408990"/>
                    </a:cubicBezTo>
                    <a:lnTo>
                      <a:pt x="573620" y="408990"/>
                    </a:lnTo>
                    <a:cubicBezTo>
                      <a:pt x="643571" y="408990"/>
                      <a:pt x="700278" y="352283"/>
                      <a:pt x="700278" y="282332"/>
                    </a:cubicBezTo>
                    <a:cubicBezTo>
                      <a:pt x="700278" y="212381"/>
                      <a:pt x="643571" y="155674"/>
                      <a:pt x="573620" y="155674"/>
                    </a:cubicBezTo>
                    <a:close/>
                    <a:moveTo>
                      <a:pt x="282331" y="0"/>
                    </a:moveTo>
                    <a:lnTo>
                      <a:pt x="579818" y="0"/>
                    </a:lnTo>
                    <a:cubicBezTo>
                      <a:pt x="735745" y="0"/>
                      <a:pt x="862149" y="126404"/>
                      <a:pt x="862149" y="282331"/>
                    </a:cubicBezTo>
                    <a:cubicBezTo>
                      <a:pt x="862149" y="438258"/>
                      <a:pt x="735745" y="564662"/>
                      <a:pt x="579818" y="564662"/>
                    </a:cubicBezTo>
                    <a:lnTo>
                      <a:pt x="282331" y="564662"/>
                    </a:lnTo>
                    <a:cubicBezTo>
                      <a:pt x="126404" y="564662"/>
                      <a:pt x="0" y="438258"/>
                      <a:pt x="0" y="282331"/>
                    </a:cubicBezTo>
                    <a:cubicBezTo>
                      <a:pt x="0" y="126404"/>
                      <a:pt x="126404" y="0"/>
                      <a:pt x="282331" y="0"/>
                    </a:cubicBezTo>
                    <a:close/>
                  </a:path>
                </a:pathLst>
              </a:custGeom>
              <a:solidFill>
                <a:srgbClr val="196491"/>
              </a:solidFill>
              <a:ln w="9525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230" name="Rectangle: Rounded Corners 39"/>
              <p:cNvSpPr/>
              <p:nvPr/>
            </p:nvSpPr>
            <p:spPr>
              <a:xfrm rot="2031600">
                <a:off x="7502040" y="5435280"/>
                <a:ext cx="301320" cy="5832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 w="9525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-3240" bIns="-324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231" name="Rectangle: Rounded Corners 40"/>
              <p:cNvSpPr/>
              <p:nvPr/>
            </p:nvSpPr>
            <p:spPr>
              <a:xfrm rot="2031600">
                <a:off x="7203960" y="5236560"/>
                <a:ext cx="301320" cy="5832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 w="9525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-3240" bIns="-324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</p:grpSp>
      </p:grpSp>
      <p:sp>
        <p:nvSpPr>
          <p:cNvPr id="232" name="Freeform: Shape 46"/>
          <p:cNvSpPr/>
          <p:nvPr/>
        </p:nvSpPr>
        <p:spPr>
          <a:xfrm>
            <a:off x="2529000" y="4880880"/>
            <a:ext cx="1725120" cy="1355400"/>
          </a:xfrm>
          <a:custGeom>
            <a:avLst/>
            <a:gdLst>
              <a:gd name="textAreaLeft" fmla="*/ 0 w 1725120"/>
              <a:gd name="textAreaRight" fmla="*/ 1725480 w 1725120"/>
              <a:gd name="textAreaTop" fmla="*/ 0 h 1355400"/>
              <a:gd name="textAreaBottom" fmla="*/ 1355760 h 1355400"/>
            </a:gdLst>
            <a:ahLst/>
            <a:rect l="textAreaLeft" t="textAreaTop" r="textAreaRight" b="textAreaBottom"/>
            <a:pathLst>
              <a:path w="4395438" h="3453324">
                <a:moveTo>
                  <a:pt x="3437669" y="3099455"/>
                </a:moveTo>
                <a:cubicBezTo>
                  <a:pt x="3408503" y="3098032"/>
                  <a:pt x="3402812" y="3111549"/>
                  <a:pt x="3410637" y="3138581"/>
                </a:cubicBezTo>
                <a:cubicBezTo>
                  <a:pt x="3461145" y="3138581"/>
                  <a:pt x="3510229" y="3138581"/>
                  <a:pt x="3558603" y="3138581"/>
                </a:cubicBezTo>
                <a:cubicBezTo>
                  <a:pt x="3563583" y="3111549"/>
                  <a:pt x="3554334" y="3100167"/>
                  <a:pt x="3529437" y="3100878"/>
                </a:cubicBezTo>
                <a:cubicBezTo>
                  <a:pt x="3498847" y="3101589"/>
                  <a:pt x="3468258" y="3101589"/>
                  <a:pt x="3437669" y="3099455"/>
                </a:cubicBezTo>
                <a:close/>
                <a:moveTo>
                  <a:pt x="878146" y="3097321"/>
                </a:moveTo>
                <a:cubicBezTo>
                  <a:pt x="853959" y="3096609"/>
                  <a:pt x="846134" y="3110126"/>
                  <a:pt x="841866" y="3133601"/>
                </a:cubicBezTo>
                <a:cubicBezTo>
                  <a:pt x="897353" y="3133601"/>
                  <a:pt x="949995" y="3133601"/>
                  <a:pt x="1002637" y="3133601"/>
                </a:cubicBezTo>
                <a:cubicBezTo>
                  <a:pt x="1006193" y="3100878"/>
                  <a:pt x="1006193" y="3100167"/>
                  <a:pt x="981295" y="3099455"/>
                </a:cubicBezTo>
                <a:cubicBezTo>
                  <a:pt x="947149" y="3098032"/>
                  <a:pt x="913003" y="3098744"/>
                  <a:pt x="878146" y="3097321"/>
                </a:cubicBezTo>
                <a:close/>
                <a:moveTo>
                  <a:pt x="2575340" y="2971397"/>
                </a:moveTo>
                <a:cubicBezTo>
                  <a:pt x="2567926" y="2971097"/>
                  <a:pt x="2558411" y="2972475"/>
                  <a:pt x="2546318" y="2974965"/>
                </a:cubicBezTo>
                <a:cubicBezTo>
                  <a:pt x="2547029" y="2990615"/>
                  <a:pt x="2548452" y="3006976"/>
                  <a:pt x="2549163" y="3022627"/>
                </a:cubicBezTo>
                <a:cubicBezTo>
                  <a:pt x="2442457" y="3022627"/>
                  <a:pt x="2337885" y="3022627"/>
                  <a:pt x="2233313" y="3022627"/>
                </a:cubicBezTo>
                <a:cubicBezTo>
                  <a:pt x="2232602" y="3003420"/>
                  <a:pt x="2231891" y="2988481"/>
                  <a:pt x="2230468" y="2972831"/>
                </a:cubicBezTo>
                <a:cubicBezTo>
                  <a:pt x="2214818" y="2972831"/>
                  <a:pt x="2201301" y="2972831"/>
                  <a:pt x="2187074" y="2972831"/>
                </a:cubicBezTo>
                <a:cubicBezTo>
                  <a:pt x="2184940" y="2989192"/>
                  <a:pt x="2183517" y="3003420"/>
                  <a:pt x="2182805" y="3020493"/>
                </a:cubicBezTo>
                <a:cubicBezTo>
                  <a:pt x="2073254" y="3020493"/>
                  <a:pt x="1967260" y="3020493"/>
                  <a:pt x="1860554" y="3020493"/>
                </a:cubicBezTo>
                <a:cubicBezTo>
                  <a:pt x="1861265" y="3010533"/>
                  <a:pt x="1861976" y="3003420"/>
                  <a:pt x="1862687" y="2996306"/>
                </a:cubicBezTo>
                <a:cubicBezTo>
                  <a:pt x="1863399" y="2988481"/>
                  <a:pt x="1864110" y="2980656"/>
                  <a:pt x="1864822" y="2973542"/>
                </a:cubicBezTo>
                <a:cubicBezTo>
                  <a:pt x="1821428" y="2967851"/>
                  <a:pt x="1816448" y="2974253"/>
                  <a:pt x="1818582" y="3034720"/>
                </a:cubicBezTo>
                <a:cubicBezTo>
                  <a:pt x="2078234" y="3034720"/>
                  <a:pt x="2337885" y="3034720"/>
                  <a:pt x="2598248" y="3034720"/>
                </a:cubicBezTo>
                <a:cubicBezTo>
                  <a:pt x="2600916" y="2988304"/>
                  <a:pt x="2597581" y="2972297"/>
                  <a:pt x="2575340" y="2971397"/>
                </a:cubicBezTo>
                <a:close/>
                <a:moveTo>
                  <a:pt x="2524266" y="2757996"/>
                </a:moveTo>
                <a:cubicBezTo>
                  <a:pt x="2537070" y="2813483"/>
                  <a:pt x="2549875" y="2869682"/>
                  <a:pt x="2563391" y="2928726"/>
                </a:cubicBezTo>
                <a:cubicBezTo>
                  <a:pt x="2332906" y="2928726"/>
                  <a:pt x="2105266" y="2928726"/>
                  <a:pt x="1871224" y="2928726"/>
                </a:cubicBezTo>
                <a:cubicBezTo>
                  <a:pt x="1883317" y="2873950"/>
                  <a:pt x="1893277" y="2822020"/>
                  <a:pt x="1906081" y="2771512"/>
                </a:cubicBezTo>
                <a:cubicBezTo>
                  <a:pt x="1907505" y="2765822"/>
                  <a:pt x="1919598" y="2758708"/>
                  <a:pt x="1927422" y="2758708"/>
                </a:cubicBezTo>
                <a:cubicBezTo>
                  <a:pt x="2124473" y="2757996"/>
                  <a:pt x="2322235" y="2757996"/>
                  <a:pt x="2524266" y="2757996"/>
                </a:cubicBezTo>
                <a:close/>
                <a:moveTo>
                  <a:pt x="2431075" y="2735943"/>
                </a:moveTo>
                <a:cubicBezTo>
                  <a:pt x="2254655" y="2736654"/>
                  <a:pt x="2078234" y="2737366"/>
                  <a:pt x="1901813" y="2738789"/>
                </a:cubicBezTo>
                <a:cubicBezTo>
                  <a:pt x="1888297" y="2738789"/>
                  <a:pt x="1865533" y="2744480"/>
                  <a:pt x="1863399" y="2752304"/>
                </a:cubicBezTo>
                <a:cubicBezTo>
                  <a:pt x="1846326" y="2814905"/>
                  <a:pt x="1833521" y="2878218"/>
                  <a:pt x="1818582" y="2945798"/>
                </a:cubicBezTo>
                <a:cubicBezTo>
                  <a:pt x="2086770" y="2946510"/>
                  <a:pt x="2349267" y="2946510"/>
                  <a:pt x="2618166" y="2946510"/>
                </a:cubicBezTo>
                <a:cubicBezTo>
                  <a:pt x="2602516" y="2878929"/>
                  <a:pt x="2588289" y="2814194"/>
                  <a:pt x="2571927" y="2750882"/>
                </a:cubicBezTo>
                <a:cubicBezTo>
                  <a:pt x="2570505" y="2744480"/>
                  <a:pt x="2554143" y="2737366"/>
                  <a:pt x="2544895" y="2736654"/>
                </a:cubicBezTo>
                <a:cubicBezTo>
                  <a:pt x="2507192" y="2735231"/>
                  <a:pt x="2469490" y="2735943"/>
                  <a:pt x="2431075" y="2735943"/>
                </a:cubicBezTo>
                <a:close/>
                <a:moveTo>
                  <a:pt x="3009422" y="2574372"/>
                </a:moveTo>
                <a:cubicBezTo>
                  <a:pt x="3038588" y="2574283"/>
                  <a:pt x="3067755" y="2574817"/>
                  <a:pt x="3096921" y="2577307"/>
                </a:cubicBezTo>
                <a:cubicBezTo>
                  <a:pt x="3111149" y="2578729"/>
                  <a:pt x="3122531" y="2606473"/>
                  <a:pt x="3136047" y="2622124"/>
                </a:cubicBezTo>
                <a:cubicBezTo>
                  <a:pt x="3133201" y="2624969"/>
                  <a:pt x="3131067" y="2628526"/>
                  <a:pt x="3128933" y="2632794"/>
                </a:cubicBezTo>
                <a:cubicBezTo>
                  <a:pt x="3069178" y="2632794"/>
                  <a:pt x="3010133" y="2635639"/>
                  <a:pt x="2951090" y="2630660"/>
                </a:cubicBezTo>
                <a:cubicBezTo>
                  <a:pt x="2937573" y="2629237"/>
                  <a:pt x="2926903" y="2600071"/>
                  <a:pt x="2914809" y="2583709"/>
                </a:cubicBezTo>
                <a:cubicBezTo>
                  <a:pt x="2916944" y="2580864"/>
                  <a:pt x="2919789" y="2578018"/>
                  <a:pt x="2921923" y="2575173"/>
                </a:cubicBezTo>
                <a:cubicBezTo>
                  <a:pt x="2951089" y="2575173"/>
                  <a:pt x="2980256" y="2574461"/>
                  <a:pt x="3009422" y="2574372"/>
                </a:cubicBezTo>
                <a:close/>
                <a:moveTo>
                  <a:pt x="1309949" y="2573750"/>
                </a:moveTo>
                <a:cubicBezTo>
                  <a:pt x="1349075" y="2573750"/>
                  <a:pt x="1387489" y="2573750"/>
                  <a:pt x="1426615" y="2573750"/>
                </a:cubicBezTo>
                <a:cubicBezTo>
                  <a:pt x="1419501" y="2632794"/>
                  <a:pt x="1417367" y="2634928"/>
                  <a:pt x="1364014" y="2634928"/>
                </a:cubicBezTo>
                <a:cubicBezTo>
                  <a:pt x="1326311" y="2634928"/>
                  <a:pt x="1288608" y="2634928"/>
                  <a:pt x="1248060" y="2634928"/>
                </a:cubicBezTo>
                <a:cubicBezTo>
                  <a:pt x="1257308" y="2575884"/>
                  <a:pt x="1260153" y="2573750"/>
                  <a:pt x="1309949" y="2573750"/>
                </a:cubicBezTo>
                <a:close/>
                <a:moveTo>
                  <a:pt x="1128549" y="2573750"/>
                </a:moveTo>
                <a:cubicBezTo>
                  <a:pt x="1166964" y="2573039"/>
                  <a:pt x="1203955" y="2573750"/>
                  <a:pt x="1244503" y="2573750"/>
                </a:cubicBezTo>
                <a:cubicBezTo>
                  <a:pt x="1228141" y="2635640"/>
                  <a:pt x="1228141" y="2635640"/>
                  <a:pt x="1172654" y="2635640"/>
                </a:cubicBezTo>
                <a:cubicBezTo>
                  <a:pt x="1135663" y="2635640"/>
                  <a:pt x="1097960" y="2635640"/>
                  <a:pt x="1059546" y="2635640"/>
                </a:cubicBezTo>
                <a:cubicBezTo>
                  <a:pt x="1072351" y="2577307"/>
                  <a:pt x="1075908" y="2574462"/>
                  <a:pt x="1128549" y="2573750"/>
                </a:cubicBezTo>
                <a:close/>
                <a:moveTo>
                  <a:pt x="2633017" y="2573661"/>
                </a:moveTo>
                <a:cubicBezTo>
                  <a:pt x="2659071" y="2573572"/>
                  <a:pt x="2683613" y="2574106"/>
                  <a:pt x="2707800" y="2576596"/>
                </a:cubicBezTo>
                <a:cubicBezTo>
                  <a:pt x="2719181" y="2578018"/>
                  <a:pt x="2727718" y="2605762"/>
                  <a:pt x="2737677" y="2620701"/>
                </a:cubicBezTo>
                <a:cubicBezTo>
                  <a:pt x="2734832" y="2624969"/>
                  <a:pt x="2731986" y="2629237"/>
                  <a:pt x="2729852" y="2633506"/>
                </a:cubicBezTo>
                <a:cubicBezTo>
                  <a:pt x="2680768" y="2633506"/>
                  <a:pt x="2631682" y="2636351"/>
                  <a:pt x="2582598" y="2631372"/>
                </a:cubicBezTo>
                <a:cubicBezTo>
                  <a:pt x="2571216" y="2629949"/>
                  <a:pt x="2563391" y="2600782"/>
                  <a:pt x="2549163" y="2574462"/>
                </a:cubicBezTo>
                <a:cubicBezTo>
                  <a:pt x="2579397" y="2574462"/>
                  <a:pt x="2606962" y="2573750"/>
                  <a:pt x="2633017" y="2573661"/>
                </a:cubicBezTo>
                <a:close/>
                <a:moveTo>
                  <a:pt x="3206117" y="2573394"/>
                </a:moveTo>
                <a:cubicBezTo>
                  <a:pt x="3230481" y="2573216"/>
                  <a:pt x="3254846" y="2573749"/>
                  <a:pt x="3279033" y="2576595"/>
                </a:cubicBezTo>
                <a:cubicBezTo>
                  <a:pt x="3293260" y="2578018"/>
                  <a:pt x="3304642" y="2605762"/>
                  <a:pt x="3316735" y="2621412"/>
                </a:cubicBezTo>
                <a:cubicBezTo>
                  <a:pt x="3314601" y="2624968"/>
                  <a:pt x="3312467" y="2628526"/>
                  <a:pt x="3310332" y="2632082"/>
                </a:cubicBezTo>
                <a:cubicBezTo>
                  <a:pt x="3263382" y="2632082"/>
                  <a:pt x="3215720" y="2636350"/>
                  <a:pt x="3170192" y="2629948"/>
                </a:cubicBezTo>
                <a:cubicBezTo>
                  <a:pt x="3153830" y="2627814"/>
                  <a:pt x="3141026" y="2600782"/>
                  <a:pt x="3126087" y="2585843"/>
                </a:cubicBezTo>
                <a:cubicBezTo>
                  <a:pt x="3128221" y="2582286"/>
                  <a:pt x="3131067" y="2578729"/>
                  <a:pt x="3133201" y="2574461"/>
                </a:cubicBezTo>
                <a:cubicBezTo>
                  <a:pt x="3157387" y="2574461"/>
                  <a:pt x="3181752" y="2573572"/>
                  <a:pt x="3206117" y="2573394"/>
                </a:cubicBezTo>
                <a:close/>
                <a:moveTo>
                  <a:pt x="3560737" y="2573128"/>
                </a:moveTo>
                <a:cubicBezTo>
                  <a:pt x="3585279" y="2572861"/>
                  <a:pt x="3608399" y="2573395"/>
                  <a:pt x="3631163" y="2576596"/>
                </a:cubicBezTo>
                <a:cubicBezTo>
                  <a:pt x="3648948" y="2578730"/>
                  <a:pt x="3663175" y="2605051"/>
                  <a:pt x="3679536" y="2620702"/>
                </a:cubicBezTo>
                <a:cubicBezTo>
                  <a:pt x="3678113" y="2623547"/>
                  <a:pt x="3676691" y="2627104"/>
                  <a:pt x="3674556" y="2629949"/>
                </a:cubicBezTo>
                <a:cubicBezTo>
                  <a:pt x="3624049" y="2629949"/>
                  <a:pt x="3572830" y="2633506"/>
                  <a:pt x="3523034" y="2627815"/>
                </a:cubicBezTo>
                <a:cubicBezTo>
                  <a:pt x="3510229" y="2625681"/>
                  <a:pt x="3499559" y="2597226"/>
                  <a:pt x="3481774" y="2574462"/>
                </a:cubicBezTo>
                <a:cubicBezTo>
                  <a:pt x="3510229" y="2574462"/>
                  <a:pt x="3536194" y="2573395"/>
                  <a:pt x="3560737" y="2573128"/>
                </a:cubicBezTo>
                <a:close/>
                <a:moveTo>
                  <a:pt x="1497752" y="2573039"/>
                </a:moveTo>
                <a:cubicBezTo>
                  <a:pt x="1535455" y="2573039"/>
                  <a:pt x="1572447" y="2573039"/>
                  <a:pt x="1610149" y="2573039"/>
                </a:cubicBezTo>
                <a:cubicBezTo>
                  <a:pt x="1608015" y="2632795"/>
                  <a:pt x="1605170" y="2634929"/>
                  <a:pt x="1551817" y="2634929"/>
                </a:cubicBezTo>
                <a:cubicBezTo>
                  <a:pt x="1512692" y="2634929"/>
                  <a:pt x="1474277" y="2634929"/>
                  <a:pt x="1432306" y="2634929"/>
                </a:cubicBezTo>
                <a:cubicBezTo>
                  <a:pt x="1447245" y="2573751"/>
                  <a:pt x="1447245" y="2573751"/>
                  <a:pt x="1497752" y="2573039"/>
                </a:cubicBezTo>
                <a:close/>
                <a:moveTo>
                  <a:pt x="812699" y="2573039"/>
                </a:moveTo>
                <a:cubicBezTo>
                  <a:pt x="894508" y="2573039"/>
                  <a:pt x="975604" y="2573039"/>
                  <a:pt x="1058124" y="2573039"/>
                </a:cubicBezTo>
                <a:cubicBezTo>
                  <a:pt x="1046030" y="2629949"/>
                  <a:pt x="1041050" y="2634929"/>
                  <a:pt x="991254" y="2634929"/>
                </a:cubicBezTo>
                <a:cubicBezTo>
                  <a:pt x="917983" y="2634929"/>
                  <a:pt x="844000" y="2634929"/>
                  <a:pt x="770731" y="2634929"/>
                </a:cubicBezTo>
                <a:cubicBezTo>
                  <a:pt x="759348" y="2634929"/>
                  <a:pt x="747965" y="2634217"/>
                  <a:pt x="735872" y="2633506"/>
                </a:cubicBezTo>
                <a:cubicBezTo>
                  <a:pt x="754368" y="2577307"/>
                  <a:pt x="759348" y="2573039"/>
                  <a:pt x="812699" y="2573039"/>
                </a:cubicBezTo>
                <a:close/>
                <a:moveTo>
                  <a:pt x="2811838" y="2572683"/>
                </a:moveTo>
                <a:cubicBezTo>
                  <a:pt x="2836914" y="2572505"/>
                  <a:pt x="2860389" y="2573038"/>
                  <a:pt x="2883509" y="2575884"/>
                </a:cubicBezTo>
                <a:cubicBezTo>
                  <a:pt x="2897736" y="2578018"/>
                  <a:pt x="2908407" y="2605762"/>
                  <a:pt x="2921211" y="2621412"/>
                </a:cubicBezTo>
                <a:cubicBezTo>
                  <a:pt x="2919077" y="2624969"/>
                  <a:pt x="2916943" y="2628526"/>
                  <a:pt x="2914808" y="2631371"/>
                </a:cubicBezTo>
                <a:cubicBezTo>
                  <a:pt x="2864301" y="2631371"/>
                  <a:pt x="2813794" y="2634217"/>
                  <a:pt x="2763998" y="2629237"/>
                </a:cubicBezTo>
                <a:cubicBezTo>
                  <a:pt x="2752616" y="2627815"/>
                  <a:pt x="2744791" y="2597937"/>
                  <a:pt x="2730563" y="2573750"/>
                </a:cubicBezTo>
                <a:cubicBezTo>
                  <a:pt x="2760085" y="2573750"/>
                  <a:pt x="2786762" y="2572861"/>
                  <a:pt x="2811838" y="2572683"/>
                </a:cubicBezTo>
                <a:close/>
                <a:moveTo>
                  <a:pt x="3382004" y="2572416"/>
                </a:moveTo>
                <a:cubicBezTo>
                  <a:pt x="3404412" y="2572149"/>
                  <a:pt x="3426643" y="2572683"/>
                  <a:pt x="3448339" y="2575884"/>
                </a:cubicBezTo>
                <a:cubicBezTo>
                  <a:pt x="3466836" y="2578729"/>
                  <a:pt x="3482486" y="2604339"/>
                  <a:pt x="3499559" y="2619278"/>
                </a:cubicBezTo>
                <a:cubicBezTo>
                  <a:pt x="3497424" y="2622835"/>
                  <a:pt x="3495291" y="2626392"/>
                  <a:pt x="3493156" y="2630660"/>
                </a:cubicBezTo>
                <a:cubicBezTo>
                  <a:pt x="3443360" y="2630660"/>
                  <a:pt x="3393564" y="2634217"/>
                  <a:pt x="3343768" y="2628525"/>
                </a:cubicBezTo>
                <a:cubicBezTo>
                  <a:pt x="3330252" y="2627103"/>
                  <a:pt x="3318870" y="2599359"/>
                  <a:pt x="3306776" y="2582998"/>
                </a:cubicBezTo>
                <a:cubicBezTo>
                  <a:pt x="3310333" y="2579441"/>
                  <a:pt x="3312467" y="2576595"/>
                  <a:pt x="3314602" y="2573750"/>
                </a:cubicBezTo>
                <a:cubicBezTo>
                  <a:pt x="3337010" y="2573750"/>
                  <a:pt x="3359596" y="2572683"/>
                  <a:pt x="3382004" y="2572416"/>
                </a:cubicBezTo>
                <a:close/>
                <a:moveTo>
                  <a:pt x="1677731" y="2572327"/>
                </a:moveTo>
                <a:cubicBezTo>
                  <a:pt x="1951609" y="2572327"/>
                  <a:pt x="2225488" y="2572327"/>
                  <a:pt x="2499367" y="2573039"/>
                </a:cubicBezTo>
                <a:cubicBezTo>
                  <a:pt x="2545606" y="2573039"/>
                  <a:pt x="2548452" y="2576595"/>
                  <a:pt x="2544895" y="2631372"/>
                </a:cubicBezTo>
                <a:cubicBezTo>
                  <a:pt x="2237582" y="2631372"/>
                  <a:pt x="1930980" y="2631372"/>
                  <a:pt x="1623666" y="2631372"/>
                </a:cubicBezTo>
                <a:cubicBezTo>
                  <a:pt x="1625089" y="2575884"/>
                  <a:pt x="1627223" y="2572327"/>
                  <a:pt x="1677731" y="2572327"/>
                </a:cubicBezTo>
                <a:close/>
                <a:moveTo>
                  <a:pt x="2263902" y="2505458"/>
                </a:moveTo>
                <a:cubicBezTo>
                  <a:pt x="2323658" y="2505458"/>
                  <a:pt x="2374166" y="2505458"/>
                  <a:pt x="2426096" y="2505458"/>
                </a:cubicBezTo>
                <a:cubicBezTo>
                  <a:pt x="2428941" y="2521108"/>
                  <a:pt x="2431076" y="2536047"/>
                  <a:pt x="2434632" y="2557388"/>
                </a:cubicBezTo>
                <a:cubicBezTo>
                  <a:pt x="2382702" y="2557388"/>
                  <a:pt x="2333617" y="2559522"/>
                  <a:pt x="2285243" y="2555254"/>
                </a:cubicBezTo>
                <a:cubicBezTo>
                  <a:pt x="2278130" y="2554543"/>
                  <a:pt x="2272439" y="2526799"/>
                  <a:pt x="2263902" y="2505458"/>
                </a:cubicBezTo>
                <a:close/>
                <a:moveTo>
                  <a:pt x="2698462" y="2504213"/>
                </a:moveTo>
                <a:cubicBezTo>
                  <a:pt x="2723271" y="2504213"/>
                  <a:pt x="2747991" y="2504747"/>
                  <a:pt x="2772533" y="2506881"/>
                </a:cubicBezTo>
                <a:cubicBezTo>
                  <a:pt x="2780359" y="2507592"/>
                  <a:pt x="2786050" y="2535336"/>
                  <a:pt x="2796721" y="2558100"/>
                </a:cubicBezTo>
                <a:cubicBezTo>
                  <a:pt x="2741945" y="2558100"/>
                  <a:pt x="2697840" y="2560945"/>
                  <a:pt x="2654446" y="2555965"/>
                </a:cubicBezTo>
                <a:cubicBezTo>
                  <a:pt x="2640930" y="2554542"/>
                  <a:pt x="2629548" y="2531068"/>
                  <a:pt x="2616743" y="2518263"/>
                </a:cubicBezTo>
                <a:cubicBezTo>
                  <a:pt x="2618878" y="2513995"/>
                  <a:pt x="2621723" y="2509015"/>
                  <a:pt x="2623857" y="2504746"/>
                </a:cubicBezTo>
                <a:cubicBezTo>
                  <a:pt x="2648755" y="2504746"/>
                  <a:pt x="2673653" y="2504213"/>
                  <a:pt x="2698462" y="2504213"/>
                </a:cubicBezTo>
                <a:close/>
                <a:moveTo>
                  <a:pt x="3520100" y="2503680"/>
                </a:moveTo>
                <a:cubicBezTo>
                  <a:pt x="3543308" y="2503502"/>
                  <a:pt x="3566428" y="2504036"/>
                  <a:pt x="3589192" y="2506882"/>
                </a:cubicBezTo>
                <a:cubicBezTo>
                  <a:pt x="3604842" y="2509015"/>
                  <a:pt x="3617647" y="2533202"/>
                  <a:pt x="3632586" y="2547429"/>
                </a:cubicBezTo>
                <a:cubicBezTo>
                  <a:pt x="3629739" y="2550275"/>
                  <a:pt x="3627606" y="2554543"/>
                  <a:pt x="3626183" y="2558100"/>
                </a:cubicBezTo>
                <a:cubicBezTo>
                  <a:pt x="3580655" y="2558100"/>
                  <a:pt x="3534416" y="2561657"/>
                  <a:pt x="3490311" y="2555966"/>
                </a:cubicBezTo>
                <a:cubicBezTo>
                  <a:pt x="3473949" y="2553831"/>
                  <a:pt x="3460433" y="2528934"/>
                  <a:pt x="3445494" y="2514706"/>
                </a:cubicBezTo>
                <a:cubicBezTo>
                  <a:pt x="3446917" y="2511149"/>
                  <a:pt x="3449051" y="2507593"/>
                  <a:pt x="3450474" y="2504747"/>
                </a:cubicBezTo>
                <a:cubicBezTo>
                  <a:pt x="3473594" y="2504747"/>
                  <a:pt x="3496891" y="2503858"/>
                  <a:pt x="3520100" y="2503680"/>
                </a:cubicBezTo>
                <a:close/>
                <a:moveTo>
                  <a:pt x="2450993" y="2503324"/>
                </a:moveTo>
                <a:cubicBezTo>
                  <a:pt x="2495810" y="2503324"/>
                  <a:pt x="2540627" y="2501901"/>
                  <a:pt x="2585443" y="2504035"/>
                </a:cubicBezTo>
                <a:cubicBezTo>
                  <a:pt x="2618166" y="2505458"/>
                  <a:pt x="2606784" y="2533913"/>
                  <a:pt x="2612475" y="2558099"/>
                </a:cubicBezTo>
                <a:cubicBezTo>
                  <a:pt x="2562679" y="2558099"/>
                  <a:pt x="2515729" y="2560944"/>
                  <a:pt x="2469489" y="2555965"/>
                </a:cubicBezTo>
                <a:cubicBezTo>
                  <a:pt x="2458819" y="2554543"/>
                  <a:pt x="2450282" y="2528222"/>
                  <a:pt x="2441034" y="2513283"/>
                </a:cubicBezTo>
                <a:cubicBezTo>
                  <a:pt x="2444591" y="2509727"/>
                  <a:pt x="2448148" y="2506881"/>
                  <a:pt x="2450993" y="2503324"/>
                </a:cubicBezTo>
                <a:close/>
                <a:moveTo>
                  <a:pt x="3345102" y="2502969"/>
                </a:moveTo>
                <a:cubicBezTo>
                  <a:pt x="3367777" y="2502791"/>
                  <a:pt x="3390363" y="2503325"/>
                  <a:pt x="3412771" y="2506171"/>
                </a:cubicBezTo>
                <a:cubicBezTo>
                  <a:pt x="3428421" y="2508304"/>
                  <a:pt x="3440515" y="2533202"/>
                  <a:pt x="3454030" y="2547429"/>
                </a:cubicBezTo>
                <a:cubicBezTo>
                  <a:pt x="3451896" y="2550275"/>
                  <a:pt x="3449762" y="2553832"/>
                  <a:pt x="3447628" y="2558100"/>
                </a:cubicBezTo>
                <a:cubicBezTo>
                  <a:pt x="3402811" y="2558100"/>
                  <a:pt x="3357995" y="2561657"/>
                  <a:pt x="3313890" y="2555967"/>
                </a:cubicBezTo>
                <a:cubicBezTo>
                  <a:pt x="3298240" y="2553832"/>
                  <a:pt x="3284724" y="2529645"/>
                  <a:pt x="3270496" y="2516129"/>
                </a:cubicBezTo>
                <a:cubicBezTo>
                  <a:pt x="3272631" y="2511861"/>
                  <a:pt x="3274764" y="2508304"/>
                  <a:pt x="3276899" y="2504036"/>
                </a:cubicBezTo>
                <a:cubicBezTo>
                  <a:pt x="3299663" y="2504036"/>
                  <a:pt x="3322427" y="2503147"/>
                  <a:pt x="3345102" y="2502969"/>
                </a:cubicBezTo>
                <a:close/>
                <a:moveTo>
                  <a:pt x="3106969" y="2502791"/>
                </a:moveTo>
                <a:cubicBezTo>
                  <a:pt x="3149741" y="2502791"/>
                  <a:pt x="3192245" y="2503325"/>
                  <a:pt x="3234928" y="2505459"/>
                </a:cubicBezTo>
                <a:cubicBezTo>
                  <a:pt x="3249866" y="2506170"/>
                  <a:pt x="3264094" y="2531779"/>
                  <a:pt x="3278321" y="2546007"/>
                </a:cubicBezTo>
                <a:cubicBezTo>
                  <a:pt x="3276187" y="2550275"/>
                  <a:pt x="3274053" y="2554543"/>
                  <a:pt x="3271919" y="2558100"/>
                </a:cubicBezTo>
                <a:cubicBezTo>
                  <a:pt x="3242041" y="2558100"/>
                  <a:pt x="3212164" y="2558100"/>
                  <a:pt x="3181574" y="2558100"/>
                </a:cubicBezTo>
                <a:cubicBezTo>
                  <a:pt x="3131778" y="2558100"/>
                  <a:pt x="3081982" y="2558100"/>
                  <a:pt x="3032897" y="2558100"/>
                </a:cubicBezTo>
                <a:cubicBezTo>
                  <a:pt x="2987369" y="2558100"/>
                  <a:pt x="2985947" y="2557389"/>
                  <a:pt x="2977410" y="2503324"/>
                </a:cubicBezTo>
                <a:cubicBezTo>
                  <a:pt x="3021160" y="2503324"/>
                  <a:pt x="3064198" y="2502791"/>
                  <a:pt x="3106969" y="2502791"/>
                </a:cubicBezTo>
                <a:close/>
                <a:moveTo>
                  <a:pt x="2165555" y="2502791"/>
                </a:moveTo>
                <a:cubicBezTo>
                  <a:pt x="2189920" y="2502791"/>
                  <a:pt x="2213751" y="2503325"/>
                  <a:pt x="2237582" y="2505459"/>
                </a:cubicBezTo>
                <a:cubicBezTo>
                  <a:pt x="2246118" y="2506882"/>
                  <a:pt x="2251098" y="2534625"/>
                  <a:pt x="2261769" y="2558100"/>
                </a:cubicBezTo>
                <a:cubicBezTo>
                  <a:pt x="2202013" y="2558100"/>
                  <a:pt x="2156485" y="2560234"/>
                  <a:pt x="2110246" y="2557389"/>
                </a:cubicBezTo>
                <a:cubicBezTo>
                  <a:pt x="2071120" y="2555255"/>
                  <a:pt x="2097441" y="2526088"/>
                  <a:pt x="2090327" y="2503324"/>
                </a:cubicBezTo>
                <a:cubicBezTo>
                  <a:pt x="2116292" y="2503324"/>
                  <a:pt x="2141190" y="2502791"/>
                  <a:pt x="2165555" y="2502791"/>
                </a:cubicBezTo>
                <a:close/>
                <a:moveTo>
                  <a:pt x="1957301" y="2502613"/>
                </a:moveTo>
                <a:cubicBezTo>
                  <a:pt x="1994291" y="2502613"/>
                  <a:pt x="2031994" y="2502613"/>
                  <a:pt x="2068274" y="2502613"/>
                </a:cubicBezTo>
                <a:cubicBezTo>
                  <a:pt x="2077522" y="2556677"/>
                  <a:pt x="2076810" y="2558811"/>
                  <a:pt x="2028438" y="2558811"/>
                </a:cubicBezTo>
                <a:cubicBezTo>
                  <a:pt x="1990023" y="2558811"/>
                  <a:pt x="1951609" y="2558811"/>
                  <a:pt x="1913195" y="2558811"/>
                </a:cubicBezTo>
                <a:cubicBezTo>
                  <a:pt x="1908927" y="2504747"/>
                  <a:pt x="1910349" y="2503325"/>
                  <a:pt x="1957301" y="2502613"/>
                </a:cubicBezTo>
                <a:close/>
                <a:moveTo>
                  <a:pt x="1775900" y="2502613"/>
                </a:moveTo>
                <a:cubicBezTo>
                  <a:pt x="1813602" y="2502613"/>
                  <a:pt x="1851305" y="2502613"/>
                  <a:pt x="1891142" y="2502613"/>
                </a:cubicBezTo>
                <a:cubicBezTo>
                  <a:pt x="1895410" y="2557388"/>
                  <a:pt x="1894698" y="2558100"/>
                  <a:pt x="1846326" y="2558100"/>
                </a:cubicBezTo>
                <a:cubicBezTo>
                  <a:pt x="1808623" y="2558100"/>
                  <a:pt x="1770920" y="2558100"/>
                  <a:pt x="1733928" y="2558100"/>
                </a:cubicBezTo>
                <a:cubicBezTo>
                  <a:pt x="1727526" y="2507592"/>
                  <a:pt x="1731083" y="2502613"/>
                  <a:pt x="1775900" y="2502613"/>
                </a:cubicBezTo>
                <a:close/>
                <a:moveTo>
                  <a:pt x="1599478" y="2502613"/>
                </a:moveTo>
                <a:cubicBezTo>
                  <a:pt x="1637181" y="2502613"/>
                  <a:pt x="1674173" y="2502613"/>
                  <a:pt x="1711164" y="2502613"/>
                </a:cubicBezTo>
                <a:cubicBezTo>
                  <a:pt x="1717566" y="2552409"/>
                  <a:pt x="1713298" y="2558100"/>
                  <a:pt x="1668482" y="2558100"/>
                </a:cubicBezTo>
                <a:cubicBezTo>
                  <a:pt x="1628645" y="2558100"/>
                  <a:pt x="1589519" y="2558100"/>
                  <a:pt x="1549682" y="2558100"/>
                </a:cubicBezTo>
                <a:cubicBezTo>
                  <a:pt x="1553239" y="2504747"/>
                  <a:pt x="1554662" y="2502613"/>
                  <a:pt x="1599478" y="2502613"/>
                </a:cubicBezTo>
                <a:close/>
                <a:moveTo>
                  <a:pt x="1420213" y="2502613"/>
                </a:moveTo>
                <a:cubicBezTo>
                  <a:pt x="1457915" y="2502613"/>
                  <a:pt x="1495618" y="2502613"/>
                  <a:pt x="1536166" y="2502613"/>
                </a:cubicBezTo>
                <a:cubicBezTo>
                  <a:pt x="1531187" y="2557388"/>
                  <a:pt x="1530475" y="2558100"/>
                  <a:pt x="1484236" y="2558100"/>
                </a:cubicBezTo>
                <a:cubicBezTo>
                  <a:pt x="1445822" y="2558100"/>
                  <a:pt x="1406697" y="2558100"/>
                  <a:pt x="1367571" y="2558100"/>
                </a:cubicBezTo>
                <a:cubicBezTo>
                  <a:pt x="1371128" y="2506170"/>
                  <a:pt x="1374685" y="2502613"/>
                  <a:pt x="1420213" y="2502613"/>
                </a:cubicBezTo>
                <a:close/>
                <a:moveTo>
                  <a:pt x="1240947" y="2502613"/>
                </a:moveTo>
                <a:cubicBezTo>
                  <a:pt x="1279361" y="2502613"/>
                  <a:pt x="1318487" y="2502613"/>
                  <a:pt x="1357613" y="2502613"/>
                </a:cubicBezTo>
                <a:cubicBezTo>
                  <a:pt x="1349076" y="2557388"/>
                  <a:pt x="1347653" y="2558100"/>
                  <a:pt x="1300703" y="2558100"/>
                </a:cubicBezTo>
                <a:cubicBezTo>
                  <a:pt x="1261577" y="2558100"/>
                  <a:pt x="1223163" y="2558100"/>
                  <a:pt x="1184037" y="2558100"/>
                </a:cubicBezTo>
                <a:cubicBezTo>
                  <a:pt x="1191863" y="2506881"/>
                  <a:pt x="1196130" y="2502613"/>
                  <a:pt x="1240947" y="2502613"/>
                </a:cubicBezTo>
                <a:close/>
                <a:moveTo>
                  <a:pt x="2870348" y="2502257"/>
                </a:moveTo>
                <a:cubicBezTo>
                  <a:pt x="2893289" y="2502079"/>
                  <a:pt x="2916231" y="2502612"/>
                  <a:pt x="2938995" y="2505458"/>
                </a:cubicBezTo>
                <a:cubicBezTo>
                  <a:pt x="2952512" y="2506881"/>
                  <a:pt x="2963182" y="2533202"/>
                  <a:pt x="2975275" y="2547429"/>
                </a:cubicBezTo>
                <a:cubicBezTo>
                  <a:pt x="2972430" y="2550986"/>
                  <a:pt x="2968873" y="2554543"/>
                  <a:pt x="2966027" y="2558100"/>
                </a:cubicBezTo>
                <a:cubicBezTo>
                  <a:pt x="2921211" y="2558100"/>
                  <a:pt x="2875683" y="2561657"/>
                  <a:pt x="2831578" y="2555966"/>
                </a:cubicBezTo>
                <a:cubicBezTo>
                  <a:pt x="2817351" y="2553831"/>
                  <a:pt x="2805969" y="2528222"/>
                  <a:pt x="2793875" y="2513283"/>
                </a:cubicBezTo>
                <a:cubicBezTo>
                  <a:pt x="2796721" y="2509726"/>
                  <a:pt x="2799566" y="2506170"/>
                  <a:pt x="2801701" y="2503324"/>
                </a:cubicBezTo>
                <a:cubicBezTo>
                  <a:pt x="2824464" y="2503324"/>
                  <a:pt x="2847406" y="2502435"/>
                  <a:pt x="2870348" y="2502257"/>
                </a:cubicBezTo>
                <a:close/>
                <a:moveTo>
                  <a:pt x="1060969" y="2501190"/>
                </a:moveTo>
                <a:cubicBezTo>
                  <a:pt x="1099383" y="2504747"/>
                  <a:pt x="1138509" y="2501901"/>
                  <a:pt x="1177634" y="2501901"/>
                </a:cubicBezTo>
                <a:cubicBezTo>
                  <a:pt x="1166252" y="2555966"/>
                  <a:pt x="1164118" y="2557389"/>
                  <a:pt x="1115745" y="2558100"/>
                </a:cubicBezTo>
                <a:cubicBezTo>
                  <a:pt x="1078754" y="2558100"/>
                  <a:pt x="1041050" y="2558100"/>
                  <a:pt x="998368" y="2558100"/>
                </a:cubicBezTo>
                <a:cubicBezTo>
                  <a:pt x="1006905" y="2519685"/>
                  <a:pt x="1021132" y="2498344"/>
                  <a:pt x="1060969" y="2501190"/>
                </a:cubicBezTo>
                <a:close/>
                <a:moveTo>
                  <a:pt x="857515" y="2501190"/>
                </a:moveTo>
                <a:cubicBezTo>
                  <a:pt x="903043" y="2504747"/>
                  <a:pt x="949282" y="2501901"/>
                  <a:pt x="995522" y="2501901"/>
                </a:cubicBezTo>
                <a:cubicBezTo>
                  <a:pt x="986985" y="2550986"/>
                  <a:pt x="979872" y="2557389"/>
                  <a:pt x="935055" y="2557389"/>
                </a:cubicBezTo>
                <a:cubicBezTo>
                  <a:pt x="884548" y="2558100"/>
                  <a:pt x="834041" y="2558100"/>
                  <a:pt x="780688" y="2558100"/>
                </a:cubicBezTo>
                <a:cubicBezTo>
                  <a:pt x="792781" y="2513283"/>
                  <a:pt x="816967" y="2498344"/>
                  <a:pt x="857515" y="2501190"/>
                </a:cubicBezTo>
                <a:close/>
                <a:moveTo>
                  <a:pt x="2189208" y="2440011"/>
                </a:moveTo>
                <a:cubicBezTo>
                  <a:pt x="2239004" y="2440011"/>
                  <a:pt x="2287378" y="2440011"/>
                  <a:pt x="2338596" y="2440011"/>
                </a:cubicBezTo>
                <a:cubicBezTo>
                  <a:pt x="2340731" y="2453528"/>
                  <a:pt x="2342865" y="2465620"/>
                  <a:pt x="2345710" y="2483405"/>
                </a:cubicBezTo>
                <a:cubicBezTo>
                  <a:pt x="2293780" y="2483405"/>
                  <a:pt x="2243272" y="2483405"/>
                  <a:pt x="2189208" y="2483405"/>
                </a:cubicBezTo>
                <a:cubicBezTo>
                  <a:pt x="2189208" y="2469178"/>
                  <a:pt x="2189208" y="2457084"/>
                  <a:pt x="2189208" y="2440011"/>
                </a:cubicBezTo>
                <a:close/>
                <a:moveTo>
                  <a:pt x="3481329" y="2439211"/>
                </a:moveTo>
                <a:cubicBezTo>
                  <a:pt x="3504360" y="2439122"/>
                  <a:pt x="3527301" y="2439656"/>
                  <a:pt x="3550065" y="2442146"/>
                </a:cubicBezTo>
                <a:cubicBezTo>
                  <a:pt x="3563581" y="2443568"/>
                  <a:pt x="3574252" y="2467044"/>
                  <a:pt x="3592036" y="2486962"/>
                </a:cubicBezTo>
                <a:cubicBezTo>
                  <a:pt x="3535837" y="2486962"/>
                  <a:pt x="3490310" y="2489807"/>
                  <a:pt x="3445494" y="2485539"/>
                </a:cubicBezTo>
                <a:cubicBezTo>
                  <a:pt x="3431977" y="2484117"/>
                  <a:pt x="3420595" y="2462064"/>
                  <a:pt x="3408502" y="2449259"/>
                </a:cubicBezTo>
                <a:cubicBezTo>
                  <a:pt x="3409925" y="2446414"/>
                  <a:pt x="3411348" y="2442857"/>
                  <a:pt x="3412059" y="2440012"/>
                </a:cubicBezTo>
                <a:cubicBezTo>
                  <a:pt x="3435179" y="2440012"/>
                  <a:pt x="3458298" y="2439300"/>
                  <a:pt x="3481329" y="2439211"/>
                </a:cubicBezTo>
                <a:close/>
                <a:moveTo>
                  <a:pt x="2599582" y="2438767"/>
                </a:moveTo>
                <a:cubicBezTo>
                  <a:pt x="2622790" y="2438767"/>
                  <a:pt x="2645910" y="2439301"/>
                  <a:pt x="2668674" y="2441435"/>
                </a:cubicBezTo>
                <a:cubicBezTo>
                  <a:pt x="2678633" y="2441435"/>
                  <a:pt x="2685747" y="2466332"/>
                  <a:pt x="2697840" y="2487673"/>
                </a:cubicBezTo>
                <a:cubicBezTo>
                  <a:pt x="2643064" y="2487673"/>
                  <a:pt x="2598248" y="2489808"/>
                  <a:pt x="2553431" y="2486251"/>
                </a:cubicBezTo>
                <a:cubicBezTo>
                  <a:pt x="2542049" y="2485540"/>
                  <a:pt x="2532801" y="2462776"/>
                  <a:pt x="2522842" y="2450682"/>
                </a:cubicBezTo>
                <a:cubicBezTo>
                  <a:pt x="2524976" y="2447126"/>
                  <a:pt x="2527821" y="2443569"/>
                  <a:pt x="2529956" y="2439300"/>
                </a:cubicBezTo>
                <a:cubicBezTo>
                  <a:pt x="2553076" y="2439300"/>
                  <a:pt x="2576373" y="2438767"/>
                  <a:pt x="2599582" y="2438767"/>
                </a:cubicBezTo>
                <a:close/>
                <a:moveTo>
                  <a:pt x="2768889" y="2438500"/>
                </a:moveTo>
                <a:cubicBezTo>
                  <a:pt x="2791564" y="2438412"/>
                  <a:pt x="2814150" y="2438945"/>
                  <a:pt x="2836558" y="2441435"/>
                </a:cubicBezTo>
                <a:cubicBezTo>
                  <a:pt x="2847229" y="2442857"/>
                  <a:pt x="2855766" y="2467044"/>
                  <a:pt x="2865725" y="2480560"/>
                </a:cubicBezTo>
                <a:cubicBezTo>
                  <a:pt x="2861457" y="2482694"/>
                  <a:pt x="2858611" y="2485540"/>
                  <a:pt x="2855054" y="2488385"/>
                </a:cubicBezTo>
                <a:cubicBezTo>
                  <a:pt x="2818774" y="2488385"/>
                  <a:pt x="2782495" y="2488385"/>
                  <a:pt x="2746214" y="2488385"/>
                </a:cubicBezTo>
                <a:cubicBezTo>
                  <a:pt x="2705665" y="2488385"/>
                  <a:pt x="2705665" y="2487674"/>
                  <a:pt x="2700686" y="2439301"/>
                </a:cubicBezTo>
                <a:cubicBezTo>
                  <a:pt x="2723450" y="2439301"/>
                  <a:pt x="2746214" y="2438589"/>
                  <a:pt x="2768889" y="2438500"/>
                </a:cubicBezTo>
                <a:close/>
                <a:moveTo>
                  <a:pt x="2428497" y="2437077"/>
                </a:moveTo>
                <a:cubicBezTo>
                  <a:pt x="2450816" y="2436988"/>
                  <a:pt x="2473046" y="2437522"/>
                  <a:pt x="2495099" y="2440012"/>
                </a:cubicBezTo>
                <a:cubicBezTo>
                  <a:pt x="2505770" y="2440723"/>
                  <a:pt x="2513595" y="2464910"/>
                  <a:pt x="2522843" y="2478426"/>
                </a:cubicBezTo>
                <a:cubicBezTo>
                  <a:pt x="2520708" y="2481271"/>
                  <a:pt x="2517863" y="2484828"/>
                  <a:pt x="2515729" y="2487674"/>
                </a:cubicBezTo>
                <a:cubicBezTo>
                  <a:pt x="2470201" y="2487674"/>
                  <a:pt x="2423962" y="2489808"/>
                  <a:pt x="2378434" y="2485539"/>
                </a:cubicBezTo>
                <a:cubicBezTo>
                  <a:pt x="2369186" y="2484828"/>
                  <a:pt x="2361361" y="2460642"/>
                  <a:pt x="2352824" y="2447125"/>
                </a:cubicBezTo>
                <a:cubicBezTo>
                  <a:pt x="2355670" y="2444280"/>
                  <a:pt x="2358515" y="2441434"/>
                  <a:pt x="2361361" y="2437878"/>
                </a:cubicBezTo>
                <a:cubicBezTo>
                  <a:pt x="2383769" y="2437878"/>
                  <a:pt x="2406177" y="2437166"/>
                  <a:pt x="2428497" y="2437077"/>
                </a:cubicBezTo>
                <a:close/>
                <a:moveTo>
                  <a:pt x="3101634" y="2436722"/>
                </a:moveTo>
                <a:cubicBezTo>
                  <a:pt x="3123597" y="2436455"/>
                  <a:pt x="3144227" y="2436811"/>
                  <a:pt x="3164501" y="2439301"/>
                </a:cubicBezTo>
                <a:cubicBezTo>
                  <a:pt x="3180863" y="2441435"/>
                  <a:pt x="3194379" y="2460642"/>
                  <a:pt x="3209318" y="2472735"/>
                </a:cubicBezTo>
                <a:cubicBezTo>
                  <a:pt x="3207183" y="2477003"/>
                  <a:pt x="3205761" y="2481271"/>
                  <a:pt x="3203626" y="2485540"/>
                </a:cubicBezTo>
                <a:cubicBezTo>
                  <a:pt x="3155254" y="2485540"/>
                  <a:pt x="3106880" y="2487674"/>
                  <a:pt x="3059218" y="2483406"/>
                </a:cubicBezTo>
                <a:cubicBezTo>
                  <a:pt x="3049970" y="2483406"/>
                  <a:pt x="3042856" y="2459219"/>
                  <a:pt x="3030763" y="2437878"/>
                </a:cubicBezTo>
                <a:cubicBezTo>
                  <a:pt x="3056373" y="2437878"/>
                  <a:pt x="3079670" y="2436989"/>
                  <a:pt x="3101634" y="2436722"/>
                </a:cubicBezTo>
                <a:close/>
                <a:moveTo>
                  <a:pt x="2934639" y="2436722"/>
                </a:moveTo>
                <a:cubicBezTo>
                  <a:pt x="2955714" y="2436455"/>
                  <a:pt x="2976699" y="2436811"/>
                  <a:pt x="2997329" y="2439301"/>
                </a:cubicBezTo>
                <a:cubicBezTo>
                  <a:pt x="3012268" y="2441435"/>
                  <a:pt x="3024362" y="2462776"/>
                  <a:pt x="3037877" y="2475580"/>
                </a:cubicBezTo>
                <a:cubicBezTo>
                  <a:pt x="3035743" y="2479138"/>
                  <a:pt x="3032897" y="2483406"/>
                  <a:pt x="3030764" y="2486962"/>
                </a:cubicBezTo>
                <a:cubicBezTo>
                  <a:pt x="2985236" y="2486962"/>
                  <a:pt x="2939708" y="2489808"/>
                  <a:pt x="2894891" y="2484829"/>
                </a:cubicBezTo>
                <a:cubicBezTo>
                  <a:pt x="2882798" y="2483406"/>
                  <a:pt x="2873550" y="2460642"/>
                  <a:pt x="2862879" y="2447126"/>
                </a:cubicBezTo>
                <a:cubicBezTo>
                  <a:pt x="2866436" y="2444992"/>
                  <a:pt x="2869281" y="2441435"/>
                  <a:pt x="2871416" y="2437878"/>
                </a:cubicBezTo>
                <a:cubicBezTo>
                  <a:pt x="2892401" y="2437878"/>
                  <a:pt x="2913565" y="2436989"/>
                  <a:pt x="2934639" y="2436722"/>
                </a:cubicBezTo>
                <a:close/>
                <a:moveTo>
                  <a:pt x="2056892" y="2436455"/>
                </a:moveTo>
                <a:cubicBezTo>
                  <a:pt x="2081791" y="2436455"/>
                  <a:pt x="2106688" y="2436455"/>
                  <a:pt x="2131587" y="2437167"/>
                </a:cubicBezTo>
                <a:cubicBezTo>
                  <a:pt x="2174270" y="2437878"/>
                  <a:pt x="2174981" y="2438590"/>
                  <a:pt x="2166444" y="2485540"/>
                </a:cubicBezTo>
                <a:cubicBezTo>
                  <a:pt x="2118070" y="2485540"/>
                  <a:pt x="2068986" y="2485540"/>
                  <a:pt x="2019901" y="2485540"/>
                </a:cubicBezTo>
                <a:cubicBezTo>
                  <a:pt x="2011364" y="2439301"/>
                  <a:pt x="2013499" y="2437167"/>
                  <a:pt x="2056892" y="2436455"/>
                </a:cubicBezTo>
                <a:close/>
                <a:moveTo>
                  <a:pt x="1889720" y="2435032"/>
                </a:moveTo>
                <a:cubicBezTo>
                  <a:pt x="1920309" y="2435032"/>
                  <a:pt x="1950898" y="2434321"/>
                  <a:pt x="1981487" y="2437166"/>
                </a:cubicBezTo>
                <a:cubicBezTo>
                  <a:pt x="1987889" y="2437878"/>
                  <a:pt x="1999271" y="2452816"/>
                  <a:pt x="1998560" y="2459930"/>
                </a:cubicBezTo>
                <a:cubicBezTo>
                  <a:pt x="1997848" y="2469889"/>
                  <a:pt x="1987889" y="2486251"/>
                  <a:pt x="1980775" y="2486251"/>
                </a:cubicBezTo>
                <a:cubicBezTo>
                  <a:pt x="1934536" y="2488385"/>
                  <a:pt x="1889008" y="2487674"/>
                  <a:pt x="1843480" y="2487674"/>
                </a:cubicBezTo>
                <a:cubicBezTo>
                  <a:pt x="1844191" y="2436455"/>
                  <a:pt x="1844903" y="2435032"/>
                  <a:pt x="1889720" y="2435032"/>
                </a:cubicBezTo>
                <a:close/>
                <a:moveTo>
                  <a:pt x="1711877" y="2435032"/>
                </a:moveTo>
                <a:cubicBezTo>
                  <a:pt x="1748868" y="2434321"/>
                  <a:pt x="1786571" y="2435032"/>
                  <a:pt x="1825697" y="2435032"/>
                </a:cubicBezTo>
                <a:cubicBezTo>
                  <a:pt x="1830676" y="2474158"/>
                  <a:pt x="1821428" y="2491231"/>
                  <a:pt x="1785148" y="2489096"/>
                </a:cubicBezTo>
                <a:cubicBezTo>
                  <a:pt x="1747445" y="2486251"/>
                  <a:pt x="1709742" y="2488385"/>
                  <a:pt x="1672750" y="2488385"/>
                </a:cubicBezTo>
                <a:cubicBezTo>
                  <a:pt x="1667059" y="2443569"/>
                  <a:pt x="1672750" y="2435744"/>
                  <a:pt x="1711877" y="2435032"/>
                </a:cubicBezTo>
                <a:close/>
                <a:moveTo>
                  <a:pt x="1543281" y="2434321"/>
                </a:moveTo>
                <a:cubicBezTo>
                  <a:pt x="1580272" y="2434321"/>
                  <a:pt x="1617263" y="2435033"/>
                  <a:pt x="1654967" y="2435033"/>
                </a:cubicBezTo>
                <a:cubicBezTo>
                  <a:pt x="1657100" y="2475581"/>
                  <a:pt x="1645007" y="2491231"/>
                  <a:pt x="1608727" y="2488385"/>
                </a:cubicBezTo>
                <a:cubicBezTo>
                  <a:pt x="1571025" y="2485540"/>
                  <a:pt x="1533322" y="2487674"/>
                  <a:pt x="1495619" y="2487674"/>
                </a:cubicBezTo>
                <a:cubicBezTo>
                  <a:pt x="1497754" y="2439301"/>
                  <a:pt x="1501310" y="2435033"/>
                  <a:pt x="1543281" y="2434321"/>
                </a:cubicBezTo>
                <a:close/>
                <a:moveTo>
                  <a:pt x="887395" y="2434321"/>
                </a:moveTo>
                <a:cubicBezTo>
                  <a:pt x="966357" y="2435744"/>
                  <a:pt x="1045320" y="2434321"/>
                  <a:pt x="1126416" y="2434321"/>
                </a:cubicBezTo>
                <a:cubicBezTo>
                  <a:pt x="1120014" y="2477003"/>
                  <a:pt x="1100095" y="2489096"/>
                  <a:pt x="1063815" y="2488385"/>
                </a:cubicBezTo>
                <a:cubicBezTo>
                  <a:pt x="984853" y="2485540"/>
                  <a:pt x="905890" y="2487673"/>
                  <a:pt x="824082" y="2487673"/>
                </a:cubicBezTo>
                <a:cubicBezTo>
                  <a:pt x="834041" y="2452817"/>
                  <a:pt x="848981" y="2432897"/>
                  <a:pt x="887395" y="2434321"/>
                </a:cubicBezTo>
                <a:close/>
                <a:moveTo>
                  <a:pt x="1368994" y="2433610"/>
                </a:moveTo>
                <a:cubicBezTo>
                  <a:pt x="1407407" y="2436455"/>
                  <a:pt x="1445110" y="2434322"/>
                  <a:pt x="1482814" y="2434322"/>
                </a:cubicBezTo>
                <a:cubicBezTo>
                  <a:pt x="1483525" y="2480560"/>
                  <a:pt x="1462895" y="2490520"/>
                  <a:pt x="1428037" y="2487674"/>
                </a:cubicBezTo>
                <a:cubicBezTo>
                  <a:pt x="1391758" y="2484829"/>
                  <a:pt x="1355477" y="2486963"/>
                  <a:pt x="1317063" y="2486963"/>
                </a:cubicBezTo>
                <a:cubicBezTo>
                  <a:pt x="1319198" y="2450683"/>
                  <a:pt x="1332002" y="2431476"/>
                  <a:pt x="1368994" y="2433610"/>
                </a:cubicBezTo>
                <a:close/>
                <a:moveTo>
                  <a:pt x="1196841" y="2433609"/>
                </a:moveTo>
                <a:cubicBezTo>
                  <a:pt x="1233833" y="2435743"/>
                  <a:pt x="1271536" y="2434320"/>
                  <a:pt x="1310661" y="2434320"/>
                </a:cubicBezTo>
                <a:cubicBezTo>
                  <a:pt x="1308527" y="2474869"/>
                  <a:pt x="1292877" y="2491230"/>
                  <a:pt x="1255174" y="2488385"/>
                </a:cubicBezTo>
                <a:cubicBezTo>
                  <a:pt x="1218183" y="2484828"/>
                  <a:pt x="1180480" y="2487674"/>
                  <a:pt x="1141354" y="2487674"/>
                </a:cubicBezTo>
                <a:cubicBezTo>
                  <a:pt x="1146333" y="2449260"/>
                  <a:pt x="1160561" y="2432187"/>
                  <a:pt x="1196841" y="2433609"/>
                </a:cubicBezTo>
                <a:close/>
                <a:moveTo>
                  <a:pt x="2110957" y="2377411"/>
                </a:moveTo>
                <a:cubicBezTo>
                  <a:pt x="2157908" y="2377411"/>
                  <a:pt x="2205570" y="2377411"/>
                  <a:pt x="2256789" y="2377411"/>
                </a:cubicBezTo>
                <a:cubicBezTo>
                  <a:pt x="2257500" y="2393061"/>
                  <a:pt x="2258212" y="2405154"/>
                  <a:pt x="2258923" y="2420093"/>
                </a:cubicBezTo>
                <a:cubicBezTo>
                  <a:pt x="2207704" y="2420093"/>
                  <a:pt x="2160753" y="2420093"/>
                  <a:pt x="2110957" y="2420093"/>
                </a:cubicBezTo>
                <a:cubicBezTo>
                  <a:pt x="2110957" y="2405866"/>
                  <a:pt x="2110957" y="2393061"/>
                  <a:pt x="2110957" y="2377411"/>
                </a:cubicBezTo>
                <a:close/>
                <a:moveTo>
                  <a:pt x="1943783" y="2376699"/>
                </a:moveTo>
                <a:cubicBezTo>
                  <a:pt x="1993580" y="2376699"/>
                  <a:pt x="2040531" y="2376699"/>
                  <a:pt x="2090327" y="2376699"/>
                </a:cubicBezTo>
                <a:cubicBezTo>
                  <a:pt x="2090327" y="2391638"/>
                  <a:pt x="2090327" y="2403731"/>
                  <a:pt x="2090327" y="2419381"/>
                </a:cubicBezTo>
                <a:cubicBezTo>
                  <a:pt x="2040531" y="2419381"/>
                  <a:pt x="1992158" y="2419381"/>
                  <a:pt x="1938804" y="2419381"/>
                </a:cubicBezTo>
                <a:cubicBezTo>
                  <a:pt x="1940938" y="2404442"/>
                  <a:pt x="1942361" y="2391638"/>
                  <a:pt x="1943783" y="2376699"/>
                </a:cubicBezTo>
                <a:close/>
                <a:moveTo>
                  <a:pt x="3440782" y="2375544"/>
                </a:moveTo>
                <a:cubicBezTo>
                  <a:pt x="3461678" y="2375277"/>
                  <a:pt x="3482486" y="2375633"/>
                  <a:pt x="3503115" y="2378123"/>
                </a:cubicBezTo>
                <a:cubicBezTo>
                  <a:pt x="3518055" y="2380257"/>
                  <a:pt x="3530859" y="2401598"/>
                  <a:pt x="3544375" y="2413691"/>
                </a:cubicBezTo>
                <a:cubicBezTo>
                  <a:pt x="3542952" y="2417248"/>
                  <a:pt x="3541530" y="2420093"/>
                  <a:pt x="3539396" y="2422939"/>
                </a:cubicBezTo>
                <a:cubicBezTo>
                  <a:pt x="3496002" y="2422939"/>
                  <a:pt x="3452608" y="2425784"/>
                  <a:pt x="3409926" y="2421517"/>
                </a:cubicBezTo>
                <a:cubicBezTo>
                  <a:pt x="3396409" y="2420093"/>
                  <a:pt x="3385027" y="2398752"/>
                  <a:pt x="3372934" y="2386659"/>
                </a:cubicBezTo>
                <a:cubicBezTo>
                  <a:pt x="3374357" y="2383102"/>
                  <a:pt x="3376491" y="2380257"/>
                  <a:pt x="3377914" y="2376700"/>
                </a:cubicBezTo>
                <a:cubicBezTo>
                  <a:pt x="3398900" y="2376700"/>
                  <a:pt x="3419885" y="2375811"/>
                  <a:pt x="3440782" y="2375544"/>
                </a:cubicBezTo>
                <a:close/>
                <a:moveTo>
                  <a:pt x="2506392" y="2375366"/>
                </a:moveTo>
                <a:cubicBezTo>
                  <a:pt x="2529601" y="2375277"/>
                  <a:pt x="2551298" y="2375633"/>
                  <a:pt x="2572639" y="2377411"/>
                </a:cubicBezTo>
                <a:cubicBezTo>
                  <a:pt x="2582598" y="2378123"/>
                  <a:pt x="2590423" y="2400886"/>
                  <a:pt x="2598959" y="2412979"/>
                </a:cubicBezTo>
                <a:cubicBezTo>
                  <a:pt x="2596826" y="2416536"/>
                  <a:pt x="2594691" y="2419382"/>
                  <a:pt x="2592557" y="2422227"/>
                </a:cubicBezTo>
                <a:cubicBezTo>
                  <a:pt x="2548452" y="2422227"/>
                  <a:pt x="2503635" y="2424361"/>
                  <a:pt x="2459530" y="2420805"/>
                </a:cubicBezTo>
                <a:cubicBezTo>
                  <a:pt x="2450283" y="2420093"/>
                  <a:pt x="2443880" y="2396618"/>
                  <a:pt x="2431075" y="2375988"/>
                </a:cubicBezTo>
                <a:cubicBezTo>
                  <a:pt x="2458463" y="2375988"/>
                  <a:pt x="2483184" y="2375455"/>
                  <a:pt x="2506392" y="2375366"/>
                </a:cubicBezTo>
                <a:close/>
                <a:moveTo>
                  <a:pt x="2342865" y="2375366"/>
                </a:moveTo>
                <a:cubicBezTo>
                  <a:pt x="2364918" y="2375277"/>
                  <a:pt x="2386971" y="2375633"/>
                  <a:pt x="2409023" y="2377411"/>
                </a:cubicBezTo>
                <a:cubicBezTo>
                  <a:pt x="2417559" y="2378123"/>
                  <a:pt x="2423962" y="2401597"/>
                  <a:pt x="2436766" y="2422938"/>
                </a:cubicBezTo>
                <a:cubicBezTo>
                  <a:pt x="2380568" y="2422938"/>
                  <a:pt x="2337174" y="2425073"/>
                  <a:pt x="2294492" y="2421516"/>
                </a:cubicBezTo>
                <a:cubicBezTo>
                  <a:pt x="2285243" y="2420805"/>
                  <a:pt x="2277419" y="2398752"/>
                  <a:pt x="2268882" y="2386659"/>
                </a:cubicBezTo>
                <a:cubicBezTo>
                  <a:pt x="2271728" y="2383102"/>
                  <a:pt x="2273862" y="2379545"/>
                  <a:pt x="2276708" y="2375988"/>
                </a:cubicBezTo>
                <a:cubicBezTo>
                  <a:pt x="2298760" y="2375988"/>
                  <a:pt x="2320812" y="2375455"/>
                  <a:pt x="2342865" y="2375366"/>
                </a:cubicBezTo>
                <a:close/>
                <a:moveTo>
                  <a:pt x="3109014" y="2375277"/>
                </a:moveTo>
                <a:cubicBezTo>
                  <a:pt x="3155965" y="2375277"/>
                  <a:pt x="3202916" y="2375277"/>
                  <a:pt x="3249155" y="2375277"/>
                </a:cubicBezTo>
                <a:cubicBezTo>
                  <a:pt x="3357995" y="2375277"/>
                  <a:pt x="3357995" y="2375277"/>
                  <a:pt x="3408503" y="2472024"/>
                </a:cubicBezTo>
                <a:cubicBezTo>
                  <a:pt x="3410637" y="2476292"/>
                  <a:pt x="3412771" y="2480561"/>
                  <a:pt x="3416328" y="2489808"/>
                </a:cubicBezTo>
                <a:cubicBezTo>
                  <a:pt x="3356573" y="2489808"/>
                  <a:pt x="3301085" y="2491231"/>
                  <a:pt x="3246309" y="2488385"/>
                </a:cubicBezTo>
                <a:cubicBezTo>
                  <a:pt x="3237062" y="2487674"/>
                  <a:pt x="3224257" y="2471313"/>
                  <a:pt x="3219989" y="2459219"/>
                </a:cubicBezTo>
                <a:cubicBezTo>
                  <a:pt x="3209318" y="2430053"/>
                  <a:pt x="3192245" y="2417960"/>
                  <a:pt x="3161656" y="2422228"/>
                </a:cubicBezTo>
                <a:cubicBezTo>
                  <a:pt x="3130355" y="2427207"/>
                  <a:pt x="3112571" y="2412980"/>
                  <a:pt x="3109014" y="2375277"/>
                </a:cubicBezTo>
                <a:close/>
                <a:moveTo>
                  <a:pt x="3001508" y="2375099"/>
                </a:moveTo>
                <a:cubicBezTo>
                  <a:pt x="3022938" y="2374921"/>
                  <a:pt x="3044279" y="2375277"/>
                  <a:pt x="3065620" y="2377411"/>
                </a:cubicBezTo>
                <a:cubicBezTo>
                  <a:pt x="3077714" y="2378834"/>
                  <a:pt x="3087673" y="2399464"/>
                  <a:pt x="3098343" y="2411557"/>
                </a:cubicBezTo>
                <a:cubicBezTo>
                  <a:pt x="3096209" y="2415825"/>
                  <a:pt x="3094075" y="2419382"/>
                  <a:pt x="3091941" y="2422939"/>
                </a:cubicBezTo>
                <a:cubicBezTo>
                  <a:pt x="3049259" y="2422939"/>
                  <a:pt x="3006577" y="2425784"/>
                  <a:pt x="2965316" y="2421516"/>
                </a:cubicBezTo>
                <a:cubicBezTo>
                  <a:pt x="2952512" y="2420093"/>
                  <a:pt x="2941841" y="2398752"/>
                  <a:pt x="2930459" y="2386659"/>
                </a:cubicBezTo>
                <a:cubicBezTo>
                  <a:pt x="2932593" y="2383102"/>
                  <a:pt x="2934727" y="2379546"/>
                  <a:pt x="2936861" y="2375988"/>
                </a:cubicBezTo>
                <a:cubicBezTo>
                  <a:pt x="2958558" y="2375988"/>
                  <a:pt x="2980077" y="2375277"/>
                  <a:pt x="3001508" y="2375099"/>
                </a:cubicBezTo>
                <a:close/>
                <a:moveTo>
                  <a:pt x="2836202" y="2375099"/>
                </a:moveTo>
                <a:cubicBezTo>
                  <a:pt x="2857188" y="2374921"/>
                  <a:pt x="2878173" y="2375277"/>
                  <a:pt x="2899158" y="2377411"/>
                </a:cubicBezTo>
                <a:cubicBezTo>
                  <a:pt x="2911252" y="2378834"/>
                  <a:pt x="2921923" y="2400175"/>
                  <a:pt x="2933304" y="2412268"/>
                </a:cubicBezTo>
                <a:cubicBezTo>
                  <a:pt x="2929748" y="2415825"/>
                  <a:pt x="2926902" y="2419382"/>
                  <a:pt x="2924057" y="2422939"/>
                </a:cubicBezTo>
                <a:cubicBezTo>
                  <a:pt x="2882797" y="2422939"/>
                  <a:pt x="2841538" y="2425784"/>
                  <a:pt x="2800989" y="2421516"/>
                </a:cubicBezTo>
                <a:cubicBezTo>
                  <a:pt x="2788184" y="2420093"/>
                  <a:pt x="2776802" y="2399464"/>
                  <a:pt x="2765420" y="2387370"/>
                </a:cubicBezTo>
                <a:cubicBezTo>
                  <a:pt x="2768266" y="2383814"/>
                  <a:pt x="2770400" y="2379546"/>
                  <a:pt x="2773246" y="2375988"/>
                </a:cubicBezTo>
                <a:cubicBezTo>
                  <a:pt x="2794231" y="2375988"/>
                  <a:pt x="2815217" y="2375277"/>
                  <a:pt x="2836202" y="2375099"/>
                </a:cubicBezTo>
                <a:close/>
                <a:moveTo>
                  <a:pt x="2671431" y="2374388"/>
                </a:moveTo>
                <a:cubicBezTo>
                  <a:pt x="2691972" y="2374210"/>
                  <a:pt x="2712424" y="2374566"/>
                  <a:pt x="2732698" y="2376700"/>
                </a:cubicBezTo>
                <a:cubicBezTo>
                  <a:pt x="2744792" y="2378123"/>
                  <a:pt x="2754751" y="2398753"/>
                  <a:pt x="2765421" y="2410135"/>
                </a:cubicBezTo>
                <a:cubicBezTo>
                  <a:pt x="2763287" y="2413691"/>
                  <a:pt x="2760442" y="2417959"/>
                  <a:pt x="2758307" y="2421517"/>
                </a:cubicBezTo>
                <a:cubicBezTo>
                  <a:pt x="2714202" y="2421517"/>
                  <a:pt x="2669386" y="2423650"/>
                  <a:pt x="2625992" y="2420094"/>
                </a:cubicBezTo>
                <a:cubicBezTo>
                  <a:pt x="2616744" y="2419382"/>
                  <a:pt x="2609631" y="2397329"/>
                  <a:pt x="2601805" y="2385236"/>
                </a:cubicBezTo>
                <a:cubicBezTo>
                  <a:pt x="2604651" y="2382391"/>
                  <a:pt x="2607496" y="2378835"/>
                  <a:pt x="2609631" y="2375277"/>
                </a:cubicBezTo>
                <a:cubicBezTo>
                  <a:pt x="2630261" y="2375277"/>
                  <a:pt x="2650890" y="2374566"/>
                  <a:pt x="2671431" y="2374388"/>
                </a:cubicBezTo>
                <a:close/>
                <a:moveTo>
                  <a:pt x="1814315" y="2373144"/>
                </a:moveTo>
                <a:cubicBezTo>
                  <a:pt x="1850594" y="2375277"/>
                  <a:pt x="1886874" y="2373855"/>
                  <a:pt x="1923866" y="2373855"/>
                </a:cubicBezTo>
                <a:cubicBezTo>
                  <a:pt x="1929557" y="2410135"/>
                  <a:pt x="1918887" y="2425073"/>
                  <a:pt x="1883318" y="2422940"/>
                </a:cubicBezTo>
                <a:cubicBezTo>
                  <a:pt x="1847749" y="2420805"/>
                  <a:pt x="1811468" y="2422228"/>
                  <a:pt x="1774477" y="2422228"/>
                </a:cubicBezTo>
                <a:cubicBezTo>
                  <a:pt x="1768786" y="2383103"/>
                  <a:pt x="1782302" y="2371009"/>
                  <a:pt x="1814315" y="2373144"/>
                </a:cubicBezTo>
                <a:close/>
                <a:moveTo>
                  <a:pt x="1645719" y="2373143"/>
                </a:moveTo>
                <a:cubicBezTo>
                  <a:pt x="1681999" y="2375278"/>
                  <a:pt x="1718279" y="2373854"/>
                  <a:pt x="1754560" y="2373854"/>
                </a:cubicBezTo>
                <a:cubicBezTo>
                  <a:pt x="1762384" y="2410134"/>
                  <a:pt x="1751714" y="2424362"/>
                  <a:pt x="1717568" y="2422939"/>
                </a:cubicBezTo>
                <a:cubicBezTo>
                  <a:pt x="1680576" y="2420805"/>
                  <a:pt x="1642873" y="2422227"/>
                  <a:pt x="1605882" y="2422227"/>
                </a:cubicBezTo>
                <a:cubicBezTo>
                  <a:pt x="1600902" y="2385236"/>
                  <a:pt x="1612995" y="2371720"/>
                  <a:pt x="1645719" y="2373143"/>
                </a:cubicBezTo>
                <a:close/>
                <a:moveTo>
                  <a:pt x="1479968" y="2372432"/>
                </a:moveTo>
                <a:cubicBezTo>
                  <a:pt x="1516248" y="2374566"/>
                  <a:pt x="1553239" y="2373143"/>
                  <a:pt x="1590230" y="2373143"/>
                </a:cubicBezTo>
                <a:cubicBezTo>
                  <a:pt x="1591653" y="2412980"/>
                  <a:pt x="1575292" y="2425073"/>
                  <a:pt x="1542569" y="2422939"/>
                </a:cubicBezTo>
                <a:cubicBezTo>
                  <a:pt x="1507000" y="2420805"/>
                  <a:pt x="1470720" y="2422228"/>
                  <a:pt x="1433728" y="2422228"/>
                </a:cubicBezTo>
                <a:cubicBezTo>
                  <a:pt x="1432306" y="2383813"/>
                  <a:pt x="1446533" y="2371009"/>
                  <a:pt x="1479968" y="2372432"/>
                </a:cubicBezTo>
                <a:close/>
                <a:moveTo>
                  <a:pt x="1312083" y="2372431"/>
                </a:moveTo>
                <a:cubicBezTo>
                  <a:pt x="1348364" y="2374565"/>
                  <a:pt x="1384643" y="2373142"/>
                  <a:pt x="1423058" y="2373142"/>
                </a:cubicBezTo>
                <a:cubicBezTo>
                  <a:pt x="1422347" y="2411556"/>
                  <a:pt x="1406696" y="2425072"/>
                  <a:pt x="1373973" y="2422938"/>
                </a:cubicBezTo>
                <a:cubicBezTo>
                  <a:pt x="1337694" y="2420804"/>
                  <a:pt x="1301413" y="2422227"/>
                  <a:pt x="1262999" y="2422227"/>
                </a:cubicBezTo>
                <a:cubicBezTo>
                  <a:pt x="1265133" y="2385947"/>
                  <a:pt x="1278649" y="2371008"/>
                  <a:pt x="1312083" y="2372431"/>
                </a:cubicBezTo>
                <a:close/>
                <a:moveTo>
                  <a:pt x="1159406" y="2371276"/>
                </a:moveTo>
                <a:cubicBezTo>
                  <a:pt x="1187238" y="2369586"/>
                  <a:pt x="1221384" y="2371009"/>
                  <a:pt x="1254462" y="2376700"/>
                </a:cubicBezTo>
                <a:cubicBezTo>
                  <a:pt x="1247349" y="2418670"/>
                  <a:pt x="1244504" y="2422228"/>
                  <a:pt x="1205378" y="2422228"/>
                </a:cubicBezTo>
                <a:cubicBezTo>
                  <a:pt x="1102940" y="2422228"/>
                  <a:pt x="1000502" y="2422228"/>
                  <a:pt x="898064" y="2422228"/>
                </a:cubicBezTo>
                <a:cubicBezTo>
                  <a:pt x="887394" y="2422228"/>
                  <a:pt x="877435" y="2420094"/>
                  <a:pt x="865341" y="2419382"/>
                </a:cubicBezTo>
                <a:cubicBezTo>
                  <a:pt x="873878" y="2386659"/>
                  <a:pt x="889528" y="2371009"/>
                  <a:pt x="922963" y="2372432"/>
                </a:cubicBezTo>
                <a:cubicBezTo>
                  <a:pt x="971336" y="2374566"/>
                  <a:pt x="1019709" y="2372432"/>
                  <a:pt x="1068083" y="2373854"/>
                </a:cubicBezTo>
                <a:cubicBezTo>
                  <a:pt x="1078042" y="2373854"/>
                  <a:pt x="1087290" y="2380257"/>
                  <a:pt x="1102229" y="2384525"/>
                </a:cubicBezTo>
                <a:cubicBezTo>
                  <a:pt x="1110054" y="2377767"/>
                  <a:pt x="1131573" y="2372965"/>
                  <a:pt x="1159406" y="2371276"/>
                </a:cubicBezTo>
                <a:close/>
                <a:moveTo>
                  <a:pt x="2381279" y="2319078"/>
                </a:moveTo>
                <a:cubicBezTo>
                  <a:pt x="2430364" y="2319078"/>
                  <a:pt x="2477315" y="2319078"/>
                  <a:pt x="2524266" y="2319078"/>
                </a:cubicBezTo>
                <a:cubicBezTo>
                  <a:pt x="2526400" y="2333306"/>
                  <a:pt x="2528534" y="2344688"/>
                  <a:pt x="2530668" y="2358205"/>
                </a:cubicBezTo>
                <a:cubicBezTo>
                  <a:pt x="2482295" y="2358205"/>
                  <a:pt x="2436766" y="2358205"/>
                  <a:pt x="2388393" y="2358205"/>
                </a:cubicBezTo>
                <a:cubicBezTo>
                  <a:pt x="2386259" y="2346111"/>
                  <a:pt x="2384125" y="2334018"/>
                  <a:pt x="2381279" y="2319078"/>
                </a:cubicBezTo>
                <a:close/>
                <a:moveTo>
                  <a:pt x="3407348" y="2318189"/>
                </a:moveTo>
                <a:cubicBezTo>
                  <a:pt x="3428244" y="2318011"/>
                  <a:pt x="3449052" y="2318367"/>
                  <a:pt x="3469681" y="2320501"/>
                </a:cubicBezTo>
                <a:cubicBezTo>
                  <a:pt x="3481775" y="2321924"/>
                  <a:pt x="3492446" y="2341842"/>
                  <a:pt x="3511653" y="2361049"/>
                </a:cubicBezTo>
                <a:cubicBezTo>
                  <a:pt x="3458300" y="2361049"/>
                  <a:pt x="3417040" y="2363895"/>
                  <a:pt x="3376492" y="2359627"/>
                </a:cubicBezTo>
                <a:cubicBezTo>
                  <a:pt x="3363687" y="2358204"/>
                  <a:pt x="3351594" y="2339708"/>
                  <a:pt x="3339500" y="2329749"/>
                </a:cubicBezTo>
                <a:cubicBezTo>
                  <a:pt x="3340923" y="2326192"/>
                  <a:pt x="3342346" y="2322636"/>
                  <a:pt x="3344480" y="2319078"/>
                </a:cubicBezTo>
                <a:cubicBezTo>
                  <a:pt x="3365466" y="2319078"/>
                  <a:pt x="3386451" y="2318367"/>
                  <a:pt x="3407348" y="2318189"/>
                </a:cubicBezTo>
                <a:close/>
                <a:moveTo>
                  <a:pt x="2767821" y="2317745"/>
                </a:moveTo>
                <a:cubicBezTo>
                  <a:pt x="2788718" y="2317656"/>
                  <a:pt x="2809526" y="2318011"/>
                  <a:pt x="2830155" y="2319790"/>
                </a:cubicBezTo>
                <a:cubicBezTo>
                  <a:pt x="2840114" y="2320502"/>
                  <a:pt x="2848651" y="2340420"/>
                  <a:pt x="2857899" y="2351802"/>
                </a:cubicBezTo>
                <a:cubicBezTo>
                  <a:pt x="2855053" y="2354647"/>
                  <a:pt x="2852919" y="2357493"/>
                  <a:pt x="2851497" y="2360338"/>
                </a:cubicBezTo>
                <a:cubicBezTo>
                  <a:pt x="2810237" y="2360338"/>
                  <a:pt x="2768977" y="2362472"/>
                  <a:pt x="2727718" y="2358915"/>
                </a:cubicBezTo>
                <a:cubicBezTo>
                  <a:pt x="2717047" y="2358204"/>
                  <a:pt x="2707799" y="2339708"/>
                  <a:pt x="2698551" y="2329038"/>
                </a:cubicBezTo>
                <a:cubicBezTo>
                  <a:pt x="2700686" y="2325481"/>
                  <a:pt x="2702819" y="2321924"/>
                  <a:pt x="2704953" y="2318367"/>
                </a:cubicBezTo>
                <a:cubicBezTo>
                  <a:pt x="2725939" y="2318367"/>
                  <a:pt x="2746924" y="2317834"/>
                  <a:pt x="2767821" y="2317745"/>
                </a:cubicBezTo>
                <a:close/>
                <a:moveTo>
                  <a:pt x="2925391" y="2317033"/>
                </a:moveTo>
                <a:cubicBezTo>
                  <a:pt x="2947355" y="2316944"/>
                  <a:pt x="2967807" y="2317299"/>
                  <a:pt x="2988081" y="2319078"/>
                </a:cubicBezTo>
                <a:cubicBezTo>
                  <a:pt x="2999463" y="2319790"/>
                  <a:pt x="3008711" y="2338285"/>
                  <a:pt x="3019381" y="2348955"/>
                </a:cubicBezTo>
                <a:cubicBezTo>
                  <a:pt x="3017958" y="2352512"/>
                  <a:pt x="3015824" y="2356069"/>
                  <a:pt x="3014402" y="2359626"/>
                </a:cubicBezTo>
                <a:cubicBezTo>
                  <a:pt x="2971719" y="2359626"/>
                  <a:pt x="2929037" y="2361760"/>
                  <a:pt x="2887065" y="2358203"/>
                </a:cubicBezTo>
                <a:cubicBezTo>
                  <a:pt x="2877106" y="2357492"/>
                  <a:pt x="2868570" y="2336862"/>
                  <a:pt x="2853631" y="2317655"/>
                </a:cubicBezTo>
                <a:cubicBezTo>
                  <a:pt x="2879952" y="2317655"/>
                  <a:pt x="2903427" y="2317122"/>
                  <a:pt x="2925391" y="2317033"/>
                </a:cubicBezTo>
                <a:close/>
                <a:moveTo>
                  <a:pt x="2608918" y="2317033"/>
                </a:moveTo>
                <a:cubicBezTo>
                  <a:pt x="2630260" y="2316944"/>
                  <a:pt x="2651601" y="2317299"/>
                  <a:pt x="2672942" y="2319078"/>
                </a:cubicBezTo>
                <a:cubicBezTo>
                  <a:pt x="2681478" y="2319790"/>
                  <a:pt x="2688592" y="2339708"/>
                  <a:pt x="2696418" y="2351090"/>
                </a:cubicBezTo>
                <a:cubicBezTo>
                  <a:pt x="2692860" y="2353935"/>
                  <a:pt x="2690727" y="2357492"/>
                  <a:pt x="2688592" y="2360337"/>
                </a:cubicBezTo>
                <a:cubicBezTo>
                  <a:pt x="2648755" y="2360337"/>
                  <a:pt x="2608918" y="2362472"/>
                  <a:pt x="2569793" y="2358914"/>
                </a:cubicBezTo>
                <a:cubicBezTo>
                  <a:pt x="2558411" y="2358203"/>
                  <a:pt x="2548452" y="2341131"/>
                  <a:pt x="2537781" y="2331171"/>
                </a:cubicBezTo>
                <a:cubicBezTo>
                  <a:pt x="2539916" y="2326903"/>
                  <a:pt x="2542049" y="2321923"/>
                  <a:pt x="2544895" y="2317655"/>
                </a:cubicBezTo>
                <a:cubicBezTo>
                  <a:pt x="2566236" y="2317655"/>
                  <a:pt x="2587577" y="2317122"/>
                  <a:pt x="2608918" y="2317033"/>
                </a:cubicBezTo>
                <a:close/>
                <a:moveTo>
                  <a:pt x="3025072" y="2316944"/>
                </a:moveTo>
                <a:cubicBezTo>
                  <a:pt x="3077715" y="2316944"/>
                  <a:pt x="3131067" y="2316944"/>
                  <a:pt x="3183709" y="2316944"/>
                </a:cubicBezTo>
                <a:cubicBezTo>
                  <a:pt x="3217855" y="2316944"/>
                  <a:pt x="3252712" y="2319078"/>
                  <a:pt x="3286858" y="2316944"/>
                </a:cubicBezTo>
                <a:cubicBezTo>
                  <a:pt x="3316735" y="2314810"/>
                  <a:pt x="3332386" y="2327614"/>
                  <a:pt x="3340211" y="2360337"/>
                </a:cubicBezTo>
                <a:cubicBezTo>
                  <a:pt x="3242753" y="2360337"/>
                  <a:pt x="3148852" y="2361760"/>
                  <a:pt x="3055662" y="2358915"/>
                </a:cubicBezTo>
                <a:cubicBezTo>
                  <a:pt x="3042857" y="2358915"/>
                  <a:pt x="3030764" y="2338996"/>
                  <a:pt x="3018670" y="2328326"/>
                </a:cubicBezTo>
                <a:cubicBezTo>
                  <a:pt x="3020805" y="2324769"/>
                  <a:pt x="3022938" y="2321212"/>
                  <a:pt x="3025072" y="2316944"/>
                </a:cubicBezTo>
                <a:close/>
                <a:moveTo>
                  <a:pt x="2253230" y="2315521"/>
                </a:moveTo>
                <a:cubicBezTo>
                  <a:pt x="2280263" y="2316944"/>
                  <a:pt x="2307295" y="2316944"/>
                  <a:pt x="2334328" y="2315521"/>
                </a:cubicBezTo>
                <a:cubicBezTo>
                  <a:pt x="2364917" y="2314810"/>
                  <a:pt x="2371319" y="2329749"/>
                  <a:pt x="2364917" y="2357493"/>
                </a:cubicBezTo>
                <a:cubicBezTo>
                  <a:pt x="2318678" y="2357493"/>
                  <a:pt x="2273150" y="2357493"/>
                  <a:pt x="2226199" y="2357493"/>
                </a:cubicBezTo>
                <a:cubicBezTo>
                  <a:pt x="2216951" y="2330460"/>
                  <a:pt x="2219085" y="2314098"/>
                  <a:pt x="2253230" y="2315521"/>
                </a:cubicBezTo>
                <a:close/>
                <a:moveTo>
                  <a:pt x="1755981" y="2314099"/>
                </a:moveTo>
                <a:cubicBezTo>
                  <a:pt x="1795818" y="2311964"/>
                  <a:pt x="1836367" y="2314099"/>
                  <a:pt x="1876915" y="2314099"/>
                </a:cubicBezTo>
                <a:cubicBezTo>
                  <a:pt x="1886163" y="2352513"/>
                  <a:pt x="1871224" y="2362472"/>
                  <a:pt x="1840635" y="2360338"/>
                </a:cubicBezTo>
                <a:cubicBezTo>
                  <a:pt x="1806489" y="2358203"/>
                  <a:pt x="1772343" y="2359626"/>
                  <a:pt x="1735351" y="2359626"/>
                </a:cubicBezTo>
                <a:cubicBezTo>
                  <a:pt x="1731083" y="2337573"/>
                  <a:pt x="1726815" y="2316232"/>
                  <a:pt x="1755981" y="2314099"/>
                </a:cubicBezTo>
                <a:close/>
                <a:moveTo>
                  <a:pt x="2093884" y="2314098"/>
                </a:moveTo>
                <a:cubicBezTo>
                  <a:pt x="2119494" y="2315520"/>
                  <a:pt x="2145814" y="2316232"/>
                  <a:pt x="2171424" y="2315520"/>
                </a:cubicBezTo>
                <a:cubicBezTo>
                  <a:pt x="2199879" y="2314098"/>
                  <a:pt x="2211261" y="2324768"/>
                  <a:pt x="2201301" y="2358202"/>
                </a:cubicBezTo>
                <a:cubicBezTo>
                  <a:pt x="2155062" y="2358202"/>
                  <a:pt x="2109534" y="2358202"/>
                  <a:pt x="2062584" y="2358202"/>
                </a:cubicBezTo>
                <a:cubicBezTo>
                  <a:pt x="2053335" y="2328326"/>
                  <a:pt x="2059738" y="2311964"/>
                  <a:pt x="2093884" y="2314098"/>
                </a:cubicBezTo>
                <a:close/>
                <a:moveTo>
                  <a:pt x="1930979" y="2313388"/>
                </a:moveTo>
                <a:cubicBezTo>
                  <a:pt x="1967260" y="2314099"/>
                  <a:pt x="2002828" y="2313388"/>
                  <a:pt x="2040531" y="2313388"/>
                </a:cubicBezTo>
                <a:cubicBezTo>
                  <a:pt x="2040531" y="2331172"/>
                  <a:pt x="2040531" y="2342554"/>
                  <a:pt x="2040531" y="2356781"/>
                </a:cubicBezTo>
                <a:cubicBezTo>
                  <a:pt x="1992869" y="2356781"/>
                  <a:pt x="1946629" y="2356781"/>
                  <a:pt x="1898968" y="2356781"/>
                </a:cubicBezTo>
                <a:cubicBezTo>
                  <a:pt x="1891142" y="2328326"/>
                  <a:pt x="1897545" y="2311965"/>
                  <a:pt x="1930979" y="2313388"/>
                </a:cubicBezTo>
                <a:close/>
                <a:moveTo>
                  <a:pt x="1605882" y="2312676"/>
                </a:moveTo>
                <a:cubicBezTo>
                  <a:pt x="1642873" y="2314099"/>
                  <a:pt x="1679154" y="2313388"/>
                  <a:pt x="1716145" y="2313388"/>
                </a:cubicBezTo>
                <a:cubicBezTo>
                  <a:pt x="1720414" y="2351090"/>
                  <a:pt x="1706186" y="2362472"/>
                  <a:pt x="1676308" y="2360338"/>
                </a:cubicBezTo>
                <a:cubicBezTo>
                  <a:pt x="1641450" y="2358204"/>
                  <a:pt x="1605882" y="2359627"/>
                  <a:pt x="1569602" y="2359627"/>
                </a:cubicBezTo>
                <a:cubicBezTo>
                  <a:pt x="1565334" y="2327615"/>
                  <a:pt x="1574581" y="2311965"/>
                  <a:pt x="1605882" y="2312676"/>
                </a:cubicBezTo>
                <a:close/>
                <a:moveTo>
                  <a:pt x="1450091" y="2312676"/>
                </a:moveTo>
                <a:cubicBezTo>
                  <a:pt x="1484949" y="2314099"/>
                  <a:pt x="1519806" y="2313388"/>
                  <a:pt x="1554664" y="2313388"/>
                </a:cubicBezTo>
                <a:cubicBezTo>
                  <a:pt x="1556797" y="2351090"/>
                  <a:pt x="1542570" y="2362471"/>
                  <a:pt x="1511269" y="2360338"/>
                </a:cubicBezTo>
                <a:cubicBezTo>
                  <a:pt x="1475701" y="2358203"/>
                  <a:pt x="1440843" y="2359626"/>
                  <a:pt x="1403140" y="2359626"/>
                </a:cubicBezTo>
                <a:cubicBezTo>
                  <a:pt x="1403140" y="2323347"/>
                  <a:pt x="1418790" y="2311254"/>
                  <a:pt x="1450091" y="2312676"/>
                </a:cubicBezTo>
                <a:close/>
                <a:moveTo>
                  <a:pt x="1127126" y="2311964"/>
                </a:moveTo>
                <a:cubicBezTo>
                  <a:pt x="1160561" y="2314099"/>
                  <a:pt x="1194707" y="2312676"/>
                  <a:pt x="1229564" y="2312676"/>
                </a:cubicBezTo>
                <a:cubicBezTo>
                  <a:pt x="1225296" y="2346110"/>
                  <a:pt x="1213203" y="2361760"/>
                  <a:pt x="1181191" y="2360337"/>
                </a:cubicBezTo>
                <a:cubicBezTo>
                  <a:pt x="1145623" y="2357492"/>
                  <a:pt x="1109342" y="2359626"/>
                  <a:pt x="1070928" y="2359626"/>
                </a:cubicBezTo>
                <a:cubicBezTo>
                  <a:pt x="1077330" y="2320501"/>
                  <a:pt x="1096538" y="2310542"/>
                  <a:pt x="1127126" y="2311964"/>
                </a:cubicBezTo>
                <a:close/>
                <a:moveTo>
                  <a:pt x="1287185" y="2311964"/>
                </a:moveTo>
                <a:cubicBezTo>
                  <a:pt x="1322043" y="2314098"/>
                  <a:pt x="1356900" y="2312676"/>
                  <a:pt x="1393180" y="2312676"/>
                </a:cubicBezTo>
                <a:cubicBezTo>
                  <a:pt x="1391046" y="2352512"/>
                  <a:pt x="1373262" y="2361760"/>
                  <a:pt x="1343384" y="2359626"/>
                </a:cubicBezTo>
                <a:cubicBezTo>
                  <a:pt x="1308527" y="2357491"/>
                  <a:pt x="1273670" y="2358914"/>
                  <a:pt x="1237389" y="2358914"/>
                </a:cubicBezTo>
                <a:cubicBezTo>
                  <a:pt x="1239524" y="2324057"/>
                  <a:pt x="1255174" y="2309830"/>
                  <a:pt x="1287185" y="2311964"/>
                </a:cubicBezTo>
                <a:close/>
                <a:moveTo>
                  <a:pt x="990988" y="2308908"/>
                </a:moveTo>
                <a:cubicBezTo>
                  <a:pt x="1010417" y="2309608"/>
                  <a:pt x="1034648" y="2311965"/>
                  <a:pt x="1065237" y="2315522"/>
                </a:cubicBezTo>
                <a:cubicBezTo>
                  <a:pt x="1062391" y="2345399"/>
                  <a:pt x="1049587" y="2361761"/>
                  <a:pt x="1016864" y="2360338"/>
                </a:cubicBezTo>
                <a:cubicBezTo>
                  <a:pt x="979161" y="2358204"/>
                  <a:pt x="942169" y="2359627"/>
                  <a:pt x="903755" y="2359627"/>
                </a:cubicBezTo>
                <a:cubicBezTo>
                  <a:pt x="917627" y="2319612"/>
                  <a:pt x="932699" y="2306808"/>
                  <a:pt x="990988" y="2308908"/>
                </a:cubicBezTo>
                <a:close/>
                <a:moveTo>
                  <a:pt x="2012076" y="2271416"/>
                </a:moveTo>
                <a:cubicBezTo>
                  <a:pt x="2046222" y="2269993"/>
                  <a:pt x="2081080" y="2270704"/>
                  <a:pt x="2115225" y="2271416"/>
                </a:cubicBezTo>
                <a:cubicBezTo>
                  <a:pt x="2119493" y="2271416"/>
                  <a:pt x="2128030" y="2280663"/>
                  <a:pt x="2127319" y="2284221"/>
                </a:cubicBezTo>
                <a:cubicBezTo>
                  <a:pt x="2125896" y="2290623"/>
                  <a:pt x="2120205" y="2300582"/>
                  <a:pt x="2115225" y="2300582"/>
                </a:cubicBezTo>
                <a:cubicBezTo>
                  <a:pt x="2097441" y="2302716"/>
                  <a:pt x="2079656" y="2301294"/>
                  <a:pt x="2061872" y="2301294"/>
                </a:cubicBezTo>
                <a:cubicBezTo>
                  <a:pt x="2045511" y="2301294"/>
                  <a:pt x="2028438" y="2302716"/>
                  <a:pt x="2012076" y="2300582"/>
                </a:cubicBezTo>
                <a:cubicBezTo>
                  <a:pt x="2006385" y="2299871"/>
                  <a:pt x="1997137" y="2290623"/>
                  <a:pt x="1997849" y="2286354"/>
                </a:cubicBezTo>
                <a:cubicBezTo>
                  <a:pt x="1998560" y="2280663"/>
                  <a:pt x="2007097" y="2271416"/>
                  <a:pt x="2012076" y="2271416"/>
                </a:cubicBezTo>
                <a:close/>
                <a:moveTo>
                  <a:pt x="3397566" y="2271238"/>
                </a:moveTo>
                <a:cubicBezTo>
                  <a:pt x="3421664" y="2271060"/>
                  <a:pt x="3445139" y="2274972"/>
                  <a:pt x="3467547" y="2294891"/>
                </a:cubicBezTo>
                <a:cubicBezTo>
                  <a:pt x="3405658" y="2313387"/>
                  <a:pt x="3341634" y="2305562"/>
                  <a:pt x="3323849" y="2272127"/>
                </a:cubicBezTo>
                <a:cubicBezTo>
                  <a:pt x="3348747" y="2275684"/>
                  <a:pt x="3373468" y="2271416"/>
                  <a:pt x="3397566" y="2271238"/>
                </a:cubicBezTo>
                <a:close/>
                <a:moveTo>
                  <a:pt x="3222891" y="2270738"/>
                </a:moveTo>
                <a:cubicBezTo>
                  <a:pt x="3271342" y="2267504"/>
                  <a:pt x="3305888" y="2279775"/>
                  <a:pt x="3316025" y="2304851"/>
                </a:cubicBezTo>
                <a:cubicBezTo>
                  <a:pt x="3269074" y="2294180"/>
                  <a:pt x="3219278" y="2321213"/>
                  <a:pt x="3170193" y="2279241"/>
                </a:cubicBezTo>
                <a:cubicBezTo>
                  <a:pt x="3189045" y="2274617"/>
                  <a:pt x="3206740" y="2271816"/>
                  <a:pt x="3222891" y="2270738"/>
                </a:cubicBezTo>
                <a:close/>
                <a:moveTo>
                  <a:pt x="2464510" y="2270705"/>
                </a:moveTo>
                <a:cubicBezTo>
                  <a:pt x="2493676" y="2269282"/>
                  <a:pt x="2523554" y="2268571"/>
                  <a:pt x="2553432" y="2271416"/>
                </a:cubicBezTo>
                <a:cubicBezTo>
                  <a:pt x="2562679" y="2272128"/>
                  <a:pt x="2570505" y="2284221"/>
                  <a:pt x="2579753" y="2290624"/>
                </a:cubicBezTo>
                <a:cubicBezTo>
                  <a:pt x="2576907" y="2294892"/>
                  <a:pt x="2575485" y="2298449"/>
                  <a:pt x="2573350" y="2302006"/>
                </a:cubicBezTo>
                <a:cubicBezTo>
                  <a:pt x="2537070" y="2302006"/>
                  <a:pt x="2500790" y="2302717"/>
                  <a:pt x="2464510" y="2301294"/>
                </a:cubicBezTo>
                <a:cubicBezTo>
                  <a:pt x="2457396" y="2301294"/>
                  <a:pt x="2450994" y="2289912"/>
                  <a:pt x="2443880" y="2283510"/>
                </a:cubicBezTo>
                <a:cubicBezTo>
                  <a:pt x="2450994" y="2279242"/>
                  <a:pt x="2457396" y="2271416"/>
                  <a:pt x="2464510" y="2270705"/>
                </a:cubicBezTo>
                <a:close/>
                <a:moveTo>
                  <a:pt x="2313699" y="2270705"/>
                </a:moveTo>
                <a:cubicBezTo>
                  <a:pt x="2344287" y="2269282"/>
                  <a:pt x="2375588" y="2268571"/>
                  <a:pt x="2406177" y="2271416"/>
                </a:cubicBezTo>
                <a:cubicBezTo>
                  <a:pt x="2414714" y="2272128"/>
                  <a:pt x="2421827" y="2284933"/>
                  <a:pt x="2429652" y="2292046"/>
                </a:cubicBezTo>
                <a:cubicBezTo>
                  <a:pt x="2427518" y="2294892"/>
                  <a:pt x="2425384" y="2298449"/>
                  <a:pt x="2423250" y="2302006"/>
                </a:cubicBezTo>
                <a:cubicBezTo>
                  <a:pt x="2386970" y="2302006"/>
                  <a:pt x="2349978" y="2302717"/>
                  <a:pt x="2313699" y="2301294"/>
                </a:cubicBezTo>
                <a:cubicBezTo>
                  <a:pt x="2307296" y="2301294"/>
                  <a:pt x="2300894" y="2291335"/>
                  <a:pt x="2295203" y="2285644"/>
                </a:cubicBezTo>
                <a:cubicBezTo>
                  <a:pt x="2301605" y="2280664"/>
                  <a:pt x="2307296" y="2271416"/>
                  <a:pt x="2313699" y="2270705"/>
                </a:cubicBezTo>
                <a:close/>
                <a:moveTo>
                  <a:pt x="3074447" y="2270160"/>
                </a:moveTo>
                <a:cubicBezTo>
                  <a:pt x="3122131" y="2265992"/>
                  <a:pt x="3158812" y="2278530"/>
                  <a:pt x="3169482" y="2306274"/>
                </a:cubicBezTo>
                <a:cubicBezTo>
                  <a:pt x="3120397" y="2293469"/>
                  <a:pt x="3070601" y="2321213"/>
                  <a:pt x="3023650" y="2279953"/>
                </a:cubicBezTo>
                <a:cubicBezTo>
                  <a:pt x="3041435" y="2274795"/>
                  <a:pt x="3058552" y="2271550"/>
                  <a:pt x="3074447" y="2270160"/>
                </a:cubicBezTo>
                <a:close/>
                <a:moveTo>
                  <a:pt x="2213395" y="2269994"/>
                </a:moveTo>
                <a:cubicBezTo>
                  <a:pt x="2228333" y="2269994"/>
                  <a:pt x="2243983" y="2268571"/>
                  <a:pt x="2258922" y="2270705"/>
                </a:cubicBezTo>
                <a:cubicBezTo>
                  <a:pt x="2266036" y="2271417"/>
                  <a:pt x="2271727" y="2280664"/>
                  <a:pt x="2278129" y="2285644"/>
                </a:cubicBezTo>
                <a:cubicBezTo>
                  <a:pt x="2272438" y="2291335"/>
                  <a:pt x="2266747" y="2301294"/>
                  <a:pt x="2260345" y="2301294"/>
                </a:cubicBezTo>
                <a:cubicBezTo>
                  <a:pt x="2229044" y="2302717"/>
                  <a:pt x="2197033" y="2302717"/>
                  <a:pt x="2165021" y="2301294"/>
                </a:cubicBezTo>
                <a:cubicBezTo>
                  <a:pt x="2158619" y="2301294"/>
                  <a:pt x="2152216" y="2291335"/>
                  <a:pt x="2145814" y="2286355"/>
                </a:cubicBezTo>
                <a:cubicBezTo>
                  <a:pt x="2152928" y="2280664"/>
                  <a:pt x="2159330" y="2272128"/>
                  <a:pt x="2167155" y="2270705"/>
                </a:cubicBezTo>
                <a:cubicBezTo>
                  <a:pt x="2182805" y="2267859"/>
                  <a:pt x="2197744" y="2269994"/>
                  <a:pt x="2213395" y="2269994"/>
                </a:cubicBezTo>
                <a:close/>
                <a:moveTo>
                  <a:pt x="1975796" y="2269282"/>
                </a:moveTo>
                <a:cubicBezTo>
                  <a:pt x="1978641" y="2272838"/>
                  <a:pt x="1981487" y="2276396"/>
                  <a:pt x="1984332" y="2279952"/>
                </a:cubicBezTo>
                <a:cubicBezTo>
                  <a:pt x="1977218" y="2287066"/>
                  <a:pt x="1970105" y="2299160"/>
                  <a:pt x="1962279" y="2299871"/>
                </a:cubicBezTo>
                <a:cubicBezTo>
                  <a:pt x="1924577" y="2302005"/>
                  <a:pt x="1887585" y="2300582"/>
                  <a:pt x="1849882" y="2300582"/>
                </a:cubicBezTo>
                <a:cubicBezTo>
                  <a:pt x="1847748" y="2296314"/>
                  <a:pt x="1845614" y="2292758"/>
                  <a:pt x="1844191" y="2288489"/>
                </a:cubicBezTo>
                <a:cubicBezTo>
                  <a:pt x="1852728" y="2282087"/>
                  <a:pt x="1860553" y="2269994"/>
                  <a:pt x="1869801" y="2269994"/>
                </a:cubicBezTo>
                <a:cubicBezTo>
                  <a:pt x="1904658" y="2267859"/>
                  <a:pt x="1940227" y="2269282"/>
                  <a:pt x="1975796" y="2269282"/>
                </a:cubicBezTo>
                <a:close/>
                <a:moveTo>
                  <a:pt x="2938662" y="2269126"/>
                </a:moveTo>
                <a:cubicBezTo>
                  <a:pt x="2984613" y="2266659"/>
                  <a:pt x="3011556" y="2276395"/>
                  <a:pt x="3020092" y="2297737"/>
                </a:cubicBezTo>
                <a:cubicBezTo>
                  <a:pt x="2955358" y="2314099"/>
                  <a:pt x="2897025" y="2304851"/>
                  <a:pt x="2886354" y="2275684"/>
                </a:cubicBezTo>
                <a:cubicBezTo>
                  <a:pt x="2905917" y="2272127"/>
                  <a:pt x="2923346" y="2269949"/>
                  <a:pt x="2938662" y="2269126"/>
                </a:cubicBezTo>
                <a:close/>
                <a:moveTo>
                  <a:pt x="2787184" y="2268237"/>
                </a:moveTo>
                <a:cubicBezTo>
                  <a:pt x="2830867" y="2265103"/>
                  <a:pt x="2865547" y="2276574"/>
                  <a:pt x="2871416" y="2298448"/>
                </a:cubicBezTo>
                <a:cubicBezTo>
                  <a:pt x="2796721" y="2313388"/>
                  <a:pt x="2747636" y="2304851"/>
                  <a:pt x="2741234" y="2276396"/>
                </a:cubicBezTo>
                <a:cubicBezTo>
                  <a:pt x="2757062" y="2271950"/>
                  <a:pt x="2772623" y="2269282"/>
                  <a:pt x="2787184" y="2268237"/>
                </a:cubicBezTo>
                <a:close/>
                <a:moveTo>
                  <a:pt x="1762672" y="2267982"/>
                </a:moveTo>
                <a:cubicBezTo>
                  <a:pt x="1781368" y="2268348"/>
                  <a:pt x="1805955" y="2269638"/>
                  <a:pt x="1838500" y="2271416"/>
                </a:cubicBezTo>
                <a:cubicBezTo>
                  <a:pt x="1825695" y="2284932"/>
                  <a:pt x="1818582" y="2299159"/>
                  <a:pt x="1810757" y="2299871"/>
                </a:cubicBezTo>
                <a:cubicBezTo>
                  <a:pt x="1774476" y="2302005"/>
                  <a:pt x="1737485" y="2301294"/>
                  <a:pt x="1697648" y="2301294"/>
                </a:cubicBezTo>
                <a:cubicBezTo>
                  <a:pt x="1703517" y="2274084"/>
                  <a:pt x="1706585" y="2266881"/>
                  <a:pt x="1762672" y="2267982"/>
                </a:cubicBezTo>
                <a:close/>
                <a:moveTo>
                  <a:pt x="2650212" y="2267904"/>
                </a:moveTo>
                <a:cubicBezTo>
                  <a:pt x="2696996" y="2265770"/>
                  <a:pt x="2716870" y="2274440"/>
                  <a:pt x="2722738" y="2296315"/>
                </a:cubicBezTo>
                <a:cubicBezTo>
                  <a:pt x="2662272" y="2314811"/>
                  <a:pt x="2598248" y="2304852"/>
                  <a:pt x="2593980" y="2273551"/>
                </a:cubicBezTo>
                <a:cubicBezTo>
                  <a:pt x="2616033" y="2270527"/>
                  <a:pt x="2634617" y="2268616"/>
                  <a:pt x="2650212" y="2267904"/>
                </a:cubicBezTo>
                <a:close/>
                <a:moveTo>
                  <a:pt x="1531187" y="2267148"/>
                </a:moveTo>
                <a:cubicBezTo>
                  <a:pt x="1526207" y="2304140"/>
                  <a:pt x="1485659" y="2311253"/>
                  <a:pt x="1396737" y="2291335"/>
                </a:cubicBezTo>
                <a:cubicBezTo>
                  <a:pt x="1435151" y="2250075"/>
                  <a:pt x="1485659" y="2279242"/>
                  <a:pt x="1531187" y="2267148"/>
                </a:cubicBezTo>
                <a:close/>
                <a:moveTo>
                  <a:pt x="1624155" y="2267070"/>
                </a:moveTo>
                <a:cubicBezTo>
                  <a:pt x="1641762" y="2267814"/>
                  <a:pt x="1663325" y="2269815"/>
                  <a:pt x="1689824" y="2272839"/>
                </a:cubicBezTo>
                <a:cubicBezTo>
                  <a:pt x="1677019" y="2284932"/>
                  <a:pt x="1669905" y="2298448"/>
                  <a:pt x="1661369" y="2299159"/>
                </a:cubicBezTo>
                <a:cubicBezTo>
                  <a:pt x="1624377" y="2302005"/>
                  <a:pt x="1587386" y="2300582"/>
                  <a:pt x="1546126" y="2300582"/>
                </a:cubicBezTo>
                <a:cubicBezTo>
                  <a:pt x="1554129" y="2273905"/>
                  <a:pt x="1571336" y="2264835"/>
                  <a:pt x="1624155" y="2267070"/>
                </a:cubicBezTo>
                <a:close/>
                <a:moveTo>
                  <a:pt x="1323955" y="2265914"/>
                </a:moveTo>
                <a:cubicBezTo>
                  <a:pt x="1340094" y="2266659"/>
                  <a:pt x="1359035" y="2268749"/>
                  <a:pt x="1381087" y="2272128"/>
                </a:cubicBezTo>
                <a:cubicBezTo>
                  <a:pt x="1373973" y="2303429"/>
                  <a:pt x="1327023" y="2311965"/>
                  <a:pt x="1245926" y="2297026"/>
                </a:cubicBezTo>
                <a:cubicBezTo>
                  <a:pt x="1252329" y="2273550"/>
                  <a:pt x="1275537" y="2263680"/>
                  <a:pt x="1323955" y="2265914"/>
                </a:cubicBezTo>
                <a:close/>
                <a:moveTo>
                  <a:pt x="1080888" y="2265725"/>
                </a:moveTo>
                <a:cubicBezTo>
                  <a:pt x="1071640" y="2302717"/>
                  <a:pt x="1016865" y="2311965"/>
                  <a:pt x="935056" y="2292047"/>
                </a:cubicBezTo>
                <a:cubicBezTo>
                  <a:pt x="981296" y="2247229"/>
                  <a:pt x="1033937" y="2279953"/>
                  <a:pt x="1080888" y="2265725"/>
                </a:cubicBezTo>
                <a:close/>
                <a:moveTo>
                  <a:pt x="1176634" y="2265592"/>
                </a:moveTo>
                <a:cubicBezTo>
                  <a:pt x="1192440" y="2266392"/>
                  <a:pt x="1210535" y="2268571"/>
                  <a:pt x="1230987" y="2272128"/>
                </a:cubicBezTo>
                <a:cubicBezTo>
                  <a:pt x="1221028" y="2302717"/>
                  <a:pt x="1164829" y="2311965"/>
                  <a:pt x="1094403" y="2295603"/>
                </a:cubicBezTo>
                <a:cubicBezTo>
                  <a:pt x="1102406" y="2273194"/>
                  <a:pt x="1129216" y="2263191"/>
                  <a:pt x="1176634" y="2265592"/>
                </a:cubicBezTo>
                <a:close/>
                <a:moveTo>
                  <a:pt x="853248" y="2230156"/>
                </a:moveTo>
                <a:cubicBezTo>
                  <a:pt x="828350" y="2230156"/>
                  <a:pt x="812699" y="2236559"/>
                  <a:pt x="798474" y="2258611"/>
                </a:cubicBezTo>
                <a:cubicBezTo>
                  <a:pt x="717377" y="2385236"/>
                  <a:pt x="634147" y="2511149"/>
                  <a:pt x="552338" y="2637062"/>
                </a:cubicBezTo>
                <a:cubicBezTo>
                  <a:pt x="545936" y="2647021"/>
                  <a:pt x="540956" y="2656980"/>
                  <a:pt x="533843" y="2668362"/>
                </a:cubicBezTo>
                <a:cubicBezTo>
                  <a:pt x="1654255" y="2668362"/>
                  <a:pt x="2770400" y="2668362"/>
                  <a:pt x="3892237" y="2668362"/>
                </a:cubicBezTo>
                <a:cubicBezTo>
                  <a:pt x="3882990" y="2653424"/>
                  <a:pt x="3878721" y="2644887"/>
                  <a:pt x="3872319" y="2636351"/>
                </a:cubicBezTo>
                <a:cubicBezTo>
                  <a:pt x="3786242" y="2511860"/>
                  <a:pt x="3698744" y="2388081"/>
                  <a:pt x="3613379" y="2262879"/>
                </a:cubicBezTo>
                <a:cubicBezTo>
                  <a:pt x="3597729" y="2240115"/>
                  <a:pt x="3581367" y="2233002"/>
                  <a:pt x="3555046" y="2233002"/>
                </a:cubicBezTo>
                <a:cubicBezTo>
                  <a:pt x="2654447" y="2233002"/>
                  <a:pt x="1753847" y="2231579"/>
                  <a:pt x="853248" y="2230156"/>
                </a:cubicBezTo>
                <a:close/>
                <a:moveTo>
                  <a:pt x="902332" y="2100686"/>
                </a:moveTo>
                <a:cubicBezTo>
                  <a:pt x="1571024" y="2106377"/>
                  <a:pt x="2239004" y="2109934"/>
                  <a:pt x="2907696" y="2114203"/>
                </a:cubicBezTo>
                <a:cubicBezTo>
                  <a:pt x="3136758" y="2115625"/>
                  <a:pt x="3365109" y="2117759"/>
                  <a:pt x="3594171" y="2119182"/>
                </a:cubicBezTo>
                <a:cubicBezTo>
                  <a:pt x="3616224" y="2119182"/>
                  <a:pt x="3629029" y="2124873"/>
                  <a:pt x="3636143" y="2146214"/>
                </a:cubicBezTo>
                <a:cubicBezTo>
                  <a:pt x="3640411" y="2158308"/>
                  <a:pt x="3648947" y="2168978"/>
                  <a:pt x="3656061" y="2179649"/>
                </a:cubicBezTo>
                <a:cubicBezTo>
                  <a:pt x="3893660" y="2522531"/>
                  <a:pt x="4129836" y="2866124"/>
                  <a:pt x="4368858" y="3207584"/>
                </a:cubicBezTo>
                <a:cubicBezTo>
                  <a:pt x="4403715" y="3257380"/>
                  <a:pt x="4401581" y="3301486"/>
                  <a:pt x="4378105" y="3349859"/>
                </a:cubicBezTo>
                <a:cubicBezTo>
                  <a:pt x="4344671" y="3419573"/>
                  <a:pt x="4284916" y="3451585"/>
                  <a:pt x="4208798" y="3453008"/>
                </a:cubicBezTo>
                <a:cubicBezTo>
                  <a:pt x="4122011" y="3453719"/>
                  <a:pt x="4035935" y="3453008"/>
                  <a:pt x="3949147" y="3453008"/>
                </a:cubicBezTo>
                <a:cubicBezTo>
                  <a:pt x="3365109" y="3453008"/>
                  <a:pt x="2780360" y="3453008"/>
                  <a:pt x="2196322" y="3453008"/>
                </a:cubicBezTo>
                <a:cubicBezTo>
                  <a:pt x="1530476" y="3453008"/>
                  <a:pt x="863918" y="3453008"/>
                  <a:pt x="198074" y="3453008"/>
                </a:cubicBezTo>
                <a:cubicBezTo>
                  <a:pt x="100616" y="3453008"/>
                  <a:pt x="26633" y="3403923"/>
                  <a:pt x="8137" y="3319270"/>
                </a:cubicBezTo>
                <a:cubicBezTo>
                  <a:pt x="-6091" y="3255957"/>
                  <a:pt x="-5379" y="3196202"/>
                  <a:pt x="40861" y="3136447"/>
                </a:cubicBezTo>
                <a:cubicBezTo>
                  <a:pt x="291975" y="2814905"/>
                  <a:pt x="538111" y="2490519"/>
                  <a:pt x="785669" y="2166844"/>
                </a:cubicBezTo>
                <a:cubicBezTo>
                  <a:pt x="789226" y="2161864"/>
                  <a:pt x="794917" y="2157596"/>
                  <a:pt x="796340" y="2152617"/>
                </a:cubicBezTo>
                <a:cubicBezTo>
                  <a:pt x="812699" y="2096418"/>
                  <a:pt x="855382" y="2100686"/>
                  <a:pt x="902332" y="2100686"/>
                </a:cubicBezTo>
                <a:close/>
                <a:moveTo>
                  <a:pt x="945015" y="186380"/>
                </a:moveTo>
                <a:cubicBezTo>
                  <a:pt x="886682" y="186380"/>
                  <a:pt x="875300" y="198473"/>
                  <a:pt x="875300" y="258228"/>
                </a:cubicBezTo>
                <a:cubicBezTo>
                  <a:pt x="875300" y="759036"/>
                  <a:pt x="875300" y="1259132"/>
                  <a:pt x="875300" y="1759228"/>
                </a:cubicBezTo>
                <a:cubicBezTo>
                  <a:pt x="875300" y="1825385"/>
                  <a:pt x="885971" y="1836056"/>
                  <a:pt x="950706" y="1836056"/>
                </a:cubicBezTo>
                <a:cubicBezTo>
                  <a:pt x="1501310" y="1836056"/>
                  <a:pt x="2051202" y="1836056"/>
                  <a:pt x="2601805" y="1836056"/>
                </a:cubicBezTo>
                <a:cubicBezTo>
                  <a:pt x="2891334" y="1836056"/>
                  <a:pt x="3180863" y="1836056"/>
                  <a:pt x="3470393" y="1836056"/>
                </a:cubicBezTo>
                <a:cubicBezTo>
                  <a:pt x="3535127" y="1836056"/>
                  <a:pt x="3545798" y="1825385"/>
                  <a:pt x="3545798" y="1759228"/>
                </a:cubicBezTo>
                <a:cubicBezTo>
                  <a:pt x="3545798" y="1258421"/>
                  <a:pt x="3545798" y="758324"/>
                  <a:pt x="3545798" y="258228"/>
                </a:cubicBezTo>
                <a:cubicBezTo>
                  <a:pt x="3545798" y="198473"/>
                  <a:pt x="3534416" y="186380"/>
                  <a:pt x="3476084" y="186380"/>
                </a:cubicBezTo>
                <a:cubicBezTo>
                  <a:pt x="3043568" y="186380"/>
                  <a:pt x="2611764" y="186380"/>
                  <a:pt x="2179961" y="186380"/>
                </a:cubicBezTo>
                <a:cubicBezTo>
                  <a:pt x="1768075" y="186380"/>
                  <a:pt x="1356901" y="186380"/>
                  <a:pt x="945015" y="186380"/>
                </a:cubicBezTo>
                <a:close/>
                <a:moveTo>
                  <a:pt x="884548" y="0"/>
                </a:moveTo>
                <a:cubicBezTo>
                  <a:pt x="1332003" y="0"/>
                  <a:pt x="1778746" y="0"/>
                  <a:pt x="2226200" y="711"/>
                </a:cubicBezTo>
                <a:cubicBezTo>
                  <a:pt x="2662983" y="0"/>
                  <a:pt x="3099767" y="0"/>
                  <a:pt x="3536550" y="0"/>
                </a:cubicBezTo>
                <a:cubicBezTo>
                  <a:pt x="3614801" y="0"/>
                  <a:pt x="3653215" y="36992"/>
                  <a:pt x="3653215" y="114531"/>
                </a:cubicBezTo>
                <a:cubicBezTo>
                  <a:pt x="3653927" y="704971"/>
                  <a:pt x="3653927" y="1294700"/>
                  <a:pt x="3653927" y="1885852"/>
                </a:cubicBezTo>
                <a:cubicBezTo>
                  <a:pt x="3653927" y="1962681"/>
                  <a:pt x="3614090" y="2001806"/>
                  <a:pt x="3537262" y="2001806"/>
                </a:cubicBezTo>
                <a:cubicBezTo>
                  <a:pt x="3119685" y="2001806"/>
                  <a:pt x="2701397" y="2001806"/>
                  <a:pt x="2283821" y="2001806"/>
                </a:cubicBezTo>
                <a:cubicBezTo>
                  <a:pt x="1817160" y="2001806"/>
                  <a:pt x="1351210" y="2001806"/>
                  <a:pt x="884548" y="2001806"/>
                </a:cubicBezTo>
                <a:cubicBezTo>
                  <a:pt x="807722" y="2001806"/>
                  <a:pt x="767885" y="1962681"/>
                  <a:pt x="767885" y="1885852"/>
                </a:cubicBezTo>
                <a:cubicBezTo>
                  <a:pt x="767885" y="1295411"/>
                  <a:pt x="767885" y="704971"/>
                  <a:pt x="767885" y="114531"/>
                </a:cubicBezTo>
                <a:cubicBezTo>
                  <a:pt x="767885" y="36992"/>
                  <a:pt x="806299" y="0"/>
                  <a:pt x="884548" y="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233" name="TextBox 47"/>
          <p:cNvSpPr/>
          <p:nvPr/>
        </p:nvSpPr>
        <p:spPr>
          <a:xfrm>
            <a:off x="2491200" y="2535480"/>
            <a:ext cx="1310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Content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Box 48"/>
          <p:cNvSpPr/>
          <p:nvPr/>
        </p:nvSpPr>
        <p:spPr>
          <a:xfrm>
            <a:off x="6944400" y="2535480"/>
            <a:ext cx="1310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Content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Box 49"/>
          <p:cNvSpPr/>
          <p:nvPr/>
        </p:nvSpPr>
        <p:spPr>
          <a:xfrm>
            <a:off x="9306360" y="4568040"/>
            <a:ext cx="1310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Content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Box 50"/>
          <p:cNvSpPr/>
          <p:nvPr/>
        </p:nvSpPr>
        <p:spPr>
          <a:xfrm>
            <a:off x="8220960" y="5518080"/>
            <a:ext cx="1310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Content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Box 51"/>
          <p:cNvSpPr/>
          <p:nvPr/>
        </p:nvSpPr>
        <p:spPr>
          <a:xfrm>
            <a:off x="4233960" y="5518080"/>
            <a:ext cx="1310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Content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Box 52"/>
          <p:cNvSpPr/>
          <p:nvPr/>
        </p:nvSpPr>
        <p:spPr>
          <a:xfrm>
            <a:off x="538200" y="5456520"/>
            <a:ext cx="1860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Content Here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39" name="Group 53"/>
          <p:cNvGrpSpPr/>
          <p:nvPr/>
        </p:nvGrpSpPr>
        <p:grpSpPr>
          <a:xfrm>
            <a:off x="739080" y="3470040"/>
            <a:ext cx="2026080" cy="873720"/>
            <a:chOff x="739080" y="3470040"/>
            <a:chExt cx="2026080" cy="873720"/>
          </a:xfrm>
        </p:grpSpPr>
        <p:sp>
          <p:nvSpPr>
            <p:cNvPr id="240" name="TextBox 54"/>
            <p:cNvSpPr/>
            <p:nvPr/>
          </p:nvSpPr>
          <p:spPr>
            <a:xfrm>
              <a:off x="743040" y="3705480"/>
              <a:ext cx="20152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FZShuTi"/>
                </a:rPr>
                <a:t>Get a modern PowerPoint  Presentation that is beautifully designed.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1" name="TextBox 55"/>
            <p:cNvSpPr/>
            <p:nvPr/>
          </p:nvSpPr>
          <p:spPr>
            <a:xfrm>
              <a:off x="739080" y="3470040"/>
              <a:ext cx="202608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108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Contents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Infographic Style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243" name="Group 98"/>
          <p:cNvGrpSpPr/>
          <p:nvPr/>
        </p:nvGrpSpPr>
        <p:grpSpPr>
          <a:xfrm>
            <a:off x="4600800" y="2369160"/>
            <a:ext cx="2968200" cy="3337920"/>
            <a:chOff x="4600800" y="2369160"/>
            <a:chExt cx="2968200" cy="3337920"/>
          </a:xfrm>
        </p:grpSpPr>
        <p:grpSp>
          <p:nvGrpSpPr>
            <p:cNvPr id="244" name="Group 72"/>
            <p:cNvGrpSpPr/>
            <p:nvPr/>
          </p:nvGrpSpPr>
          <p:grpSpPr>
            <a:xfrm>
              <a:off x="6007680" y="2369160"/>
              <a:ext cx="154080" cy="3337920"/>
              <a:chOff x="6007680" y="2369160"/>
              <a:chExt cx="154080" cy="3337920"/>
            </a:xfrm>
          </p:grpSpPr>
          <p:sp>
            <p:nvSpPr>
              <p:cNvPr id="245" name="Freeform: Shape 10"/>
              <p:cNvSpPr/>
              <p:nvPr/>
            </p:nvSpPr>
            <p:spPr>
              <a:xfrm>
                <a:off x="6066720" y="2441160"/>
                <a:ext cx="35640" cy="3213360"/>
              </a:xfrm>
              <a:custGeom>
                <a:avLst/>
                <a:gdLst>
                  <a:gd name="textAreaLeft" fmla="*/ 0 w 35640"/>
                  <a:gd name="textAreaRight" fmla="*/ 36000 w 35640"/>
                  <a:gd name="textAreaTop" fmla="*/ 0 h 3213360"/>
                  <a:gd name="textAreaBottom" fmla="*/ 3213720 h 3213360"/>
                </a:gdLst>
                <a:ahLst/>
                <a:rect l="textAreaLeft" t="textAreaTop" r="textAreaRight" b="textAreaBottom"/>
                <a:pathLst>
                  <a:path w="74220" h="6601938">
                    <a:moveTo>
                      <a:pt x="0" y="0"/>
                    </a:moveTo>
                    <a:lnTo>
                      <a:pt x="74221" y="0"/>
                    </a:lnTo>
                    <a:lnTo>
                      <a:pt x="74221" y="6601939"/>
                    </a:lnTo>
                    <a:lnTo>
                      <a:pt x="0" y="6601939"/>
                    </a:lnTo>
                    <a:close/>
                  </a:path>
                </a:pathLst>
              </a:custGeom>
              <a:solidFill>
                <a:schemeClr val="accent1"/>
              </a:solidFill>
              <a:ln w="741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246" name="Freeform: Shape 64"/>
              <p:cNvSpPr/>
              <p:nvPr/>
            </p:nvSpPr>
            <p:spPr>
              <a:xfrm>
                <a:off x="6007680" y="2369160"/>
                <a:ext cx="154080" cy="154080"/>
              </a:xfrm>
              <a:custGeom>
                <a:avLst/>
                <a:gdLst>
                  <a:gd name="textAreaLeft" fmla="*/ 0 w 154080"/>
                  <a:gd name="textAreaRight" fmla="*/ 154440 w 154080"/>
                  <a:gd name="textAreaTop" fmla="*/ 0 h 154080"/>
                  <a:gd name="textAreaBottom" fmla="*/ 154440 h 154080"/>
                </a:gdLst>
                <a:ahLst/>
                <a:rect l="textAreaLeft" t="textAreaTop" r="textAreaRight" b="textAreaBottom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741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247" name="Freeform: Shape 65"/>
              <p:cNvSpPr/>
              <p:nvPr/>
            </p:nvSpPr>
            <p:spPr>
              <a:xfrm>
                <a:off x="6007680" y="5553000"/>
                <a:ext cx="154080" cy="154080"/>
              </a:xfrm>
              <a:custGeom>
                <a:avLst/>
                <a:gdLst>
                  <a:gd name="textAreaLeft" fmla="*/ 0 w 154080"/>
                  <a:gd name="textAreaRight" fmla="*/ 154440 w 154080"/>
                  <a:gd name="textAreaTop" fmla="*/ 0 h 154080"/>
                  <a:gd name="textAreaBottom" fmla="*/ 154440 h 154080"/>
                </a:gdLst>
                <a:ahLst/>
                <a:rect l="textAreaLeft" t="textAreaTop" r="textAreaRight" b="textAreaBottom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741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248" name="Freeform: Shape 15"/>
              <p:cNvSpPr/>
              <p:nvPr/>
            </p:nvSpPr>
            <p:spPr>
              <a:xfrm>
                <a:off x="6007680" y="3430440"/>
                <a:ext cx="154080" cy="154080"/>
              </a:xfrm>
              <a:custGeom>
                <a:avLst/>
                <a:gdLst>
                  <a:gd name="textAreaLeft" fmla="*/ 0 w 154080"/>
                  <a:gd name="textAreaRight" fmla="*/ 154440 w 154080"/>
                  <a:gd name="textAreaTop" fmla="*/ 0 h 154080"/>
                  <a:gd name="textAreaBottom" fmla="*/ 154440 h 154080"/>
                </a:gdLst>
                <a:ahLst/>
                <a:rect l="textAreaLeft" t="textAreaTop" r="textAreaRight" b="textAreaBottom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741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249" name="Freeform: Shape 16"/>
              <p:cNvSpPr/>
              <p:nvPr/>
            </p:nvSpPr>
            <p:spPr>
              <a:xfrm>
                <a:off x="6007680" y="4491720"/>
                <a:ext cx="154080" cy="154080"/>
              </a:xfrm>
              <a:custGeom>
                <a:avLst/>
                <a:gdLst>
                  <a:gd name="textAreaLeft" fmla="*/ 0 w 154080"/>
                  <a:gd name="textAreaRight" fmla="*/ 154440 w 154080"/>
                  <a:gd name="textAreaTop" fmla="*/ 0 h 154080"/>
                  <a:gd name="textAreaBottom" fmla="*/ 154440 h 154080"/>
                </a:gdLst>
                <a:ahLst/>
                <a:rect l="textAreaLeft" t="textAreaTop" r="textAreaRight" b="textAreaBottom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741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Arial Unicode MS"/>
                </a:endParaRPr>
              </a:p>
            </p:txBody>
          </p:sp>
        </p:grpSp>
        <p:grpSp>
          <p:nvGrpSpPr>
            <p:cNvPr id="250" name="Group 73"/>
            <p:cNvGrpSpPr/>
            <p:nvPr/>
          </p:nvGrpSpPr>
          <p:grpSpPr>
            <a:xfrm>
              <a:off x="4600800" y="3136680"/>
              <a:ext cx="2968200" cy="1802880"/>
              <a:chOff x="4600800" y="3136680"/>
              <a:chExt cx="2968200" cy="1802880"/>
            </a:xfrm>
          </p:grpSpPr>
          <p:sp>
            <p:nvSpPr>
              <p:cNvPr id="251" name="Freeform: Shape 74"/>
              <p:cNvSpPr/>
              <p:nvPr/>
            </p:nvSpPr>
            <p:spPr>
              <a:xfrm rot="3600000">
                <a:off x="6058800" y="2436120"/>
                <a:ext cx="35640" cy="3213360"/>
              </a:xfrm>
              <a:custGeom>
                <a:avLst/>
                <a:gdLst>
                  <a:gd name="textAreaLeft" fmla="*/ 0 w 35640"/>
                  <a:gd name="textAreaRight" fmla="*/ 36000 w 35640"/>
                  <a:gd name="textAreaTop" fmla="*/ 0 h 3213360"/>
                  <a:gd name="textAreaBottom" fmla="*/ 3213720 h 3213360"/>
                </a:gdLst>
                <a:ahLst/>
                <a:rect l="textAreaLeft" t="textAreaTop" r="textAreaRight" b="textAreaBottom"/>
                <a:pathLst>
                  <a:path w="74220" h="6601938">
                    <a:moveTo>
                      <a:pt x="0" y="0"/>
                    </a:moveTo>
                    <a:lnTo>
                      <a:pt x="74221" y="0"/>
                    </a:lnTo>
                    <a:lnTo>
                      <a:pt x="74221" y="6601939"/>
                    </a:lnTo>
                    <a:lnTo>
                      <a:pt x="0" y="6601939"/>
                    </a:lnTo>
                    <a:close/>
                  </a:path>
                </a:pathLst>
              </a:custGeom>
              <a:solidFill>
                <a:schemeClr val="accent1"/>
              </a:solidFill>
              <a:ln w="741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252" name="Freeform: Shape 75"/>
              <p:cNvSpPr/>
              <p:nvPr/>
            </p:nvSpPr>
            <p:spPr>
              <a:xfrm rot="3600000">
                <a:off x="7386480" y="3164760"/>
                <a:ext cx="154080" cy="154080"/>
              </a:xfrm>
              <a:custGeom>
                <a:avLst/>
                <a:gdLst>
                  <a:gd name="textAreaLeft" fmla="*/ 0 w 154080"/>
                  <a:gd name="textAreaRight" fmla="*/ 154440 w 154080"/>
                  <a:gd name="textAreaTop" fmla="*/ 0 h 154080"/>
                  <a:gd name="textAreaBottom" fmla="*/ 154440 h 154080"/>
                </a:gdLst>
                <a:ahLst/>
                <a:rect l="textAreaLeft" t="textAreaTop" r="textAreaRight" b="textAreaBottom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741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253" name="Freeform: Shape 76"/>
              <p:cNvSpPr/>
              <p:nvPr/>
            </p:nvSpPr>
            <p:spPr>
              <a:xfrm rot="3600000">
                <a:off x="4628880" y="4757040"/>
                <a:ext cx="154080" cy="154080"/>
              </a:xfrm>
              <a:custGeom>
                <a:avLst/>
                <a:gdLst>
                  <a:gd name="textAreaLeft" fmla="*/ 0 w 154080"/>
                  <a:gd name="textAreaRight" fmla="*/ 154440 w 154080"/>
                  <a:gd name="textAreaTop" fmla="*/ 0 h 154080"/>
                  <a:gd name="textAreaBottom" fmla="*/ 154440 h 154080"/>
                </a:gdLst>
                <a:ahLst/>
                <a:rect l="textAreaLeft" t="textAreaTop" r="textAreaRight" b="textAreaBottom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741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254" name="Freeform: Shape 77"/>
              <p:cNvSpPr/>
              <p:nvPr/>
            </p:nvSpPr>
            <p:spPr>
              <a:xfrm rot="3600000">
                <a:off x="6467400" y="3695400"/>
                <a:ext cx="154080" cy="154080"/>
              </a:xfrm>
              <a:custGeom>
                <a:avLst/>
                <a:gdLst>
                  <a:gd name="textAreaLeft" fmla="*/ 0 w 154080"/>
                  <a:gd name="textAreaRight" fmla="*/ 154440 w 154080"/>
                  <a:gd name="textAreaTop" fmla="*/ 0 h 154080"/>
                  <a:gd name="textAreaBottom" fmla="*/ 154440 h 154080"/>
                </a:gdLst>
                <a:ahLst/>
                <a:rect l="textAreaLeft" t="textAreaTop" r="textAreaRight" b="textAreaBottom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741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255" name="Freeform: Shape 78"/>
              <p:cNvSpPr/>
              <p:nvPr/>
            </p:nvSpPr>
            <p:spPr>
              <a:xfrm rot="3600000">
                <a:off x="5548320" y="4226400"/>
                <a:ext cx="154080" cy="154080"/>
              </a:xfrm>
              <a:custGeom>
                <a:avLst/>
                <a:gdLst>
                  <a:gd name="textAreaLeft" fmla="*/ 0 w 154080"/>
                  <a:gd name="textAreaRight" fmla="*/ 154440 w 154080"/>
                  <a:gd name="textAreaTop" fmla="*/ 0 h 154080"/>
                  <a:gd name="textAreaBottom" fmla="*/ 154440 h 154080"/>
                </a:gdLst>
                <a:ahLst/>
                <a:rect l="textAreaLeft" t="textAreaTop" r="textAreaRight" b="textAreaBottom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741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Arial Unicode MS"/>
                </a:endParaRPr>
              </a:p>
            </p:txBody>
          </p:sp>
        </p:grpSp>
        <p:grpSp>
          <p:nvGrpSpPr>
            <p:cNvPr id="256" name="Group 85"/>
            <p:cNvGrpSpPr/>
            <p:nvPr/>
          </p:nvGrpSpPr>
          <p:grpSpPr>
            <a:xfrm>
              <a:off x="4600800" y="3137040"/>
              <a:ext cx="2967840" cy="1802520"/>
              <a:chOff x="4600800" y="3137040"/>
              <a:chExt cx="2967840" cy="1802520"/>
            </a:xfrm>
          </p:grpSpPr>
          <p:sp>
            <p:nvSpPr>
              <p:cNvPr id="257" name="Freeform: Shape 86"/>
              <p:cNvSpPr/>
              <p:nvPr/>
            </p:nvSpPr>
            <p:spPr>
              <a:xfrm rot="18000000">
                <a:off x="6075000" y="2436480"/>
                <a:ext cx="35640" cy="3213360"/>
              </a:xfrm>
              <a:custGeom>
                <a:avLst/>
                <a:gdLst>
                  <a:gd name="textAreaLeft" fmla="*/ 0 w 35640"/>
                  <a:gd name="textAreaRight" fmla="*/ 36000 w 35640"/>
                  <a:gd name="textAreaTop" fmla="*/ 0 h 3213360"/>
                  <a:gd name="textAreaBottom" fmla="*/ 3213720 h 3213360"/>
                </a:gdLst>
                <a:ahLst/>
                <a:rect l="textAreaLeft" t="textAreaTop" r="textAreaRight" b="textAreaBottom"/>
                <a:pathLst>
                  <a:path w="74220" h="6601938">
                    <a:moveTo>
                      <a:pt x="0" y="0"/>
                    </a:moveTo>
                    <a:lnTo>
                      <a:pt x="74221" y="0"/>
                    </a:lnTo>
                    <a:lnTo>
                      <a:pt x="74221" y="6601939"/>
                    </a:lnTo>
                    <a:lnTo>
                      <a:pt x="0" y="6601939"/>
                    </a:lnTo>
                    <a:close/>
                  </a:path>
                </a:pathLst>
              </a:custGeom>
              <a:solidFill>
                <a:schemeClr val="accent1"/>
              </a:solidFill>
              <a:ln w="741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258" name="Freeform: Shape 87"/>
              <p:cNvSpPr/>
              <p:nvPr/>
            </p:nvSpPr>
            <p:spPr>
              <a:xfrm rot="18000000">
                <a:off x="4628880" y="3165120"/>
                <a:ext cx="154080" cy="154080"/>
              </a:xfrm>
              <a:custGeom>
                <a:avLst/>
                <a:gdLst>
                  <a:gd name="textAreaLeft" fmla="*/ 0 w 154080"/>
                  <a:gd name="textAreaRight" fmla="*/ 154440 w 154080"/>
                  <a:gd name="textAreaTop" fmla="*/ 0 h 154080"/>
                  <a:gd name="textAreaBottom" fmla="*/ 154440 h 154080"/>
                </a:gdLst>
                <a:ahLst/>
                <a:rect l="textAreaLeft" t="textAreaTop" r="textAreaRight" b="textAreaBottom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741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259" name="Freeform: Shape 88"/>
              <p:cNvSpPr/>
              <p:nvPr/>
            </p:nvSpPr>
            <p:spPr>
              <a:xfrm rot="18000000">
                <a:off x="7386120" y="4757040"/>
                <a:ext cx="154080" cy="154080"/>
              </a:xfrm>
              <a:custGeom>
                <a:avLst/>
                <a:gdLst>
                  <a:gd name="textAreaLeft" fmla="*/ 0 w 154080"/>
                  <a:gd name="textAreaRight" fmla="*/ 154440 w 154080"/>
                  <a:gd name="textAreaTop" fmla="*/ 0 h 154080"/>
                  <a:gd name="textAreaBottom" fmla="*/ 154440 h 154080"/>
                </a:gdLst>
                <a:ahLst/>
                <a:rect l="textAreaLeft" t="textAreaTop" r="textAreaRight" b="textAreaBottom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741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260" name="Freeform: Shape 89"/>
              <p:cNvSpPr/>
              <p:nvPr/>
            </p:nvSpPr>
            <p:spPr>
              <a:xfrm rot="18000000">
                <a:off x="5547960" y="3695760"/>
                <a:ext cx="154080" cy="154080"/>
              </a:xfrm>
              <a:custGeom>
                <a:avLst/>
                <a:gdLst>
                  <a:gd name="textAreaLeft" fmla="*/ 0 w 154080"/>
                  <a:gd name="textAreaRight" fmla="*/ 154440 w 154080"/>
                  <a:gd name="textAreaTop" fmla="*/ 0 h 154080"/>
                  <a:gd name="textAreaBottom" fmla="*/ 154440 h 154080"/>
                </a:gdLst>
                <a:ahLst/>
                <a:rect l="textAreaLeft" t="textAreaTop" r="textAreaRight" b="textAreaBottom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741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261" name="Freeform: Shape 90"/>
              <p:cNvSpPr/>
              <p:nvPr/>
            </p:nvSpPr>
            <p:spPr>
              <a:xfrm rot="18000000">
                <a:off x="6467040" y="4226400"/>
                <a:ext cx="154080" cy="154080"/>
              </a:xfrm>
              <a:custGeom>
                <a:avLst/>
                <a:gdLst>
                  <a:gd name="textAreaLeft" fmla="*/ 0 w 154080"/>
                  <a:gd name="textAreaRight" fmla="*/ 154440 w 154080"/>
                  <a:gd name="textAreaTop" fmla="*/ 0 h 154080"/>
                  <a:gd name="textAreaBottom" fmla="*/ 154440 h 154080"/>
                </a:gdLst>
                <a:ahLst/>
                <a:rect l="textAreaLeft" t="textAreaTop" r="textAreaRight" b="textAreaBottom"/>
                <a:pathLst>
                  <a:path w="317368" h="317368">
                    <a:moveTo>
                      <a:pt x="317368" y="158684"/>
                    </a:moveTo>
                    <a:cubicBezTo>
                      <a:pt x="317368" y="246323"/>
                      <a:pt x="246323" y="317368"/>
                      <a:pt x="158684" y="317368"/>
                    </a:cubicBezTo>
                    <a:cubicBezTo>
                      <a:pt x="71045" y="317368"/>
                      <a:pt x="0" y="246323"/>
                      <a:pt x="0" y="158684"/>
                    </a:cubicBezTo>
                    <a:cubicBezTo>
                      <a:pt x="0" y="71045"/>
                      <a:pt x="71045" y="0"/>
                      <a:pt x="158684" y="0"/>
                    </a:cubicBezTo>
                    <a:cubicBezTo>
                      <a:pt x="246323" y="0"/>
                      <a:pt x="317368" y="71045"/>
                      <a:pt x="317368" y="15868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741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Arial Unicode MS"/>
                </a:endParaRPr>
              </a:p>
            </p:txBody>
          </p:sp>
        </p:grpSp>
      </p:grpSp>
      <p:grpSp>
        <p:nvGrpSpPr>
          <p:cNvPr id="262" name="Group 110"/>
          <p:cNvGrpSpPr/>
          <p:nvPr/>
        </p:nvGrpSpPr>
        <p:grpSpPr>
          <a:xfrm>
            <a:off x="4833360" y="2613960"/>
            <a:ext cx="2486520" cy="2852280"/>
            <a:chOff x="4833360" y="2613960"/>
            <a:chExt cx="2486520" cy="2852280"/>
          </a:xfrm>
        </p:grpSpPr>
        <p:sp>
          <p:nvSpPr>
            <p:cNvPr id="263" name="Freeform: Shape 106"/>
            <p:cNvSpPr/>
            <p:nvPr/>
          </p:nvSpPr>
          <p:spPr>
            <a:xfrm>
              <a:off x="4838400" y="2999160"/>
              <a:ext cx="1124640" cy="1275840"/>
            </a:xfrm>
            <a:custGeom>
              <a:avLst/>
              <a:gdLst>
                <a:gd name="textAreaLeft" fmla="*/ 0 w 1124640"/>
                <a:gd name="textAreaRight" fmla="*/ 1125000 w 1124640"/>
                <a:gd name="textAreaTop" fmla="*/ 0 h 1275840"/>
                <a:gd name="textAreaBottom" fmla="*/ 1276200 h 1275840"/>
              </a:gdLst>
              <a:ahLst/>
              <a:rect l="textAreaLeft" t="textAreaTop" r="textAreaRight" b="textAreaBottom"/>
              <a:pathLst>
                <a:path w="1858552" h="2108217">
                  <a:moveTo>
                    <a:pt x="891621" y="127333"/>
                  </a:moveTo>
                  <a:lnTo>
                    <a:pt x="136204" y="570529"/>
                  </a:lnTo>
                  <a:lnTo>
                    <a:pt x="137285" y="575881"/>
                  </a:lnTo>
                  <a:cubicBezTo>
                    <a:pt x="137285" y="604314"/>
                    <a:pt x="119998" y="628708"/>
                    <a:pt x="95362" y="639129"/>
                  </a:cubicBezTo>
                  <a:lnTo>
                    <a:pt x="80913" y="642046"/>
                  </a:lnTo>
                  <a:lnTo>
                    <a:pt x="87029" y="1513636"/>
                  </a:lnTo>
                  <a:lnTo>
                    <a:pt x="95361" y="1515318"/>
                  </a:lnTo>
                  <a:cubicBezTo>
                    <a:pt x="119998" y="1525739"/>
                    <a:pt x="137285" y="1550134"/>
                    <a:pt x="137285" y="1578567"/>
                  </a:cubicBezTo>
                  <a:lnTo>
                    <a:pt x="136263" y="1583626"/>
                  </a:lnTo>
                  <a:lnTo>
                    <a:pt x="870153" y="2000544"/>
                  </a:lnTo>
                  <a:lnTo>
                    <a:pt x="876563" y="1991037"/>
                  </a:lnTo>
                  <a:cubicBezTo>
                    <a:pt x="888985" y="1978615"/>
                    <a:pt x="906146" y="1970932"/>
                    <a:pt x="925101" y="1970932"/>
                  </a:cubicBezTo>
                  <a:cubicBezTo>
                    <a:pt x="944056" y="1970932"/>
                    <a:pt x="961217" y="1978615"/>
                    <a:pt x="973638" y="1991037"/>
                  </a:cubicBezTo>
                  <a:lnTo>
                    <a:pt x="974304" y="1992024"/>
                  </a:lnTo>
                  <a:lnTo>
                    <a:pt x="1723151" y="1552681"/>
                  </a:lnTo>
                  <a:lnTo>
                    <a:pt x="1723319" y="1551848"/>
                  </a:lnTo>
                  <a:lnTo>
                    <a:pt x="1737335" y="1531060"/>
                  </a:lnTo>
                  <a:lnTo>
                    <a:pt x="1730864" y="608833"/>
                  </a:lnTo>
                  <a:lnTo>
                    <a:pt x="1726661" y="602599"/>
                  </a:lnTo>
                  <a:lnTo>
                    <a:pt x="1723626" y="587565"/>
                  </a:lnTo>
                  <a:lnTo>
                    <a:pt x="929459" y="136405"/>
                  </a:lnTo>
                  <a:lnTo>
                    <a:pt x="925101" y="137285"/>
                  </a:lnTo>
                  <a:cubicBezTo>
                    <a:pt x="915623" y="137285"/>
                    <a:pt x="906594" y="135364"/>
                    <a:pt x="898382" y="131891"/>
                  </a:cubicBezTo>
                  <a:close/>
                  <a:moveTo>
                    <a:pt x="925101" y="0"/>
                  </a:moveTo>
                  <a:cubicBezTo>
                    <a:pt x="963011" y="0"/>
                    <a:pt x="993743" y="30732"/>
                    <a:pt x="993743" y="68643"/>
                  </a:cubicBezTo>
                  <a:cubicBezTo>
                    <a:pt x="993743" y="78120"/>
                    <a:pt x="991823" y="87149"/>
                    <a:pt x="988349" y="95361"/>
                  </a:cubicBezTo>
                  <a:lnTo>
                    <a:pt x="982848" y="103520"/>
                  </a:lnTo>
                  <a:lnTo>
                    <a:pt x="1737928" y="532451"/>
                  </a:lnTo>
                  <a:lnTo>
                    <a:pt x="1741372" y="527343"/>
                  </a:lnTo>
                  <a:cubicBezTo>
                    <a:pt x="1753794" y="514921"/>
                    <a:pt x="1770955" y="507238"/>
                    <a:pt x="1789910" y="507238"/>
                  </a:cubicBezTo>
                  <a:cubicBezTo>
                    <a:pt x="1827820" y="507238"/>
                    <a:pt x="1858552" y="537970"/>
                    <a:pt x="1858552" y="575881"/>
                  </a:cubicBezTo>
                  <a:cubicBezTo>
                    <a:pt x="1858552" y="613791"/>
                    <a:pt x="1827820" y="644523"/>
                    <a:pt x="1789910" y="644523"/>
                  </a:cubicBezTo>
                  <a:lnTo>
                    <a:pt x="1786126" y="643759"/>
                  </a:lnTo>
                  <a:lnTo>
                    <a:pt x="1792189" y="1511060"/>
                  </a:lnTo>
                  <a:lnTo>
                    <a:pt x="1813286" y="1515319"/>
                  </a:lnTo>
                  <a:cubicBezTo>
                    <a:pt x="1837922" y="1525740"/>
                    <a:pt x="1855209" y="1550134"/>
                    <a:pt x="1855209" y="1578567"/>
                  </a:cubicBezTo>
                  <a:cubicBezTo>
                    <a:pt x="1855209" y="1616477"/>
                    <a:pt x="1824477" y="1647209"/>
                    <a:pt x="1786567" y="1647209"/>
                  </a:cubicBezTo>
                  <a:cubicBezTo>
                    <a:pt x="1767612" y="1647209"/>
                    <a:pt x="1750452" y="1639526"/>
                    <a:pt x="1738030" y="1627104"/>
                  </a:cubicBezTo>
                  <a:lnTo>
                    <a:pt x="1728646" y="1613186"/>
                  </a:lnTo>
                  <a:lnTo>
                    <a:pt x="992650" y="2044990"/>
                  </a:lnTo>
                  <a:lnTo>
                    <a:pt x="988349" y="2066293"/>
                  </a:lnTo>
                  <a:cubicBezTo>
                    <a:pt x="977929" y="2090930"/>
                    <a:pt x="953534" y="2108217"/>
                    <a:pt x="925101" y="2108217"/>
                  </a:cubicBezTo>
                  <a:cubicBezTo>
                    <a:pt x="896668" y="2108217"/>
                    <a:pt x="872273" y="2090930"/>
                    <a:pt x="861852" y="2066293"/>
                  </a:cubicBezTo>
                  <a:lnTo>
                    <a:pt x="860191" y="2058064"/>
                  </a:lnTo>
                  <a:lnTo>
                    <a:pt x="110027" y="1631927"/>
                  </a:lnTo>
                  <a:lnTo>
                    <a:pt x="95361" y="1641815"/>
                  </a:lnTo>
                  <a:cubicBezTo>
                    <a:pt x="87149" y="1645288"/>
                    <a:pt x="78120" y="1647209"/>
                    <a:pt x="68643" y="1647209"/>
                  </a:cubicBezTo>
                  <a:cubicBezTo>
                    <a:pt x="30732" y="1647209"/>
                    <a:pt x="0" y="1616477"/>
                    <a:pt x="0" y="1578567"/>
                  </a:cubicBezTo>
                  <a:cubicBezTo>
                    <a:pt x="0" y="1559611"/>
                    <a:pt x="7683" y="1542451"/>
                    <a:pt x="20105" y="1530029"/>
                  </a:cubicBezTo>
                  <a:lnTo>
                    <a:pt x="32128" y="1521923"/>
                  </a:lnTo>
                  <a:lnTo>
                    <a:pt x="25882" y="628313"/>
                  </a:lnTo>
                  <a:lnTo>
                    <a:pt x="20106" y="624418"/>
                  </a:lnTo>
                  <a:cubicBezTo>
                    <a:pt x="7684" y="611997"/>
                    <a:pt x="1" y="594836"/>
                    <a:pt x="1" y="575881"/>
                  </a:cubicBezTo>
                  <a:cubicBezTo>
                    <a:pt x="1" y="537971"/>
                    <a:pt x="30733" y="507239"/>
                    <a:pt x="68643" y="507239"/>
                  </a:cubicBezTo>
                  <a:cubicBezTo>
                    <a:pt x="78121" y="507239"/>
                    <a:pt x="87150" y="509160"/>
                    <a:pt x="95362" y="512633"/>
                  </a:cubicBezTo>
                  <a:lnTo>
                    <a:pt x="109767" y="522346"/>
                  </a:lnTo>
                  <a:lnTo>
                    <a:pt x="859279" y="82613"/>
                  </a:lnTo>
                  <a:lnTo>
                    <a:pt x="856458" y="68643"/>
                  </a:lnTo>
                  <a:cubicBezTo>
                    <a:pt x="856458" y="30732"/>
                    <a:pt x="887190" y="0"/>
                    <a:pt x="925101" y="0"/>
                  </a:cubicBezTo>
                  <a:close/>
                </a:path>
              </a:pathLst>
            </a:custGeom>
            <a:solidFill>
              <a:schemeClr val="accent5"/>
            </a:solidFill>
            <a:ln w="741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264" name="Freeform: Shape 102"/>
            <p:cNvSpPr/>
            <p:nvPr/>
          </p:nvSpPr>
          <p:spPr>
            <a:xfrm>
              <a:off x="6190920" y="3803400"/>
              <a:ext cx="1128960" cy="1276200"/>
            </a:xfrm>
            <a:custGeom>
              <a:avLst/>
              <a:gdLst>
                <a:gd name="textAreaLeft" fmla="*/ 0 w 1128960"/>
                <a:gd name="textAreaRight" fmla="*/ 1129320 w 1128960"/>
                <a:gd name="textAreaTop" fmla="*/ 0 h 1276200"/>
                <a:gd name="textAreaBottom" fmla="*/ 1276560 h 1276200"/>
              </a:gdLst>
              <a:ahLst/>
              <a:rect l="textAreaLeft" t="textAreaTop" r="textAreaRight" b="textAreaBottom"/>
              <a:pathLst>
                <a:path w="1865646" h="2108813">
                  <a:moveTo>
                    <a:pt x="896251" y="120481"/>
                  </a:moveTo>
                  <a:lnTo>
                    <a:pt x="129434" y="570366"/>
                  </a:lnTo>
                  <a:lnTo>
                    <a:pt x="125890" y="575622"/>
                  </a:lnTo>
                  <a:lnTo>
                    <a:pt x="112789" y="584455"/>
                  </a:lnTo>
                  <a:lnTo>
                    <a:pt x="119147" y="1490535"/>
                  </a:lnTo>
                  <a:lnTo>
                    <a:pt x="131891" y="1509437"/>
                  </a:lnTo>
                  <a:cubicBezTo>
                    <a:pt x="135365" y="1517649"/>
                    <a:pt x="137285" y="1526678"/>
                    <a:pt x="137285" y="1536156"/>
                  </a:cubicBezTo>
                  <a:lnTo>
                    <a:pt x="136049" y="1542278"/>
                  </a:lnTo>
                  <a:lnTo>
                    <a:pt x="907672" y="1980632"/>
                  </a:lnTo>
                  <a:lnTo>
                    <a:pt x="913174" y="1976922"/>
                  </a:lnTo>
                  <a:cubicBezTo>
                    <a:pt x="921387" y="1973449"/>
                    <a:pt x="930415" y="1971528"/>
                    <a:pt x="939893" y="1971528"/>
                  </a:cubicBezTo>
                  <a:cubicBezTo>
                    <a:pt x="949370" y="1971528"/>
                    <a:pt x="958399" y="1973449"/>
                    <a:pt x="966612" y="1976922"/>
                  </a:cubicBezTo>
                  <a:lnTo>
                    <a:pt x="978887" y="1985199"/>
                  </a:lnTo>
                  <a:lnTo>
                    <a:pt x="1722260" y="1549067"/>
                  </a:lnTo>
                  <a:lnTo>
                    <a:pt x="1719653" y="1536156"/>
                  </a:lnTo>
                  <a:cubicBezTo>
                    <a:pt x="1719653" y="1507724"/>
                    <a:pt x="1736940" y="1483329"/>
                    <a:pt x="1761577" y="1472908"/>
                  </a:cubicBezTo>
                  <a:lnTo>
                    <a:pt x="1769197" y="1471370"/>
                  </a:lnTo>
                  <a:lnTo>
                    <a:pt x="1762980" y="585408"/>
                  </a:lnTo>
                  <a:lnTo>
                    <a:pt x="1748466" y="575622"/>
                  </a:lnTo>
                  <a:cubicBezTo>
                    <a:pt x="1742255" y="569411"/>
                    <a:pt x="1737229" y="562016"/>
                    <a:pt x="1733755" y="553803"/>
                  </a:cubicBezTo>
                  <a:lnTo>
                    <a:pt x="1733366" y="551872"/>
                  </a:lnTo>
                  <a:lnTo>
                    <a:pt x="979173" y="123421"/>
                  </a:lnTo>
                  <a:lnTo>
                    <a:pt x="966611" y="131891"/>
                  </a:lnTo>
                  <a:cubicBezTo>
                    <a:pt x="958399" y="135364"/>
                    <a:pt x="949370" y="137285"/>
                    <a:pt x="939893" y="137285"/>
                  </a:cubicBezTo>
                  <a:cubicBezTo>
                    <a:pt x="930415" y="137285"/>
                    <a:pt x="921386" y="135364"/>
                    <a:pt x="913174" y="131891"/>
                  </a:cubicBezTo>
                  <a:close/>
                  <a:moveTo>
                    <a:pt x="939893" y="0"/>
                  </a:moveTo>
                  <a:cubicBezTo>
                    <a:pt x="977802" y="0"/>
                    <a:pt x="1008535" y="30732"/>
                    <a:pt x="1008535" y="68643"/>
                  </a:cubicBezTo>
                  <a:lnTo>
                    <a:pt x="1007047" y="76016"/>
                  </a:lnTo>
                  <a:lnTo>
                    <a:pt x="1739379" y="492025"/>
                  </a:lnTo>
                  <a:lnTo>
                    <a:pt x="1748466" y="478547"/>
                  </a:lnTo>
                  <a:cubicBezTo>
                    <a:pt x="1760888" y="466125"/>
                    <a:pt x="1778049" y="458442"/>
                    <a:pt x="1797004" y="458442"/>
                  </a:cubicBezTo>
                  <a:cubicBezTo>
                    <a:pt x="1834913" y="458442"/>
                    <a:pt x="1865646" y="489174"/>
                    <a:pt x="1865646" y="527085"/>
                  </a:cubicBezTo>
                  <a:cubicBezTo>
                    <a:pt x="1865646" y="555517"/>
                    <a:pt x="1848359" y="579912"/>
                    <a:pt x="1823722" y="590333"/>
                  </a:cubicBezTo>
                  <a:lnTo>
                    <a:pt x="1817981" y="591492"/>
                  </a:lnTo>
                  <a:lnTo>
                    <a:pt x="1824186" y="1479093"/>
                  </a:lnTo>
                  <a:lnTo>
                    <a:pt x="1836832" y="1487619"/>
                  </a:lnTo>
                  <a:cubicBezTo>
                    <a:pt x="1849254" y="1500041"/>
                    <a:pt x="1856937" y="1517201"/>
                    <a:pt x="1856937" y="1536156"/>
                  </a:cubicBezTo>
                  <a:cubicBezTo>
                    <a:pt x="1856937" y="1574066"/>
                    <a:pt x="1826204" y="1604798"/>
                    <a:pt x="1788295" y="1604798"/>
                  </a:cubicBezTo>
                  <a:cubicBezTo>
                    <a:pt x="1778818" y="1604798"/>
                    <a:pt x="1769789" y="1602878"/>
                    <a:pt x="1761577" y="1599404"/>
                  </a:cubicBezTo>
                  <a:lnTo>
                    <a:pt x="1753830" y="1594181"/>
                  </a:lnTo>
                  <a:lnTo>
                    <a:pt x="1006959" y="2032364"/>
                  </a:lnTo>
                  <a:lnTo>
                    <a:pt x="1008535" y="2040171"/>
                  </a:lnTo>
                  <a:cubicBezTo>
                    <a:pt x="1008535" y="2078080"/>
                    <a:pt x="977803" y="2108813"/>
                    <a:pt x="939893" y="2108813"/>
                  </a:cubicBezTo>
                  <a:cubicBezTo>
                    <a:pt x="901983" y="2108813"/>
                    <a:pt x="871250" y="2078080"/>
                    <a:pt x="871250" y="2040171"/>
                  </a:cubicBezTo>
                  <a:lnTo>
                    <a:pt x="874343" y="2024852"/>
                  </a:lnTo>
                  <a:lnTo>
                    <a:pt x="109094" y="1590145"/>
                  </a:lnTo>
                  <a:lnTo>
                    <a:pt x="95362" y="1599404"/>
                  </a:lnTo>
                  <a:cubicBezTo>
                    <a:pt x="87149" y="1602877"/>
                    <a:pt x="78120" y="1604798"/>
                    <a:pt x="68643" y="1604798"/>
                  </a:cubicBezTo>
                  <a:cubicBezTo>
                    <a:pt x="30732" y="1604798"/>
                    <a:pt x="0" y="1574065"/>
                    <a:pt x="0" y="1536156"/>
                  </a:cubicBezTo>
                  <a:cubicBezTo>
                    <a:pt x="0" y="1507723"/>
                    <a:pt x="17287" y="1483328"/>
                    <a:pt x="41923" y="1472907"/>
                  </a:cubicBezTo>
                  <a:lnTo>
                    <a:pt x="63975" y="1468456"/>
                  </a:lnTo>
                  <a:lnTo>
                    <a:pt x="57847" y="591789"/>
                  </a:lnTo>
                  <a:lnTo>
                    <a:pt x="50633" y="590333"/>
                  </a:lnTo>
                  <a:cubicBezTo>
                    <a:pt x="25997" y="579912"/>
                    <a:pt x="8710" y="555518"/>
                    <a:pt x="8710" y="527085"/>
                  </a:cubicBezTo>
                  <a:cubicBezTo>
                    <a:pt x="8710" y="489175"/>
                    <a:pt x="39442" y="458443"/>
                    <a:pt x="77352" y="458443"/>
                  </a:cubicBezTo>
                  <a:cubicBezTo>
                    <a:pt x="96307" y="458443"/>
                    <a:pt x="113468" y="466126"/>
                    <a:pt x="125890" y="478548"/>
                  </a:cubicBezTo>
                  <a:lnTo>
                    <a:pt x="140435" y="500122"/>
                  </a:lnTo>
                  <a:lnTo>
                    <a:pt x="871741" y="71071"/>
                  </a:lnTo>
                  <a:lnTo>
                    <a:pt x="871250" y="68643"/>
                  </a:lnTo>
                  <a:cubicBezTo>
                    <a:pt x="871250" y="30732"/>
                    <a:pt x="901982" y="0"/>
                    <a:pt x="939893" y="0"/>
                  </a:cubicBezTo>
                  <a:close/>
                </a:path>
              </a:pathLst>
            </a:custGeom>
            <a:solidFill>
              <a:schemeClr val="accent5"/>
            </a:solidFill>
            <a:ln w="741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265" name="Freeform: Shape 100"/>
            <p:cNvSpPr/>
            <p:nvPr/>
          </p:nvSpPr>
          <p:spPr>
            <a:xfrm>
              <a:off x="5518080" y="2613960"/>
              <a:ext cx="1119960" cy="1272240"/>
            </a:xfrm>
            <a:custGeom>
              <a:avLst/>
              <a:gdLst>
                <a:gd name="textAreaLeft" fmla="*/ 0 w 1119960"/>
                <a:gd name="textAreaRight" fmla="*/ 1120320 w 1119960"/>
                <a:gd name="textAreaTop" fmla="*/ 0 h 1272240"/>
                <a:gd name="textAreaBottom" fmla="*/ 1272600 h 1272240"/>
              </a:gdLst>
              <a:ahLst/>
              <a:rect l="textAreaLeft" t="textAreaTop" r="textAreaRight" b="textAreaBottom"/>
              <a:pathLst>
                <a:path w="1850884" h="2102455">
                  <a:moveTo>
                    <a:pt x="885279" y="117464"/>
                  </a:moveTo>
                  <a:lnTo>
                    <a:pt x="134185" y="551124"/>
                  </a:lnTo>
                  <a:lnTo>
                    <a:pt x="137285" y="566477"/>
                  </a:lnTo>
                  <a:cubicBezTo>
                    <a:pt x="137285" y="585432"/>
                    <a:pt x="129602" y="602593"/>
                    <a:pt x="117180" y="615015"/>
                  </a:cubicBezTo>
                  <a:lnTo>
                    <a:pt x="96375" y="629042"/>
                  </a:lnTo>
                  <a:lnTo>
                    <a:pt x="96375" y="1504603"/>
                  </a:lnTo>
                  <a:lnTo>
                    <a:pt x="117180" y="1518631"/>
                  </a:lnTo>
                  <a:cubicBezTo>
                    <a:pt x="123391" y="1524842"/>
                    <a:pt x="128418" y="1532237"/>
                    <a:pt x="131891" y="1540450"/>
                  </a:cubicBezTo>
                  <a:lnTo>
                    <a:pt x="133209" y="1546976"/>
                  </a:lnTo>
                  <a:lnTo>
                    <a:pt x="888308" y="1982948"/>
                  </a:lnTo>
                  <a:lnTo>
                    <a:pt x="906675" y="1970565"/>
                  </a:lnTo>
                  <a:cubicBezTo>
                    <a:pt x="914887" y="1967092"/>
                    <a:pt x="923916" y="1965171"/>
                    <a:pt x="933393" y="1965171"/>
                  </a:cubicBezTo>
                  <a:cubicBezTo>
                    <a:pt x="942871" y="1965171"/>
                    <a:pt x="951900" y="1967092"/>
                    <a:pt x="960112" y="1970565"/>
                  </a:cubicBezTo>
                  <a:lnTo>
                    <a:pt x="967465" y="1975523"/>
                  </a:lnTo>
                  <a:lnTo>
                    <a:pt x="1718728" y="1541766"/>
                  </a:lnTo>
                  <a:lnTo>
                    <a:pt x="1718993" y="1540450"/>
                  </a:lnTo>
                  <a:cubicBezTo>
                    <a:pt x="1722467" y="1532237"/>
                    <a:pt x="1727493" y="1524842"/>
                    <a:pt x="1733704" y="1518631"/>
                  </a:cubicBezTo>
                  <a:lnTo>
                    <a:pt x="1746537" y="1509979"/>
                  </a:lnTo>
                  <a:lnTo>
                    <a:pt x="1746537" y="623788"/>
                  </a:lnTo>
                  <a:lnTo>
                    <a:pt x="1733525" y="615015"/>
                  </a:lnTo>
                  <a:cubicBezTo>
                    <a:pt x="1721103" y="602593"/>
                    <a:pt x="1713420" y="585433"/>
                    <a:pt x="1713420" y="566477"/>
                  </a:cubicBezTo>
                  <a:lnTo>
                    <a:pt x="1715706" y="555154"/>
                  </a:lnTo>
                  <a:lnTo>
                    <a:pt x="970494" y="124890"/>
                  </a:lnTo>
                  <a:lnTo>
                    <a:pt x="960112" y="131890"/>
                  </a:lnTo>
                  <a:cubicBezTo>
                    <a:pt x="951900" y="135363"/>
                    <a:pt x="942871" y="137284"/>
                    <a:pt x="933393" y="137284"/>
                  </a:cubicBezTo>
                  <a:cubicBezTo>
                    <a:pt x="923916" y="137284"/>
                    <a:pt x="914887" y="135363"/>
                    <a:pt x="906675" y="131890"/>
                  </a:cubicBezTo>
                  <a:close/>
                  <a:moveTo>
                    <a:pt x="933393" y="0"/>
                  </a:moveTo>
                  <a:cubicBezTo>
                    <a:pt x="971303" y="0"/>
                    <a:pt x="1002035" y="30732"/>
                    <a:pt x="1002035" y="68642"/>
                  </a:cubicBezTo>
                  <a:lnTo>
                    <a:pt x="1000044" y="78503"/>
                  </a:lnTo>
                  <a:lnTo>
                    <a:pt x="1746256" y="509357"/>
                  </a:lnTo>
                  <a:lnTo>
                    <a:pt x="1755344" y="503229"/>
                  </a:lnTo>
                  <a:cubicBezTo>
                    <a:pt x="1763556" y="499756"/>
                    <a:pt x="1772585" y="497835"/>
                    <a:pt x="1782063" y="497835"/>
                  </a:cubicBezTo>
                  <a:cubicBezTo>
                    <a:pt x="1819973" y="497835"/>
                    <a:pt x="1850705" y="528567"/>
                    <a:pt x="1850705" y="566477"/>
                  </a:cubicBezTo>
                  <a:cubicBezTo>
                    <a:pt x="1850705" y="594910"/>
                    <a:pt x="1833418" y="619305"/>
                    <a:pt x="1808782" y="629726"/>
                  </a:cubicBezTo>
                  <a:lnTo>
                    <a:pt x="1801510" y="631194"/>
                  </a:lnTo>
                  <a:lnTo>
                    <a:pt x="1801510" y="1502416"/>
                  </a:lnTo>
                  <a:lnTo>
                    <a:pt x="1808960" y="1503920"/>
                  </a:lnTo>
                  <a:cubicBezTo>
                    <a:pt x="1833597" y="1514341"/>
                    <a:pt x="1850884" y="1538736"/>
                    <a:pt x="1850884" y="1567169"/>
                  </a:cubicBezTo>
                  <a:cubicBezTo>
                    <a:pt x="1850884" y="1605079"/>
                    <a:pt x="1820151" y="1635811"/>
                    <a:pt x="1782242" y="1635811"/>
                  </a:cubicBezTo>
                  <a:cubicBezTo>
                    <a:pt x="1763286" y="1635811"/>
                    <a:pt x="1746126" y="1628128"/>
                    <a:pt x="1733704" y="1615706"/>
                  </a:cubicBezTo>
                  <a:lnTo>
                    <a:pt x="1724436" y="1601960"/>
                  </a:lnTo>
                  <a:lnTo>
                    <a:pt x="999360" y="2020561"/>
                  </a:lnTo>
                  <a:lnTo>
                    <a:pt x="1002035" y="2033813"/>
                  </a:lnTo>
                  <a:cubicBezTo>
                    <a:pt x="1002035" y="2071723"/>
                    <a:pt x="971303" y="2102455"/>
                    <a:pt x="933393" y="2102455"/>
                  </a:cubicBezTo>
                  <a:cubicBezTo>
                    <a:pt x="895483" y="2102455"/>
                    <a:pt x="864751" y="2071723"/>
                    <a:pt x="864751" y="2033813"/>
                  </a:cubicBezTo>
                  <a:lnTo>
                    <a:pt x="864934" y="2032906"/>
                  </a:lnTo>
                  <a:lnTo>
                    <a:pt x="124214" y="1605273"/>
                  </a:lnTo>
                  <a:lnTo>
                    <a:pt x="117180" y="1615706"/>
                  </a:lnTo>
                  <a:cubicBezTo>
                    <a:pt x="104759" y="1628128"/>
                    <a:pt x="87598" y="1635811"/>
                    <a:pt x="68643" y="1635811"/>
                  </a:cubicBezTo>
                  <a:cubicBezTo>
                    <a:pt x="30732" y="1635811"/>
                    <a:pt x="0" y="1605079"/>
                    <a:pt x="0" y="1567169"/>
                  </a:cubicBezTo>
                  <a:cubicBezTo>
                    <a:pt x="0" y="1548213"/>
                    <a:pt x="7683" y="1531053"/>
                    <a:pt x="20105" y="1518631"/>
                  </a:cubicBezTo>
                  <a:lnTo>
                    <a:pt x="41401" y="1504273"/>
                  </a:lnTo>
                  <a:lnTo>
                    <a:pt x="41401" y="629373"/>
                  </a:lnTo>
                  <a:lnTo>
                    <a:pt x="20105" y="615015"/>
                  </a:lnTo>
                  <a:cubicBezTo>
                    <a:pt x="7683" y="602593"/>
                    <a:pt x="0" y="585432"/>
                    <a:pt x="0" y="566477"/>
                  </a:cubicBezTo>
                  <a:cubicBezTo>
                    <a:pt x="0" y="528567"/>
                    <a:pt x="30732" y="497835"/>
                    <a:pt x="68643" y="497835"/>
                  </a:cubicBezTo>
                  <a:cubicBezTo>
                    <a:pt x="78120" y="497835"/>
                    <a:pt x="87149" y="499756"/>
                    <a:pt x="95362" y="503229"/>
                  </a:cubicBezTo>
                  <a:lnTo>
                    <a:pt x="100854" y="506932"/>
                  </a:lnTo>
                  <a:lnTo>
                    <a:pt x="865385" y="65502"/>
                  </a:lnTo>
                  <a:lnTo>
                    <a:pt x="870145" y="41923"/>
                  </a:lnTo>
                  <a:cubicBezTo>
                    <a:pt x="880566" y="17287"/>
                    <a:pt x="904961" y="0"/>
                    <a:pt x="933393" y="0"/>
                  </a:cubicBezTo>
                  <a:close/>
                </a:path>
              </a:pathLst>
            </a:custGeom>
            <a:solidFill>
              <a:schemeClr val="accent5"/>
            </a:solidFill>
            <a:ln w="741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266" name="Freeform: Shape 103"/>
            <p:cNvSpPr/>
            <p:nvPr/>
          </p:nvSpPr>
          <p:spPr>
            <a:xfrm>
              <a:off x="6195960" y="2999160"/>
              <a:ext cx="1123560" cy="1275840"/>
            </a:xfrm>
            <a:custGeom>
              <a:avLst/>
              <a:gdLst>
                <a:gd name="textAreaLeft" fmla="*/ 0 w 1123560"/>
                <a:gd name="textAreaRight" fmla="*/ 1123920 w 1123560"/>
                <a:gd name="textAreaTop" fmla="*/ 0 h 1275840"/>
                <a:gd name="textAreaBottom" fmla="*/ 1276200 h 1275840"/>
              </a:gdLst>
              <a:ahLst/>
              <a:rect l="textAreaLeft" t="textAreaTop" r="textAreaRight" b="textAreaBottom"/>
              <a:pathLst>
                <a:path w="1856937" h="2108217">
                  <a:moveTo>
                    <a:pt x="906556" y="132313"/>
                  </a:moveTo>
                  <a:lnTo>
                    <a:pt x="135496" y="584744"/>
                  </a:lnTo>
                  <a:lnTo>
                    <a:pt x="131891" y="602599"/>
                  </a:lnTo>
                  <a:cubicBezTo>
                    <a:pt x="128418" y="610812"/>
                    <a:pt x="123391" y="618207"/>
                    <a:pt x="117180" y="624418"/>
                  </a:cubicBezTo>
                  <a:lnTo>
                    <a:pt x="104171" y="633189"/>
                  </a:lnTo>
                  <a:lnTo>
                    <a:pt x="110432" y="1525480"/>
                  </a:lnTo>
                  <a:lnTo>
                    <a:pt x="117181" y="1530030"/>
                  </a:lnTo>
                  <a:cubicBezTo>
                    <a:pt x="123391" y="1536241"/>
                    <a:pt x="128418" y="1543636"/>
                    <a:pt x="131891" y="1551848"/>
                  </a:cubicBezTo>
                  <a:lnTo>
                    <a:pt x="135577" y="1570104"/>
                  </a:lnTo>
                  <a:lnTo>
                    <a:pt x="880994" y="1993488"/>
                  </a:lnTo>
                  <a:lnTo>
                    <a:pt x="882646" y="1991037"/>
                  </a:lnTo>
                  <a:cubicBezTo>
                    <a:pt x="895068" y="1978615"/>
                    <a:pt x="912229" y="1970932"/>
                    <a:pt x="931184" y="1970932"/>
                  </a:cubicBezTo>
                  <a:cubicBezTo>
                    <a:pt x="950139" y="1970932"/>
                    <a:pt x="967299" y="1978615"/>
                    <a:pt x="979721" y="1991037"/>
                  </a:cubicBezTo>
                  <a:lnTo>
                    <a:pt x="985317" y="1999337"/>
                  </a:lnTo>
                  <a:lnTo>
                    <a:pt x="1721968" y="1567095"/>
                  </a:lnTo>
                  <a:lnTo>
                    <a:pt x="1725046" y="1551848"/>
                  </a:lnTo>
                  <a:cubicBezTo>
                    <a:pt x="1728520" y="1543635"/>
                    <a:pt x="1733546" y="1536240"/>
                    <a:pt x="1739757" y="1530029"/>
                  </a:cubicBezTo>
                  <a:lnTo>
                    <a:pt x="1760609" y="1515970"/>
                  </a:lnTo>
                  <a:lnTo>
                    <a:pt x="1754422" y="634305"/>
                  </a:lnTo>
                  <a:lnTo>
                    <a:pt x="1739758" y="624418"/>
                  </a:lnTo>
                  <a:cubicBezTo>
                    <a:pt x="1727336" y="611997"/>
                    <a:pt x="1719653" y="594836"/>
                    <a:pt x="1719653" y="575881"/>
                  </a:cubicBezTo>
                  <a:lnTo>
                    <a:pt x="1720351" y="572427"/>
                  </a:lnTo>
                  <a:lnTo>
                    <a:pt x="948186" y="133852"/>
                  </a:lnTo>
                  <a:lnTo>
                    <a:pt x="931184" y="137285"/>
                  </a:lnTo>
                  <a:close/>
                  <a:moveTo>
                    <a:pt x="931184" y="0"/>
                  </a:moveTo>
                  <a:cubicBezTo>
                    <a:pt x="969094" y="0"/>
                    <a:pt x="999826" y="30732"/>
                    <a:pt x="999826" y="68643"/>
                  </a:cubicBezTo>
                  <a:cubicBezTo>
                    <a:pt x="999826" y="78120"/>
                    <a:pt x="997906" y="87149"/>
                    <a:pt x="994432" y="95361"/>
                  </a:cubicBezTo>
                  <a:lnTo>
                    <a:pt x="993705" y="96440"/>
                  </a:lnTo>
                  <a:lnTo>
                    <a:pt x="1745473" y="523490"/>
                  </a:lnTo>
                  <a:lnTo>
                    <a:pt x="1761577" y="512633"/>
                  </a:lnTo>
                  <a:cubicBezTo>
                    <a:pt x="1769789" y="509160"/>
                    <a:pt x="1778818" y="507239"/>
                    <a:pt x="1788295" y="507239"/>
                  </a:cubicBezTo>
                  <a:cubicBezTo>
                    <a:pt x="1826204" y="507239"/>
                    <a:pt x="1856937" y="537971"/>
                    <a:pt x="1856937" y="575881"/>
                  </a:cubicBezTo>
                  <a:cubicBezTo>
                    <a:pt x="1856937" y="604314"/>
                    <a:pt x="1839650" y="628708"/>
                    <a:pt x="1815013" y="639129"/>
                  </a:cubicBezTo>
                  <a:lnTo>
                    <a:pt x="1809427" y="640257"/>
                  </a:lnTo>
                  <a:lnTo>
                    <a:pt x="1815598" y="1515712"/>
                  </a:lnTo>
                  <a:lnTo>
                    <a:pt x="1836832" y="1530029"/>
                  </a:lnTo>
                  <a:cubicBezTo>
                    <a:pt x="1849254" y="1542451"/>
                    <a:pt x="1856937" y="1559611"/>
                    <a:pt x="1856937" y="1578567"/>
                  </a:cubicBezTo>
                  <a:cubicBezTo>
                    <a:pt x="1856937" y="1616477"/>
                    <a:pt x="1826204" y="1647209"/>
                    <a:pt x="1788295" y="1647209"/>
                  </a:cubicBezTo>
                  <a:cubicBezTo>
                    <a:pt x="1769340" y="1647209"/>
                    <a:pt x="1752179" y="1639526"/>
                    <a:pt x="1739757" y="1627104"/>
                  </a:cubicBezTo>
                  <a:lnTo>
                    <a:pt x="1736513" y="1622293"/>
                  </a:lnTo>
                  <a:lnTo>
                    <a:pt x="996396" y="2056566"/>
                  </a:lnTo>
                  <a:lnTo>
                    <a:pt x="994432" y="2066293"/>
                  </a:lnTo>
                  <a:cubicBezTo>
                    <a:pt x="984011" y="2090930"/>
                    <a:pt x="959616" y="2108217"/>
                    <a:pt x="931184" y="2108217"/>
                  </a:cubicBezTo>
                  <a:cubicBezTo>
                    <a:pt x="902751" y="2108217"/>
                    <a:pt x="878356" y="2090930"/>
                    <a:pt x="867936" y="2066293"/>
                  </a:cubicBezTo>
                  <a:lnTo>
                    <a:pt x="864047" y="2047034"/>
                  </a:lnTo>
                  <a:lnTo>
                    <a:pt x="119294" y="1623969"/>
                  </a:lnTo>
                  <a:lnTo>
                    <a:pt x="117181" y="1627104"/>
                  </a:lnTo>
                  <a:cubicBezTo>
                    <a:pt x="104759" y="1639526"/>
                    <a:pt x="87598" y="1647209"/>
                    <a:pt x="68643" y="1647209"/>
                  </a:cubicBezTo>
                  <a:cubicBezTo>
                    <a:pt x="30733" y="1647209"/>
                    <a:pt x="1" y="1616477"/>
                    <a:pt x="1" y="1578567"/>
                  </a:cubicBezTo>
                  <a:cubicBezTo>
                    <a:pt x="1" y="1550134"/>
                    <a:pt x="17288" y="1525740"/>
                    <a:pt x="41924" y="1515319"/>
                  </a:cubicBezTo>
                  <a:lnTo>
                    <a:pt x="55440" y="1512591"/>
                  </a:lnTo>
                  <a:lnTo>
                    <a:pt x="49293" y="640616"/>
                  </a:lnTo>
                  <a:lnTo>
                    <a:pt x="41923" y="639129"/>
                  </a:lnTo>
                  <a:cubicBezTo>
                    <a:pt x="17287" y="628708"/>
                    <a:pt x="0" y="604313"/>
                    <a:pt x="0" y="575881"/>
                  </a:cubicBezTo>
                  <a:cubicBezTo>
                    <a:pt x="0" y="537970"/>
                    <a:pt x="30732" y="507238"/>
                    <a:pt x="68643" y="507238"/>
                  </a:cubicBezTo>
                  <a:cubicBezTo>
                    <a:pt x="87598" y="507238"/>
                    <a:pt x="104759" y="514921"/>
                    <a:pt x="117180" y="527343"/>
                  </a:cubicBezTo>
                  <a:lnTo>
                    <a:pt x="119302" y="530489"/>
                  </a:lnTo>
                  <a:lnTo>
                    <a:pt x="867188" y="91658"/>
                  </a:lnTo>
                  <a:lnTo>
                    <a:pt x="862541" y="68643"/>
                  </a:lnTo>
                  <a:cubicBezTo>
                    <a:pt x="862541" y="30732"/>
                    <a:pt x="893274" y="0"/>
                    <a:pt x="931184" y="0"/>
                  </a:cubicBezTo>
                  <a:close/>
                </a:path>
              </a:pathLst>
            </a:custGeom>
            <a:solidFill>
              <a:schemeClr val="accent5"/>
            </a:solidFill>
            <a:ln w="741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267" name="Freeform: Shape 105"/>
            <p:cNvSpPr/>
            <p:nvPr/>
          </p:nvSpPr>
          <p:spPr>
            <a:xfrm>
              <a:off x="4833360" y="3803400"/>
              <a:ext cx="1126440" cy="1276200"/>
            </a:xfrm>
            <a:custGeom>
              <a:avLst/>
              <a:gdLst>
                <a:gd name="textAreaLeft" fmla="*/ 0 w 1126440"/>
                <a:gd name="textAreaRight" fmla="*/ 1126800 w 1126440"/>
                <a:gd name="textAreaTop" fmla="*/ 0 h 1276200"/>
                <a:gd name="textAreaBottom" fmla="*/ 1276560 h 1276200"/>
              </a:gdLst>
              <a:ahLst/>
              <a:rect l="textAreaLeft" t="textAreaTop" r="textAreaRight" b="textAreaBottom"/>
              <a:pathLst>
                <a:path w="1861709" h="2108813">
                  <a:moveTo>
                    <a:pt x="883302" y="114259"/>
                  </a:moveTo>
                  <a:lnTo>
                    <a:pt x="141458" y="549547"/>
                  </a:lnTo>
                  <a:lnTo>
                    <a:pt x="140599" y="553803"/>
                  </a:lnTo>
                  <a:cubicBezTo>
                    <a:pt x="133652" y="570228"/>
                    <a:pt x="120494" y="583386"/>
                    <a:pt x="104069" y="590333"/>
                  </a:cubicBezTo>
                  <a:lnTo>
                    <a:pt x="89500" y="593274"/>
                  </a:lnTo>
                  <a:lnTo>
                    <a:pt x="95674" y="1473120"/>
                  </a:lnTo>
                  <a:lnTo>
                    <a:pt x="117179" y="1487619"/>
                  </a:lnTo>
                  <a:cubicBezTo>
                    <a:pt x="129601" y="1500041"/>
                    <a:pt x="137284" y="1517201"/>
                    <a:pt x="137284" y="1536156"/>
                  </a:cubicBezTo>
                  <a:lnTo>
                    <a:pt x="133657" y="1554120"/>
                  </a:lnTo>
                  <a:lnTo>
                    <a:pt x="893813" y="1985874"/>
                  </a:lnTo>
                  <a:lnTo>
                    <a:pt x="907090" y="1976922"/>
                  </a:lnTo>
                  <a:cubicBezTo>
                    <a:pt x="915302" y="1973449"/>
                    <a:pt x="924331" y="1971528"/>
                    <a:pt x="933809" y="1971528"/>
                  </a:cubicBezTo>
                  <a:cubicBezTo>
                    <a:pt x="943286" y="1971528"/>
                    <a:pt x="952315" y="1973449"/>
                    <a:pt x="960528" y="1976922"/>
                  </a:cubicBezTo>
                  <a:lnTo>
                    <a:pt x="964699" y="1979735"/>
                  </a:lnTo>
                  <a:lnTo>
                    <a:pt x="1718163" y="1537628"/>
                  </a:lnTo>
                  <a:lnTo>
                    <a:pt x="1717866" y="1536156"/>
                  </a:lnTo>
                  <a:cubicBezTo>
                    <a:pt x="1717866" y="1517201"/>
                    <a:pt x="1725549" y="1500040"/>
                    <a:pt x="1737971" y="1487618"/>
                  </a:cubicBezTo>
                  <a:lnTo>
                    <a:pt x="1745981" y="1482218"/>
                  </a:lnTo>
                  <a:lnTo>
                    <a:pt x="1739569" y="568449"/>
                  </a:lnTo>
                  <a:lnTo>
                    <a:pt x="965295" y="128677"/>
                  </a:lnTo>
                  <a:lnTo>
                    <a:pt x="960528" y="131891"/>
                  </a:lnTo>
                  <a:cubicBezTo>
                    <a:pt x="952315" y="135364"/>
                    <a:pt x="943286" y="137285"/>
                    <a:pt x="933809" y="137285"/>
                  </a:cubicBezTo>
                  <a:cubicBezTo>
                    <a:pt x="914854" y="137285"/>
                    <a:pt x="897693" y="129602"/>
                    <a:pt x="885271" y="117180"/>
                  </a:cubicBezTo>
                  <a:close/>
                  <a:moveTo>
                    <a:pt x="933809" y="0"/>
                  </a:moveTo>
                  <a:cubicBezTo>
                    <a:pt x="971719" y="0"/>
                    <a:pt x="1002451" y="30732"/>
                    <a:pt x="1002451" y="68643"/>
                  </a:cubicBezTo>
                  <a:lnTo>
                    <a:pt x="999208" y="84708"/>
                  </a:lnTo>
                  <a:lnTo>
                    <a:pt x="1730125" y="499913"/>
                  </a:lnTo>
                  <a:lnTo>
                    <a:pt x="1744530" y="478548"/>
                  </a:lnTo>
                  <a:cubicBezTo>
                    <a:pt x="1756952" y="466126"/>
                    <a:pt x="1774112" y="458443"/>
                    <a:pt x="1793067" y="458443"/>
                  </a:cubicBezTo>
                  <a:cubicBezTo>
                    <a:pt x="1830977" y="458443"/>
                    <a:pt x="1861709" y="489175"/>
                    <a:pt x="1861709" y="527085"/>
                  </a:cubicBezTo>
                  <a:cubicBezTo>
                    <a:pt x="1861709" y="555518"/>
                    <a:pt x="1844422" y="579912"/>
                    <a:pt x="1819786" y="590333"/>
                  </a:cubicBezTo>
                  <a:lnTo>
                    <a:pt x="1794661" y="595405"/>
                  </a:lnTo>
                  <a:lnTo>
                    <a:pt x="1800828" y="1470404"/>
                  </a:lnTo>
                  <a:lnTo>
                    <a:pt x="1813228" y="1472907"/>
                  </a:lnTo>
                  <a:cubicBezTo>
                    <a:pt x="1837864" y="1483328"/>
                    <a:pt x="1855151" y="1507723"/>
                    <a:pt x="1855151" y="1536156"/>
                  </a:cubicBezTo>
                  <a:cubicBezTo>
                    <a:pt x="1855151" y="1574066"/>
                    <a:pt x="1824419" y="1604798"/>
                    <a:pt x="1786509" y="1604798"/>
                  </a:cubicBezTo>
                  <a:cubicBezTo>
                    <a:pt x="1777031" y="1604798"/>
                    <a:pt x="1768002" y="1602878"/>
                    <a:pt x="1759790" y="1599404"/>
                  </a:cubicBezTo>
                  <a:lnTo>
                    <a:pt x="1741991" y="1587404"/>
                  </a:lnTo>
                  <a:lnTo>
                    <a:pt x="999052" y="2023332"/>
                  </a:lnTo>
                  <a:lnTo>
                    <a:pt x="1002451" y="2040171"/>
                  </a:lnTo>
                  <a:cubicBezTo>
                    <a:pt x="1002451" y="2078081"/>
                    <a:pt x="971719" y="2108813"/>
                    <a:pt x="933809" y="2108813"/>
                  </a:cubicBezTo>
                  <a:cubicBezTo>
                    <a:pt x="895898" y="2108813"/>
                    <a:pt x="865166" y="2078081"/>
                    <a:pt x="865166" y="2040171"/>
                  </a:cubicBezTo>
                  <a:lnTo>
                    <a:pt x="866489" y="2033621"/>
                  </a:lnTo>
                  <a:lnTo>
                    <a:pt x="98444" y="1597326"/>
                  </a:lnTo>
                  <a:lnTo>
                    <a:pt x="95361" y="1599404"/>
                  </a:lnTo>
                  <a:cubicBezTo>
                    <a:pt x="87149" y="1602878"/>
                    <a:pt x="78120" y="1604798"/>
                    <a:pt x="68642" y="1604798"/>
                  </a:cubicBezTo>
                  <a:cubicBezTo>
                    <a:pt x="30732" y="1604798"/>
                    <a:pt x="0" y="1574066"/>
                    <a:pt x="0" y="1536156"/>
                  </a:cubicBezTo>
                  <a:cubicBezTo>
                    <a:pt x="0" y="1517201"/>
                    <a:pt x="7683" y="1500041"/>
                    <a:pt x="20105" y="1487619"/>
                  </a:cubicBezTo>
                  <a:lnTo>
                    <a:pt x="40715" y="1473723"/>
                  </a:lnTo>
                  <a:lnTo>
                    <a:pt x="34411" y="579397"/>
                  </a:lnTo>
                  <a:lnTo>
                    <a:pt x="28813" y="575622"/>
                  </a:lnTo>
                  <a:cubicBezTo>
                    <a:pt x="16391" y="563200"/>
                    <a:pt x="8708" y="546040"/>
                    <a:pt x="8708" y="527085"/>
                  </a:cubicBezTo>
                  <a:cubicBezTo>
                    <a:pt x="8708" y="489174"/>
                    <a:pt x="39440" y="458442"/>
                    <a:pt x="77351" y="458442"/>
                  </a:cubicBezTo>
                  <a:cubicBezTo>
                    <a:pt x="96306" y="458442"/>
                    <a:pt x="113466" y="466125"/>
                    <a:pt x="125888" y="478547"/>
                  </a:cubicBezTo>
                  <a:lnTo>
                    <a:pt x="133809" y="490296"/>
                  </a:lnTo>
                  <a:lnTo>
                    <a:pt x="866890" y="60102"/>
                  </a:lnTo>
                  <a:lnTo>
                    <a:pt x="870561" y="41924"/>
                  </a:lnTo>
                  <a:cubicBezTo>
                    <a:pt x="880981" y="17287"/>
                    <a:pt x="905376" y="0"/>
                    <a:pt x="933809" y="0"/>
                  </a:cubicBezTo>
                  <a:close/>
                </a:path>
              </a:pathLst>
            </a:custGeom>
            <a:solidFill>
              <a:schemeClr val="accent5"/>
            </a:solidFill>
            <a:ln w="741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268" name="Freeform: Shape 104"/>
            <p:cNvSpPr/>
            <p:nvPr/>
          </p:nvSpPr>
          <p:spPr>
            <a:xfrm>
              <a:off x="5518080" y="4192200"/>
              <a:ext cx="1122840" cy="1274040"/>
            </a:xfrm>
            <a:custGeom>
              <a:avLst/>
              <a:gdLst>
                <a:gd name="textAreaLeft" fmla="*/ 0 w 1122840"/>
                <a:gd name="textAreaRight" fmla="*/ 1123200 w 1122840"/>
                <a:gd name="textAreaTop" fmla="*/ 0 h 1274040"/>
                <a:gd name="textAreaBottom" fmla="*/ 1274400 h 1274040"/>
              </a:gdLst>
              <a:ahLst/>
              <a:rect l="textAreaLeft" t="textAreaTop" r="textAreaRight" b="textAreaBottom"/>
              <a:pathLst>
                <a:path w="1855599" h="2105439">
                  <a:moveTo>
                    <a:pt x="888594" y="119700"/>
                  </a:moveTo>
                  <a:lnTo>
                    <a:pt x="134265" y="555227"/>
                  </a:lnTo>
                  <a:lnTo>
                    <a:pt x="131891" y="566988"/>
                  </a:lnTo>
                  <a:cubicBezTo>
                    <a:pt x="128418" y="575200"/>
                    <a:pt x="123391" y="582596"/>
                    <a:pt x="117180" y="588806"/>
                  </a:cubicBezTo>
                  <a:lnTo>
                    <a:pt x="96375" y="602834"/>
                  </a:lnTo>
                  <a:lnTo>
                    <a:pt x="96375" y="1474068"/>
                  </a:lnTo>
                  <a:lnTo>
                    <a:pt x="117180" y="1488095"/>
                  </a:lnTo>
                  <a:cubicBezTo>
                    <a:pt x="129602" y="1500517"/>
                    <a:pt x="137285" y="1517678"/>
                    <a:pt x="137285" y="1536633"/>
                  </a:cubicBezTo>
                  <a:lnTo>
                    <a:pt x="134239" y="1551721"/>
                  </a:lnTo>
                  <a:lnTo>
                    <a:pt x="887376" y="1986561"/>
                  </a:lnTo>
                  <a:lnTo>
                    <a:pt x="906675" y="1973549"/>
                  </a:lnTo>
                  <a:cubicBezTo>
                    <a:pt x="914887" y="1970076"/>
                    <a:pt x="923916" y="1968155"/>
                    <a:pt x="933393" y="1968155"/>
                  </a:cubicBezTo>
                  <a:cubicBezTo>
                    <a:pt x="942871" y="1968155"/>
                    <a:pt x="951900" y="1970076"/>
                    <a:pt x="960112" y="1973549"/>
                  </a:cubicBezTo>
                  <a:lnTo>
                    <a:pt x="968397" y="1979135"/>
                  </a:lnTo>
                  <a:lnTo>
                    <a:pt x="1720036" y="1545161"/>
                  </a:lnTo>
                  <a:lnTo>
                    <a:pt x="1718314" y="1536633"/>
                  </a:lnTo>
                  <a:cubicBezTo>
                    <a:pt x="1718314" y="1517678"/>
                    <a:pt x="1725998" y="1500517"/>
                    <a:pt x="1738419" y="1488095"/>
                  </a:cubicBezTo>
                  <a:lnTo>
                    <a:pt x="1746537" y="1482622"/>
                  </a:lnTo>
                  <a:lnTo>
                    <a:pt x="1746537" y="592877"/>
                  </a:lnTo>
                  <a:lnTo>
                    <a:pt x="1737046" y="586478"/>
                  </a:lnTo>
                  <a:cubicBezTo>
                    <a:pt x="1730835" y="580267"/>
                    <a:pt x="1725809" y="572871"/>
                    <a:pt x="1722335" y="564659"/>
                  </a:cubicBezTo>
                  <a:lnTo>
                    <a:pt x="1721986" y="562929"/>
                  </a:lnTo>
                  <a:lnTo>
                    <a:pt x="967179" y="127125"/>
                  </a:lnTo>
                  <a:lnTo>
                    <a:pt x="960112" y="131890"/>
                  </a:lnTo>
                  <a:cubicBezTo>
                    <a:pt x="951900" y="135364"/>
                    <a:pt x="942871" y="137284"/>
                    <a:pt x="933393" y="137284"/>
                  </a:cubicBezTo>
                  <a:cubicBezTo>
                    <a:pt x="923916" y="137284"/>
                    <a:pt x="914887" y="135364"/>
                    <a:pt x="906675" y="131890"/>
                  </a:cubicBezTo>
                  <a:close/>
                  <a:moveTo>
                    <a:pt x="933393" y="0"/>
                  </a:moveTo>
                  <a:cubicBezTo>
                    <a:pt x="971303" y="0"/>
                    <a:pt x="1002035" y="30732"/>
                    <a:pt x="1002035" y="68642"/>
                  </a:cubicBezTo>
                  <a:lnTo>
                    <a:pt x="999295" y="82214"/>
                  </a:lnTo>
                  <a:lnTo>
                    <a:pt x="1727956" y="502885"/>
                  </a:lnTo>
                  <a:lnTo>
                    <a:pt x="1737046" y="489403"/>
                  </a:lnTo>
                  <a:cubicBezTo>
                    <a:pt x="1749468" y="476981"/>
                    <a:pt x="1766629" y="469298"/>
                    <a:pt x="1785584" y="469298"/>
                  </a:cubicBezTo>
                  <a:cubicBezTo>
                    <a:pt x="1823493" y="469298"/>
                    <a:pt x="1854226" y="500030"/>
                    <a:pt x="1854226" y="537941"/>
                  </a:cubicBezTo>
                  <a:cubicBezTo>
                    <a:pt x="1854226" y="566373"/>
                    <a:pt x="1836939" y="590768"/>
                    <a:pt x="1812302" y="601189"/>
                  </a:cubicBezTo>
                  <a:lnTo>
                    <a:pt x="1801510" y="603368"/>
                  </a:lnTo>
                  <a:lnTo>
                    <a:pt x="1801510" y="1470929"/>
                  </a:lnTo>
                  <a:lnTo>
                    <a:pt x="1813676" y="1473385"/>
                  </a:lnTo>
                  <a:cubicBezTo>
                    <a:pt x="1838313" y="1483805"/>
                    <a:pt x="1855599" y="1508201"/>
                    <a:pt x="1855599" y="1536633"/>
                  </a:cubicBezTo>
                  <a:cubicBezTo>
                    <a:pt x="1855599" y="1574543"/>
                    <a:pt x="1824867" y="1605275"/>
                    <a:pt x="1786957" y="1605275"/>
                  </a:cubicBezTo>
                  <a:cubicBezTo>
                    <a:pt x="1777479" y="1605275"/>
                    <a:pt x="1768451" y="1603355"/>
                    <a:pt x="1760238" y="1599881"/>
                  </a:cubicBezTo>
                  <a:lnTo>
                    <a:pt x="1748653" y="1592070"/>
                  </a:lnTo>
                  <a:lnTo>
                    <a:pt x="999560" y="2024536"/>
                  </a:lnTo>
                  <a:lnTo>
                    <a:pt x="1002035" y="2036797"/>
                  </a:lnTo>
                  <a:cubicBezTo>
                    <a:pt x="1002035" y="2074707"/>
                    <a:pt x="971303" y="2105439"/>
                    <a:pt x="933393" y="2105439"/>
                  </a:cubicBezTo>
                  <a:cubicBezTo>
                    <a:pt x="904961" y="2105439"/>
                    <a:pt x="880566" y="2088152"/>
                    <a:pt x="870146" y="2063516"/>
                  </a:cubicBezTo>
                  <a:lnTo>
                    <a:pt x="864773" y="2036903"/>
                  </a:lnTo>
                  <a:lnTo>
                    <a:pt x="101094" y="1596016"/>
                  </a:lnTo>
                  <a:lnTo>
                    <a:pt x="95362" y="1599881"/>
                  </a:lnTo>
                  <a:cubicBezTo>
                    <a:pt x="87149" y="1603354"/>
                    <a:pt x="78120" y="1605275"/>
                    <a:pt x="68643" y="1605275"/>
                  </a:cubicBezTo>
                  <a:cubicBezTo>
                    <a:pt x="30732" y="1605275"/>
                    <a:pt x="0" y="1574542"/>
                    <a:pt x="0" y="1536633"/>
                  </a:cubicBezTo>
                  <a:cubicBezTo>
                    <a:pt x="0" y="1517678"/>
                    <a:pt x="7683" y="1500517"/>
                    <a:pt x="20105" y="1488095"/>
                  </a:cubicBezTo>
                  <a:lnTo>
                    <a:pt x="41401" y="1473737"/>
                  </a:lnTo>
                  <a:lnTo>
                    <a:pt x="41401" y="603165"/>
                  </a:lnTo>
                  <a:lnTo>
                    <a:pt x="20105" y="588806"/>
                  </a:lnTo>
                  <a:cubicBezTo>
                    <a:pt x="7683" y="576385"/>
                    <a:pt x="0" y="559224"/>
                    <a:pt x="0" y="540269"/>
                  </a:cubicBezTo>
                  <a:cubicBezTo>
                    <a:pt x="0" y="502358"/>
                    <a:pt x="30732" y="471626"/>
                    <a:pt x="68643" y="471626"/>
                  </a:cubicBezTo>
                  <a:cubicBezTo>
                    <a:pt x="87598" y="471626"/>
                    <a:pt x="104759" y="479309"/>
                    <a:pt x="117180" y="491731"/>
                  </a:cubicBezTo>
                  <a:lnTo>
                    <a:pt x="121970" y="498835"/>
                  </a:lnTo>
                  <a:lnTo>
                    <a:pt x="864999" y="69870"/>
                  </a:lnTo>
                  <a:lnTo>
                    <a:pt x="864751" y="68642"/>
                  </a:lnTo>
                  <a:cubicBezTo>
                    <a:pt x="864751" y="30732"/>
                    <a:pt x="895483" y="0"/>
                    <a:pt x="933393" y="0"/>
                  </a:cubicBezTo>
                  <a:close/>
                </a:path>
              </a:pathLst>
            </a:custGeom>
            <a:solidFill>
              <a:schemeClr val="accent5"/>
            </a:solidFill>
            <a:ln w="741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</p:grpSp>
      <p:sp>
        <p:nvSpPr>
          <p:cNvPr id="269" name="Freeform: Shape 66"/>
          <p:cNvSpPr/>
          <p:nvPr/>
        </p:nvSpPr>
        <p:spPr>
          <a:xfrm>
            <a:off x="2595240" y="3786120"/>
            <a:ext cx="2095200" cy="476280"/>
          </a:xfrm>
          <a:custGeom>
            <a:avLst/>
            <a:gdLst>
              <a:gd name="textAreaLeft" fmla="*/ 0 w 2095200"/>
              <a:gd name="textAreaRight" fmla="*/ 2095560 w 2095200"/>
              <a:gd name="textAreaTop" fmla="*/ 0 h 476280"/>
              <a:gd name="textAreaBottom" fmla="*/ 476640 h 476280"/>
            </a:gdLst>
            <a:ahLst/>
            <a:rect l="textAreaLeft" t="textAreaTop" r="textAreaRight" b="textAreaBottom"/>
            <a:pathLst>
              <a:path w="1903511" h="433090">
                <a:moveTo>
                  <a:pt x="105668" y="252413"/>
                </a:moveTo>
                <a:lnTo>
                  <a:pt x="105668" y="338138"/>
                </a:lnTo>
                <a:lnTo>
                  <a:pt x="129113" y="338138"/>
                </a:lnTo>
                <a:cubicBezTo>
                  <a:pt x="156016" y="338138"/>
                  <a:pt x="174811" y="334963"/>
                  <a:pt x="185495" y="328613"/>
                </a:cubicBezTo>
                <a:cubicBezTo>
                  <a:pt x="197563" y="321469"/>
                  <a:pt x="203596" y="310555"/>
                  <a:pt x="203596" y="295870"/>
                </a:cubicBezTo>
                <a:cubicBezTo>
                  <a:pt x="203596" y="272256"/>
                  <a:pt x="191430" y="258366"/>
                  <a:pt x="167096" y="254198"/>
                </a:cubicBezTo>
                <a:cubicBezTo>
                  <a:pt x="159379" y="253008"/>
                  <a:pt x="146124" y="252413"/>
                  <a:pt x="127331" y="252413"/>
                </a:cubicBezTo>
                <a:close/>
                <a:moveTo>
                  <a:pt x="873323" y="102394"/>
                </a:moveTo>
                <a:cubicBezTo>
                  <a:pt x="849052" y="102394"/>
                  <a:pt x="827068" y="109208"/>
                  <a:pt x="807371" y="122837"/>
                </a:cubicBezTo>
                <a:cubicBezTo>
                  <a:pt x="787675" y="136465"/>
                  <a:pt x="773648" y="154620"/>
                  <a:pt x="765292" y="177301"/>
                </a:cubicBezTo>
                <a:cubicBezTo>
                  <a:pt x="760518" y="190233"/>
                  <a:pt x="758130" y="203364"/>
                  <a:pt x="758130" y="216694"/>
                </a:cubicBezTo>
                <a:cubicBezTo>
                  <a:pt x="758130" y="244149"/>
                  <a:pt x="767282" y="268720"/>
                  <a:pt x="785584" y="290406"/>
                </a:cubicBezTo>
                <a:cubicBezTo>
                  <a:pt x="808265" y="317266"/>
                  <a:pt x="837511" y="330696"/>
                  <a:pt x="873323" y="330696"/>
                </a:cubicBezTo>
                <a:cubicBezTo>
                  <a:pt x="909135" y="330696"/>
                  <a:pt x="938480" y="317367"/>
                  <a:pt x="961359" y="290708"/>
                </a:cubicBezTo>
                <a:cubicBezTo>
                  <a:pt x="979662" y="269419"/>
                  <a:pt x="988814" y="244748"/>
                  <a:pt x="988814" y="216694"/>
                </a:cubicBezTo>
                <a:cubicBezTo>
                  <a:pt x="988814" y="188044"/>
                  <a:pt x="979662" y="163274"/>
                  <a:pt x="961359" y="142382"/>
                </a:cubicBezTo>
                <a:cubicBezTo>
                  <a:pt x="937882" y="115723"/>
                  <a:pt x="908536" y="102394"/>
                  <a:pt x="873323" y="102394"/>
                </a:cubicBezTo>
                <a:close/>
                <a:moveTo>
                  <a:pt x="105668" y="92571"/>
                </a:moveTo>
                <a:lnTo>
                  <a:pt x="105668" y="172045"/>
                </a:lnTo>
                <a:lnTo>
                  <a:pt x="124932" y="172045"/>
                </a:lnTo>
                <a:cubicBezTo>
                  <a:pt x="143107" y="172045"/>
                  <a:pt x="156147" y="167581"/>
                  <a:pt x="164050" y="158651"/>
                </a:cubicBezTo>
                <a:cubicBezTo>
                  <a:pt x="170372" y="151507"/>
                  <a:pt x="173533" y="142677"/>
                  <a:pt x="173533" y="132159"/>
                </a:cubicBezTo>
                <a:cubicBezTo>
                  <a:pt x="173533" y="113705"/>
                  <a:pt x="165234" y="101501"/>
                  <a:pt x="148637" y="95548"/>
                </a:cubicBezTo>
                <a:cubicBezTo>
                  <a:pt x="142712" y="93563"/>
                  <a:pt x="134810" y="92571"/>
                  <a:pt x="124932" y="92571"/>
                </a:cubicBezTo>
                <a:close/>
                <a:moveTo>
                  <a:pt x="1524000" y="12204"/>
                </a:moveTo>
                <a:lnTo>
                  <a:pt x="1629667" y="12204"/>
                </a:lnTo>
                <a:lnTo>
                  <a:pt x="1629667" y="179784"/>
                </a:lnTo>
                <a:lnTo>
                  <a:pt x="1758553" y="12204"/>
                </a:lnTo>
                <a:lnTo>
                  <a:pt x="1888628" y="12204"/>
                </a:lnTo>
                <a:lnTo>
                  <a:pt x="1727596" y="204490"/>
                </a:lnTo>
                <a:lnTo>
                  <a:pt x="1903511" y="418505"/>
                </a:lnTo>
                <a:lnTo>
                  <a:pt x="1766887" y="418505"/>
                </a:lnTo>
                <a:lnTo>
                  <a:pt x="1629667" y="242292"/>
                </a:lnTo>
                <a:lnTo>
                  <a:pt x="1629667" y="418505"/>
                </a:lnTo>
                <a:lnTo>
                  <a:pt x="1524000" y="418505"/>
                </a:lnTo>
                <a:close/>
                <a:moveTo>
                  <a:pt x="381000" y="12204"/>
                </a:moveTo>
                <a:lnTo>
                  <a:pt x="486668" y="12204"/>
                </a:lnTo>
                <a:lnTo>
                  <a:pt x="486668" y="330398"/>
                </a:lnTo>
                <a:lnTo>
                  <a:pt x="613469" y="330398"/>
                </a:lnTo>
                <a:lnTo>
                  <a:pt x="613469" y="418505"/>
                </a:lnTo>
                <a:lnTo>
                  <a:pt x="381000" y="418505"/>
                </a:lnTo>
                <a:close/>
                <a:moveTo>
                  <a:pt x="0" y="12204"/>
                </a:moveTo>
                <a:lnTo>
                  <a:pt x="157162" y="12204"/>
                </a:lnTo>
                <a:cubicBezTo>
                  <a:pt x="233362" y="12204"/>
                  <a:pt x="271462" y="47526"/>
                  <a:pt x="271462" y="118170"/>
                </a:cubicBezTo>
                <a:cubicBezTo>
                  <a:pt x="271462" y="139402"/>
                  <a:pt x="267295" y="157163"/>
                  <a:pt x="258961" y="171450"/>
                </a:cubicBezTo>
                <a:cubicBezTo>
                  <a:pt x="252015" y="183555"/>
                  <a:pt x="241300" y="193873"/>
                  <a:pt x="226814" y="202406"/>
                </a:cubicBezTo>
                <a:cubicBezTo>
                  <a:pt x="259240" y="209153"/>
                  <a:pt x="281384" y="222151"/>
                  <a:pt x="293247" y="241399"/>
                </a:cubicBezTo>
                <a:cubicBezTo>
                  <a:pt x="303925" y="259060"/>
                  <a:pt x="309264" y="279598"/>
                  <a:pt x="309264" y="303014"/>
                </a:cubicBezTo>
                <a:cubicBezTo>
                  <a:pt x="309264" y="333375"/>
                  <a:pt x="300632" y="358080"/>
                  <a:pt x="283368" y="377130"/>
                </a:cubicBezTo>
                <a:cubicBezTo>
                  <a:pt x="258365" y="404713"/>
                  <a:pt x="220265" y="418505"/>
                  <a:pt x="169068" y="418505"/>
                </a:cubicBezTo>
                <a:lnTo>
                  <a:pt x="0" y="418505"/>
                </a:lnTo>
                <a:close/>
                <a:moveTo>
                  <a:pt x="1359693" y="3572"/>
                </a:moveTo>
                <a:cubicBezTo>
                  <a:pt x="1387871" y="3572"/>
                  <a:pt x="1419522" y="10418"/>
                  <a:pt x="1454646" y="24110"/>
                </a:cubicBezTo>
                <a:lnTo>
                  <a:pt x="1454646" y="150614"/>
                </a:lnTo>
                <a:cubicBezTo>
                  <a:pt x="1444708" y="138429"/>
                  <a:pt x="1434572" y="129239"/>
                  <a:pt x="1424238" y="123044"/>
                </a:cubicBezTo>
                <a:cubicBezTo>
                  <a:pt x="1405359" y="111658"/>
                  <a:pt x="1385089" y="105966"/>
                  <a:pt x="1363428" y="105966"/>
                </a:cubicBezTo>
                <a:cubicBezTo>
                  <a:pt x="1336003" y="105966"/>
                  <a:pt x="1312155" y="114223"/>
                  <a:pt x="1291883" y="130736"/>
                </a:cubicBezTo>
                <a:cubicBezTo>
                  <a:pt x="1266248" y="151628"/>
                  <a:pt x="1253430" y="180281"/>
                  <a:pt x="1253430" y="216694"/>
                </a:cubicBezTo>
                <a:cubicBezTo>
                  <a:pt x="1253430" y="252909"/>
                  <a:pt x="1266248" y="281462"/>
                  <a:pt x="1291883" y="302354"/>
                </a:cubicBezTo>
                <a:cubicBezTo>
                  <a:pt x="1312155" y="318867"/>
                  <a:pt x="1336003" y="327124"/>
                  <a:pt x="1363428" y="327124"/>
                </a:cubicBezTo>
                <a:cubicBezTo>
                  <a:pt x="1385089" y="327124"/>
                  <a:pt x="1405359" y="321432"/>
                  <a:pt x="1424238" y="310046"/>
                </a:cubicBezTo>
                <a:cubicBezTo>
                  <a:pt x="1434374" y="304053"/>
                  <a:pt x="1444510" y="294863"/>
                  <a:pt x="1454646" y="282476"/>
                </a:cubicBezTo>
                <a:lnTo>
                  <a:pt x="1454646" y="408980"/>
                </a:lnTo>
                <a:cubicBezTo>
                  <a:pt x="1420117" y="422672"/>
                  <a:pt x="1388169" y="429518"/>
                  <a:pt x="1358800" y="429518"/>
                </a:cubicBezTo>
                <a:cubicBezTo>
                  <a:pt x="1307603" y="429518"/>
                  <a:pt x="1261764" y="413147"/>
                  <a:pt x="1221283" y="380405"/>
                </a:cubicBezTo>
                <a:cubicBezTo>
                  <a:pt x="1169689" y="338534"/>
                  <a:pt x="1143892" y="283964"/>
                  <a:pt x="1143892" y="216694"/>
                </a:cubicBezTo>
                <a:cubicBezTo>
                  <a:pt x="1143892" y="149225"/>
                  <a:pt x="1169689" y="94556"/>
                  <a:pt x="1221283" y="52685"/>
                </a:cubicBezTo>
                <a:cubicBezTo>
                  <a:pt x="1261764" y="19943"/>
                  <a:pt x="1307901" y="3572"/>
                  <a:pt x="1359693" y="3572"/>
                </a:cubicBezTo>
                <a:close/>
                <a:moveTo>
                  <a:pt x="873323" y="0"/>
                </a:moveTo>
                <a:cubicBezTo>
                  <a:pt x="944760" y="0"/>
                  <a:pt x="1001414" y="23713"/>
                  <a:pt x="1043285" y="71140"/>
                </a:cubicBezTo>
                <a:cubicBezTo>
                  <a:pt x="1079996" y="112812"/>
                  <a:pt x="1098351" y="161330"/>
                  <a:pt x="1098351" y="216694"/>
                </a:cubicBezTo>
                <a:cubicBezTo>
                  <a:pt x="1098351" y="271859"/>
                  <a:pt x="1079996" y="320278"/>
                  <a:pt x="1043285" y="361950"/>
                </a:cubicBezTo>
                <a:cubicBezTo>
                  <a:pt x="1001414" y="409377"/>
                  <a:pt x="944760" y="433090"/>
                  <a:pt x="873323" y="433090"/>
                </a:cubicBezTo>
                <a:cubicBezTo>
                  <a:pt x="802084" y="433090"/>
                  <a:pt x="745529" y="409377"/>
                  <a:pt x="703659" y="361950"/>
                </a:cubicBezTo>
                <a:cubicBezTo>
                  <a:pt x="666948" y="320278"/>
                  <a:pt x="648593" y="271859"/>
                  <a:pt x="648593" y="216694"/>
                </a:cubicBezTo>
                <a:cubicBezTo>
                  <a:pt x="648593" y="191492"/>
                  <a:pt x="653554" y="165646"/>
                  <a:pt x="663475" y="139154"/>
                </a:cubicBezTo>
                <a:cubicBezTo>
                  <a:pt x="673397" y="112663"/>
                  <a:pt x="686693" y="89991"/>
                  <a:pt x="703361" y="71140"/>
                </a:cubicBezTo>
                <a:cubicBezTo>
                  <a:pt x="745232" y="23713"/>
                  <a:pt x="801885" y="0"/>
                  <a:pt x="87332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270" name="Freeform: Shape 67"/>
          <p:cNvSpPr/>
          <p:nvPr/>
        </p:nvSpPr>
        <p:spPr>
          <a:xfrm>
            <a:off x="7557120" y="3784320"/>
            <a:ext cx="2039400" cy="468720"/>
          </a:xfrm>
          <a:custGeom>
            <a:avLst/>
            <a:gdLst>
              <a:gd name="textAreaLeft" fmla="*/ 0 w 2039400"/>
              <a:gd name="textAreaRight" fmla="*/ 2039760 w 2039400"/>
              <a:gd name="textAreaTop" fmla="*/ 0 h 468720"/>
              <a:gd name="textAreaBottom" fmla="*/ 469080 h 468720"/>
            </a:gdLst>
            <a:ahLst/>
            <a:rect l="textAreaLeft" t="textAreaTop" r="textAreaRight" b="textAreaBottom"/>
            <a:pathLst>
              <a:path w="1852613" h="425946">
                <a:moveTo>
                  <a:pt x="1002507" y="134243"/>
                </a:moveTo>
                <a:lnTo>
                  <a:pt x="958156" y="263723"/>
                </a:lnTo>
                <a:lnTo>
                  <a:pt x="1046262" y="263723"/>
                </a:lnTo>
                <a:close/>
                <a:moveTo>
                  <a:pt x="1446907" y="8632"/>
                </a:moveTo>
                <a:lnTo>
                  <a:pt x="1552575" y="8632"/>
                </a:lnTo>
                <a:lnTo>
                  <a:pt x="1746945" y="257175"/>
                </a:lnTo>
                <a:lnTo>
                  <a:pt x="1746945" y="8632"/>
                </a:lnTo>
                <a:lnTo>
                  <a:pt x="1852613" y="8632"/>
                </a:lnTo>
                <a:lnTo>
                  <a:pt x="1852613" y="414933"/>
                </a:lnTo>
                <a:lnTo>
                  <a:pt x="1746945" y="414933"/>
                </a:lnTo>
                <a:lnTo>
                  <a:pt x="1552575" y="166092"/>
                </a:lnTo>
                <a:lnTo>
                  <a:pt x="1552575" y="414933"/>
                </a:lnTo>
                <a:lnTo>
                  <a:pt x="1446907" y="414933"/>
                </a:lnTo>
                <a:close/>
                <a:moveTo>
                  <a:pt x="1256407" y="8632"/>
                </a:moveTo>
                <a:lnTo>
                  <a:pt x="1362075" y="8632"/>
                </a:lnTo>
                <a:lnTo>
                  <a:pt x="1362075" y="414933"/>
                </a:lnTo>
                <a:lnTo>
                  <a:pt x="1256407" y="414933"/>
                </a:lnTo>
                <a:close/>
                <a:moveTo>
                  <a:pt x="945654" y="8632"/>
                </a:moveTo>
                <a:lnTo>
                  <a:pt x="1060847" y="8632"/>
                </a:lnTo>
                <a:lnTo>
                  <a:pt x="1213843" y="414933"/>
                </a:lnTo>
                <a:lnTo>
                  <a:pt x="1101031" y="414933"/>
                </a:lnTo>
                <a:lnTo>
                  <a:pt x="1074837" y="344091"/>
                </a:lnTo>
                <a:lnTo>
                  <a:pt x="928985" y="344091"/>
                </a:lnTo>
                <a:lnTo>
                  <a:pt x="901006" y="414933"/>
                </a:lnTo>
                <a:lnTo>
                  <a:pt x="789385" y="414933"/>
                </a:lnTo>
                <a:close/>
                <a:moveTo>
                  <a:pt x="380107" y="8632"/>
                </a:moveTo>
                <a:lnTo>
                  <a:pt x="485775" y="8632"/>
                </a:lnTo>
                <a:lnTo>
                  <a:pt x="485775" y="165497"/>
                </a:lnTo>
                <a:lnTo>
                  <a:pt x="638175" y="165497"/>
                </a:lnTo>
                <a:lnTo>
                  <a:pt x="638175" y="8632"/>
                </a:lnTo>
                <a:lnTo>
                  <a:pt x="743843" y="8632"/>
                </a:lnTo>
                <a:lnTo>
                  <a:pt x="743843" y="414933"/>
                </a:lnTo>
                <a:lnTo>
                  <a:pt x="638175" y="414933"/>
                </a:lnTo>
                <a:lnTo>
                  <a:pt x="638175" y="245864"/>
                </a:lnTo>
                <a:lnTo>
                  <a:pt x="485775" y="245864"/>
                </a:lnTo>
                <a:lnTo>
                  <a:pt x="485775" y="414933"/>
                </a:lnTo>
                <a:lnTo>
                  <a:pt x="380107" y="414933"/>
                </a:lnTo>
                <a:close/>
                <a:moveTo>
                  <a:pt x="215801" y="0"/>
                </a:moveTo>
                <a:cubicBezTo>
                  <a:pt x="243979" y="0"/>
                  <a:pt x="275630" y="6846"/>
                  <a:pt x="310753" y="20538"/>
                </a:cubicBezTo>
                <a:lnTo>
                  <a:pt x="310753" y="147042"/>
                </a:lnTo>
                <a:cubicBezTo>
                  <a:pt x="300816" y="134857"/>
                  <a:pt x="290680" y="125667"/>
                  <a:pt x="280346" y="119472"/>
                </a:cubicBezTo>
                <a:cubicBezTo>
                  <a:pt x="261467" y="108086"/>
                  <a:pt x="241196" y="102394"/>
                  <a:pt x="219536" y="102394"/>
                </a:cubicBezTo>
                <a:cubicBezTo>
                  <a:pt x="192111" y="102394"/>
                  <a:pt x="168263" y="110651"/>
                  <a:pt x="147991" y="127164"/>
                </a:cubicBezTo>
                <a:cubicBezTo>
                  <a:pt x="122356" y="148056"/>
                  <a:pt x="109538" y="176709"/>
                  <a:pt x="109538" y="213122"/>
                </a:cubicBezTo>
                <a:cubicBezTo>
                  <a:pt x="109538" y="249337"/>
                  <a:pt x="122356" y="277890"/>
                  <a:pt x="147991" y="298782"/>
                </a:cubicBezTo>
                <a:cubicBezTo>
                  <a:pt x="168263" y="315295"/>
                  <a:pt x="192111" y="323552"/>
                  <a:pt x="219536" y="323552"/>
                </a:cubicBezTo>
                <a:cubicBezTo>
                  <a:pt x="241196" y="323552"/>
                  <a:pt x="261467" y="317860"/>
                  <a:pt x="280346" y="306474"/>
                </a:cubicBezTo>
                <a:cubicBezTo>
                  <a:pt x="290482" y="300481"/>
                  <a:pt x="300618" y="291291"/>
                  <a:pt x="310753" y="278904"/>
                </a:cubicBezTo>
                <a:lnTo>
                  <a:pt x="310753" y="405408"/>
                </a:lnTo>
                <a:cubicBezTo>
                  <a:pt x="276225" y="419100"/>
                  <a:pt x="244277" y="425946"/>
                  <a:pt x="214908" y="425946"/>
                </a:cubicBezTo>
                <a:cubicBezTo>
                  <a:pt x="163711" y="425946"/>
                  <a:pt x="117872" y="409575"/>
                  <a:pt x="77391" y="376833"/>
                </a:cubicBezTo>
                <a:cubicBezTo>
                  <a:pt x="25797" y="334962"/>
                  <a:pt x="0" y="280392"/>
                  <a:pt x="0" y="213122"/>
                </a:cubicBezTo>
                <a:cubicBezTo>
                  <a:pt x="0" y="145653"/>
                  <a:pt x="25797" y="90984"/>
                  <a:pt x="77391" y="49113"/>
                </a:cubicBezTo>
                <a:cubicBezTo>
                  <a:pt x="117872" y="16371"/>
                  <a:pt x="164009" y="0"/>
                  <a:pt x="2158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grpSp>
        <p:nvGrpSpPr>
          <p:cNvPr id="271" name="Group 117"/>
          <p:cNvGrpSpPr/>
          <p:nvPr/>
        </p:nvGrpSpPr>
        <p:grpSpPr>
          <a:xfrm>
            <a:off x="6544440" y="5627880"/>
            <a:ext cx="3679920" cy="703080"/>
            <a:chOff x="6544440" y="5627880"/>
            <a:chExt cx="3679920" cy="703080"/>
          </a:xfrm>
        </p:grpSpPr>
        <p:sp>
          <p:nvSpPr>
            <p:cNvPr id="272" name="TextBox 118"/>
            <p:cNvSpPr/>
            <p:nvPr/>
          </p:nvSpPr>
          <p:spPr>
            <a:xfrm>
              <a:off x="6544440" y="5627880"/>
              <a:ext cx="36799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3" name="TextBox 119"/>
            <p:cNvSpPr/>
            <p:nvPr/>
          </p:nvSpPr>
          <p:spPr>
            <a:xfrm>
              <a:off x="6544440" y="5875560"/>
              <a:ext cx="36799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Reports.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4" name="Group 111"/>
          <p:cNvGrpSpPr/>
          <p:nvPr/>
        </p:nvGrpSpPr>
        <p:grpSpPr>
          <a:xfrm>
            <a:off x="7686000" y="2599560"/>
            <a:ext cx="3679920" cy="703080"/>
            <a:chOff x="7686000" y="2599560"/>
            <a:chExt cx="3679920" cy="703080"/>
          </a:xfrm>
        </p:grpSpPr>
        <p:sp>
          <p:nvSpPr>
            <p:cNvPr id="275" name="TextBox 112"/>
            <p:cNvSpPr/>
            <p:nvPr/>
          </p:nvSpPr>
          <p:spPr>
            <a:xfrm>
              <a:off x="7686000" y="2599560"/>
              <a:ext cx="36799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6" name="TextBox 113"/>
            <p:cNvSpPr/>
            <p:nvPr/>
          </p:nvSpPr>
          <p:spPr>
            <a:xfrm>
              <a:off x="7686000" y="2847240"/>
              <a:ext cx="36799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Reports.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7" name="Group 114"/>
          <p:cNvGrpSpPr/>
          <p:nvPr/>
        </p:nvGrpSpPr>
        <p:grpSpPr>
          <a:xfrm>
            <a:off x="7802640" y="4689720"/>
            <a:ext cx="3679920" cy="703080"/>
            <a:chOff x="7802640" y="4689720"/>
            <a:chExt cx="3679920" cy="703080"/>
          </a:xfrm>
        </p:grpSpPr>
        <p:sp>
          <p:nvSpPr>
            <p:cNvPr id="278" name="TextBox 115"/>
            <p:cNvSpPr/>
            <p:nvPr/>
          </p:nvSpPr>
          <p:spPr>
            <a:xfrm>
              <a:off x="7802640" y="4689720"/>
              <a:ext cx="36799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9" name="TextBox 116"/>
            <p:cNvSpPr/>
            <p:nvPr/>
          </p:nvSpPr>
          <p:spPr>
            <a:xfrm>
              <a:off x="7802640" y="4937400"/>
              <a:ext cx="36799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Reports.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0" name="Group 120"/>
          <p:cNvGrpSpPr/>
          <p:nvPr/>
        </p:nvGrpSpPr>
        <p:grpSpPr>
          <a:xfrm>
            <a:off x="709200" y="2599560"/>
            <a:ext cx="3679920" cy="703080"/>
            <a:chOff x="709200" y="2599560"/>
            <a:chExt cx="3679920" cy="703080"/>
          </a:xfrm>
        </p:grpSpPr>
        <p:sp>
          <p:nvSpPr>
            <p:cNvPr id="281" name="TextBox 121"/>
            <p:cNvSpPr/>
            <p:nvPr/>
          </p:nvSpPr>
          <p:spPr>
            <a:xfrm>
              <a:off x="709200" y="2599560"/>
              <a:ext cx="36799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2" name="TextBox 122"/>
            <p:cNvSpPr/>
            <p:nvPr/>
          </p:nvSpPr>
          <p:spPr>
            <a:xfrm>
              <a:off x="709200" y="2847240"/>
              <a:ext cx="36799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Reports.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3" name="Group 123"/>
          <p:cNvGrpSpPr/>
          <p:nvPr/>
        </p:nvGrpSpPr>
        <p:grpSpPr>
          <a:xfrm>
            <a:off x="825840" y="4689720"/>
            <a:ext cx="3679920" cy="703080"/>
            <a:chOff x="825840" y="4689720"/>
            <a:chExt cx="3679920" cy="703080"/>
          </a:xfrm>
        </p:grpSpPr>
        <p:sp>
          <p:nvSpPr>
            <p:cNvPr id="284" name="TextBox 124"/>
            <p:cNvSpPr/>
            <p:nvPr/>
          </p:nvSpPr>
          <p:spPr>
            <a:xfrm>
              <a:off x="825840" y="4689720"/>
              <a:ext cx="36799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5" name="TextBox 125"/>
            <p:cNvSpPr/>
            <p:nvPr/>
          </p:nvSpPr>
          <p:spPr>
            <a:xfrm>
              <a:off x="825840" y="4937400"/>
              <a:ext cx="36799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Reports.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6" name="Group 127"/>
          <p:cNvGrpSpPr/>
          <p:nvPr/>
        </p:nvGrpSpPr>
        <p:grpSpPr>
          <a:xfrm>
            <a:off x="2279880" y="1670760"/>
            <a:ext cx="3679920" cy="703080"/>
            <a:chOff x="2279880" y="1670760"/>
            <a:chExt cx="3679920" cy="703080"/>
          </a:xfrm>
        </p:grpSpPr>
        <p:sp>
          <p:nvSpPr>
            <p:cNvPr id="287" name="TextBox 128"/>
            <p:cNvSpPr/>
            <p:nvPr/>
          </p:nvSpPr>
          <p:spPr>
            <a:xfrm>
              <a:off x="2279880" y="1670760"/>
              <a:ext cx="367992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8" name="TextBox 129"/>
            <p:cNvSpPr/>
            <p:nvPr/>
          </p:nvSpPr>
          <p:spPr>
            <a:xfrm>
              <a:off x="2279880" y="1918440"/>
              <a:ext cx="36799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Reports.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Box 20"/>
          <p:cNvSpPr/>
          <p:nvPr/>
        </p:nvSpPr>
        <p:spPr>
          <a:xfrm>
            <a:off x="0" y="0"/>
            <a:ext cx="2469600" cy="2485800"/>
          </a:xfrm>
          <a:custGeom>
            <a:avLst/>
            <a:gdLst>
              <a:gd name="textAreaLeft" fmla="*/ 0 w 2469600"/>
              <a:gd name="textAreaRight" fmla="*/ 2469960 w 2469600"/>
              <a:gd name="textAreaTop" fmla="*/ 0 h 2485800"/>
              <a:gd name="textAreaBottom" fmla="*/ 2486160 h 2485800"/>
            </a:gdLst>
            <a:ahLst/>
            <a:rect l="textAreaLeft" t="textAreaTop" r="textAreaRight" b="textAreaBottom"/>
            <a:pathLst>
              <a:path w="2469953" h="2486033">
                <a:moveTo>
                  <a:pt x="5691" y="143427"/>
                </a:moveTo>
                <a:lnTo>
                  <a:pt x="1176994" y="1314730"/>
                </a:lnTo>
                <a:lnTo>
                  <a:pt x="5691" y="2486033"/>
                </a:lnTo>
                <a:lnTo>
                  <a:pt x="0" y="2480342"/>
                </a:lnTo>
                <a:lnTo>
                  <a:pt x="0" y="149118"/>
                </a:lnTo>
                <a:close/>
                <a:moveTo>
                  <a:pt x="145293" y="0"/>
                </a:moveTo>
                <a:lnTo>
                  <a:pt x="2469953" y="0"/>
                </a:lnTo>
                <a:lnTo>
                  <a:pt x="1307623" y="116233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2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290" name="TextBox 21"/>
          <p:cNvSpPr/>
          <p:nvPr/>
        </p:nvSpPr>
        <p:spPr>
          <a:xfrm>
            <a:off x="0" y="2727360"/>
            <a:ext cx="1165680" cy="2331720"/>
          </a:xfrm>
          <a:custGeom>
            <a:avLst/>
            <a:gdLst>
              <a:gd name="textAreaLeft" fmla="*/ 0 w 1165680"/>
              <a:gd name="textAreaRight" fmla="*/ 1166040 w 1165680"/>
              <a:gd name="textAreaTop" fmla="*/ 0 h 2331720"/>
              <a:gd name="textAreaBottom" fmla="*/ 2332080 h 2331720"/>
            </a:gdLst>
            <a:ahLst/>
            <a:rect l="textAreaLeft" t="textAreaTop" r="textAreaRight" b="textAreaBottom"/>
            <a:pathLst>
              <a:path w="1166065" h="2332130">
                <a:moveTo>
                  <a:pt x="0" y="0"/>
                </a:moveTo>
                <a:lnTo>
                  <a:pt x="1166065" y="1166065"/>
                </a:lnTo>
                <a:lnTo>
                  <a:pt x="0" y="233213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2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291" name="TextBox 15"/>
          <p:cNvSpPr/>
          <p:nvPr/>
        </p:nvSpPr>
        <p:spPr>
          <a:xfrm>
            <a:off x="2702520" y="0"/>
            <a:ext cx="2338560" cy="1168920"/>
          </a:xfrm>
          <a:custGeom>
            <a:avLst/>
            <a:gdLst>
              <a:gd name="textAreaLeft" fmla="*/ 0 w 2338560"/>
              <a:gd name="textAreaRight" fmla="*/ 2338920 w 2338560"/>
              <a:gd name="textAreaTop" fmla="*/ 0 h 1168920"/>
              <a:gd name="textAreaBottom" fmla="*/ 1169280 h 1168920"/>
            </a:gdLst>
            <a:ahLst/>
            <a:rect l="textAreaLeft" t="textAreaTop" r="textAreaRight" b="textAreaBottom"/>
            <a:pathLst>
              <a:path w="2338853" h="1169426">
                <a:moveTo>
                  <a:pt x="0" y="0"/>
                </a:moveTo>
                <a:lnTo>
                  <a:pt x="2338853" y="0"/>
                </a:lnTo>
                <a:lnTo>
                  <a:pt x="1169426" y="1169426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2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292" name="TextBox 26"/>
          <p:cNvSpPr/>
          <p:nvPr/>
        </p:nvSpPr>
        <p:spPr>
          <a:xfrm>
            <a:off x="0" y="5345640"/>
            <a:ext cx="1175400" cy="1512000"/>
          </a:xfrm>
          <a:custGeom>
            <a:avLst/>
            <a:gdLst>
              <a:gd name="textAreaLeft" fmla="*/ 0 w 1175400"/>
              <a:gd name="textAreaRight" fmla="*/ 1175760 w 1175400"/>
              <a:gd name="textAreaTop" fmla="*/ 0 h 1512000"/>
              <a:gd name="textAreaBottom" fmla="*/ 1512360 h 1512000"/>
            </a:gdLst>
            <a:ahLst/>
            <a:rect l="textAreaLeft" t="textAreaTop" r="textAreaRight" b="textAreaBottom"/>
            <a:pathLst>
              <a:path w="1175590" h="1512268">
                <a:moveTo>
                  <a:pt x="4287" y="0"/>
                </a:moveTo>
                <a:lnTo>
                  <a:pt x="1175590" y="1171303"/>
                </a:lnTo>
                <a:lnTo>
                  <a:pt x="834625" y="1512268"/>
                </a:lnTo>
                <a:lnTo>
                  <a:pt x="0" y="1512268"/>
                </a:lnTo>
                <a:lnTo>
                  <a:pt x="0" y="4287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12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293" name="TextBox 37"/>
          <p:cNvSpPr/>
          <p:nvPr/>
        </p:nvSpPr>
        <p:spPr>
          <a:xfrm>
            <a:off x="7100280" y="2377080"/>
            <a:ext cx="441252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en-GB" sz="3200" spc="-1" strike="noStrike">
                <a:solidFill>
                  <a:schemeClr val="accent1"/>
                </a:solidFill>
                <a:latin typeface="Arial"/>
                <a:ea typeface="Arial Unicode MS"/>
              </a:rPr>
              <a:t>ALLPPT</a:t>
            </a:r>
            <a:r>
              <a:rPr b="0" lang="en-GB" sz="3200" spc="-1" strike="noStrike">
                <a:solidFill>
                  <a:schemeClr val="dk1"/>
                </a:solidFill>
                <a:latin typeface="Arial"/>
                <a:ea typeface="Arial Unicode MS"/>
              </a:rPr>
              <a:t> Layout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3200" spc="-1" strike="noStrike">
                <a:solidFill>
                  <a:schemeClr val="dk1"/>
                </a:solidFill>
                <a:latin typeface="Arial"/>
                <a:ea typeface="Arial Unicode MS"/>
              </a:rPr>
              <a:t>Clean </a:t>
            </a:r>
            <a:r>
              <a:rPr b="0" lang="en-GB" sz="3200" spc="-1" strike="noStrike">
                <a:solidFill>
                  <a:schemeClr val="accent1"/>
                </a:solidFill>
                <a:latin typeface="Arial"/>
                <a:ea typeface="Arial Unicode MS"/>
              </a:rPr>
              <a:t>Text Slide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3200" spc="-1" strike="noStrike">
                <a:solidFill>
                  <a:schemeClr val="dk1"/>
                </a:solidFill>
                <a:latin typeface="Arial"/>
                <a:ea typeface="Arial Unicode MS"/>
              </a:rPr>
              <a:t>for your Presentation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Box 38"/>
          <p:cNvSpPr/>
          <p:nvPr/>
        </p:nvSpPr>
        <p:spPr>
          <a:xfrm>
            <a:off x="7100280" y="4104360"/>
            <a:ext cx="4412520" cy="22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 Unicode MS"/>
              </a:rPr>
              <a:t>You can simply impress your audience and add a unique zing and appeal to your Presentations. Get a modern PowerPoint  Presentation that is beautifully designed. I hope and I believe that this Template will your Time, Money and Reputation. You can simply impress your audience and add a unique zing and appeal to your Presentations.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  <a:ea typeface="Arial Unicode MS"/>
              </a:rPr>
              <a:t>Get a modern PowerPoint  Presentation that is beautifully designed.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Placeholder 10"/>
          <p:cNvSpPr/>
          <p:nvPr/>
        </p:nvSpPr>
        <p:spPr>
          <a:xfrm>
            <a:off x="7031520" y="293040"/>
            <a:ext cx="4915440" cy="17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n-US" sz="4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Modern Portfolio Presentation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6" name="Picture Placeholder 2" descr=""/>
          <p:cNvPicPr/>
          <p:nvPr/>
        </p:nvPicPr>
        <p:blipFill>
          <a:blip r:embed="rId1"/>
          <a:stretch/>
        </p:blipFill>
        <p:spPr>
          <a:xfrm>
            <a:off x="106200" y="126720"/>
            <a:ext cx="6248160" cy="6730920"/>
          </a:xfrm>
          <a:prstGeom prst="rect">
            <a:avLst/>
          </a:prstGeom>
          <a:ln w="127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Infographic Style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8" name="Arrow: Right 2"/>
          <p:cNvSpPr/>
          <p:nvPr/>
        </p:nvSpPr>
        <p:spPr>
          <a:xfrm>
            <a:off x="1050120" y="3083400"/>
            <a:ext cx="10248120" cy="14936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cxnSp>
        <p:nvCxnSpPr>
          <p:cNvPr id="299" name="Straight Connector 47"/>
          <p:cNvCxnSpPr>
            <a:endCxn id="300" idx="3"/>
          </p:cNvCxnSpPr>
          <p:nvPr/>
        </p:nvCxnSpPr>
        <p:spPr>
          <a:xfrm flipV="1">
            <a:off x="8242200" y="3830040"/>
            <a:ext cx="1567440" cy="21600"/>
          </a:xfrm>
          <a:prstGeom prst="straightConnector1">
            <a:avLst/>
          </a:prstGeom>
          <a:ln w="25400">
            <a:solidFill>
              <a:srgbClr val="ffffff">
                <a:lumMod val="65000"/>
              </a:srgbClr>
            </a:solidFill>
          </a:ln>
        </p:spPr>
      </p:cxnSp>
      <p:cxnSp>
        <p:nvCxnSpPr>
          <p:cNvPr id="301" name="Straight Connector 37"/>
          <p:cNvCxnSpPr>
            <a:stCxn id="302" idx="1"/>
            <a:endCxn id="303" idx="3"/>
          </p:cNvCxnSpPr>
          <p:nvPr/>
        </p:nvCxnSpPr>
        <p:spPr>
          <a:xfrm>
            <a:off x="6883920" y="5069160"/>
            <a:ext cx="1004760" cy="360"/>
          </a:xfrm>
          <a:prstGeom prst="straightConnector1">
            <a:avLst/>
          </a:prstGeom>
          <a:ln w="25400">
            <a:solidFill>
              <a:srgbClr val="ffffff">
                <a:lumMod val="65000"/>
              </a:srgbClr>
            </a:solidFill>
          </a:ln>
        </p:spPr>
      </p:cxnSp>
      <p:cxnSp>
        <p:nvCxnSpPr>
          <p:cNvPr id="304" name="Straight Connector 34"/>
          <p:cNvCxnSpPr>
            <a:stCxn id="305" idx="1"/>
          </p:cNvCxnSpPr>
          <p:nvPr/>
        </p:nvCxnSpPr>
        <p:spPr>
          <a:xfrm>
            <a:off x="5798520" y="4364280"/>
            <a:ext cx="2090160" cy="360"/>
          </a:xfrm>
          <a:prstGeom prst="straightConnector1">
            <a:avLst/>
          </a:prstGeom>
          <a:ln w="25400">
            <a:solidFill>
              <a:srgbClr val="ffffff">
                <a:lumMod val="65000"/>
              </a:srgbClr>
            </a:solidFill>
          </a:ln>
        </p:spPr>
      </p:cxnSp>
      <p:cxnSp>
        <p:nvCxnSpPr>
          <p:cNvPr id="306" name="Straight Connector 26"/>
          <p:cNvCxnSpPr>
            <a:endCxn id="307" idx="3"/>
          </p:cNvCxnSpPr>
          <p:nvPr/>
        </p:nvCxnSpPr>
        <p:spPr>
          <a:xfrm>
            <a:off x="4339440" y="3830040"/>
            <a:ext cx="1089720" cy="360"/>
          </a:xfrm>
          <a:prstGeom prst="straightConnector1">
            <a:avLst/>
          </a:prstGeom>
          <a:ln w="25400">
            <a:solidFill>
              <a:srgbClr val="ffffff">
                <a:lumMod val="65000"/>
              </a:srgbClr>
            </a:solidFill>
          </a:ln>
        </p:spPr>
      </p:cxnSp>
      <p:cxnSp>
        <p:nvCxnSpPr>
          <p:cNvPr id="308" name="Straight Connector 24"/>
          <p:cNvCxnSpPr>
            <a:stCxn id="309" idx="3"/>
            <a:endCxn id="310" idx="1"/>
          </p:cNvCxnSpPr>
          <p:nvPr/>
        </p:nvCxnSpPr>
        <p:spPr>
          <a:xfrm>
            <a:off x="1937160" y="3830040"/>
            <a:ext cx="1940760" cy="360"/>
          </a:xfrm>
          <a:prstGeom prst="straightConnector1">
            <a:avLst/>
          </a:prstGeom>
          <a:ln w="25400">
            <a:solidFill>
              <a:srgbClr val="ffffff">
                <a:lumMod val="65000"/>
              </a:srgbClr>
            </a:solidFill>
            <a:prstDash val="dash"/>
          </a:ln>
        </p:spPr>
      </p:cxnSp>
      <p:sp>
        <p:nvSpPr>
          <p:cNvPr id="309" name="Rectangle 3"/>
          <p:cNvSpPr/>
          <p:nvPr/>
        </p:nvSpPr>
        <p:spPr>
          <a:xfrm>
            <a:off x="1475640" y="3599640"/>
            <a:ext cx="461520" cy="461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311" name="Rectangle 4"/>
          <p:cNvSpPr/>
          <p:nvPr/>
        </p:nvSpPr>
        <p:spPr>
          <a:xfrm>
            <a:off x="2020320" y="3599640"/>
            <a:ext cx="461520" cy="461520"/>
          </a:xfrm>
          <a:prstGeom prst="rect">
            <a:avLst/>
          </a:prstGeom>
          <a:solidFill>
            <a:srgbClr val="1964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310" name="Rectangle 5"/>
          <p:cNvSpPr/>
          <p:nvPr/>
        </p:nvSpPr>
        <p:spPr>
          <a:xfrm>
            <a:off x="3877920" y="3599640"/>
            <a:ext cx="461520" cy="461520"/>
          </a:xfrm>
          <a:prstGeom prst="rect">
            <a:avLst/>
          </a:prstGeom>
          <a:solidFill>
            <a:srgbClr val="1964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312" name="Rectangle 6"/>
          <p:cNvSpPr/>
          <p:nvPr/>
        </p:nvSpPr>
        <p:spPr>
          <a:xfrm>
            <a:off x="4422600" y="3599640"/>
            <a:ext cx="461520" cy="461520"/>
          </a:xfrm>
          <a:prstGeom prst="rect">
            <a:avLst/>
          </a:prstGeom>
          <a:solidFill>
            <a:srgbClr val="1964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307" name="Rectangle 7"/>
          <p:cNvSpPr/>
          <p:nvPr/>
        </p:nvSpPr>
        <p:spPr>
          <a:xfrm>
            <a:off x="4967280" y="3599640"/>
            <a:ext cx="461520" cy="461520"/>
          </a:xfrm>
          <a:prstGeom prst="rect">
            <a:avLst/>
          </a:prstGeom>
          <a:solidFill>
            <a:srgbClr val="1964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313" name="Rectangle 9"/>
          <p:cNvSpPr/>
          <p:nvPr/>
        </p:nvSpPr>
        <p:spPr>
          <a:xfrm>
            <a:off x="5798880" y="3083400"/>
            <a:ext cx="461520" cy="4615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grpSp>
        <p:nvGrpSpPr>
          <p:cNvPr id="314" name="Group 17"/>
          <p:cNvGrpSpPr/>
          <p:nvPr/>
        </p:nvGrpSpPr>
        <p:grpSpPr>
          <a:xfrm>
            <a:off x="5798880" y="4133520"/>
            <a:ext cx="2089440" cy="461520"/>
            <a:chOff x="5798880" y="4133520"/>
            <a:chExt cx="2089440" cy="461520"/>
          </a:xfrm>
        </p:grpSpPr>
        <p:sp>
          <p:nvSpPr>
            <p:cNvPr id="305" name="Rectangle 8"/>
            <p:cNvSpPr/>
            <p:nvPr/>
          </p:nvSpPr>
          <p:spPr>
            <a:xfrm>
              <a:off x="5798880" y="4133520"/>
              <a:ext cx="461520" cy="461520"/>
            </a:xfrm>
            <a:prstGeom prst="rect">
              <a:avLst/>
            </a:prstGeom>
            <a:solidFill>
              <a:srgbClr val="1964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315" name="Rectangle 11"/>
            <p:cNvSpPr/>
            <p:nvPr/>
          </p:nvSpPr>
          <p:spPr>
            <a:xfrm>
              <a:off x="6341400" y="4133520"/>
              <a:ext cx="461520" cy="461520"/>
            </a:xfrm>
            <a:prstGeom prst="rect">
              <a:avLst/>
            </a:prstGeom>
            <a:solidFill>
              <a:srgbClr val="1964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316" name="Rectangle 12"/>
            <p:cNvSpPr/>
            <p:nvPr/>
          </p:nvSpPr>
          <p:spPr>
            <a:xfrm>
              <a:off x="6884280" y="4133520"/>
              <a:ext cx="461520" cy="461520"/>
            </a:xfrm>
            <a:prstGeom prst="rect">
              <a:avLst/>
            </a:prstGeom>
            <a:solidFill>
              <a:srgbClr val="1964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317" name="Rectangle 13"/>
            <p:cNvSpPr/>
            <p:nvPr/>
          </p:nvSpPr>
          <p:spPr>
            <a:xfrm>
              <a:off x="7426800" y="4133520"/>
              <a:ext cx="461520" cy="461520"/>
            </a:xfrm>
            <a:prstGeom prst="rect">
              <a:avLst/>
            </a:prstGeom>
            <a:solidFill>
              <a:srgbClr val="1964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grpSp>
        <p:nvGrpSpPr>
          <p:cNvPr id="318" name="Group 18"/>
          <p:cNvGrpSpPr/>
          <p:nvPr/>
        </p:nvGrpSpPr>
        <p:grpSpPr>
          <a:xfrm>
            <a:off x="8258400" y="3599640"/>
            <a:ext cx="1550880" cy="461520"/>
            <a:chOff x="8258400" y="3599640"/>
            <a:chExt cx="1550880" cy="461520"/>
          </a:xfrm>
        </p:grpSpPr>
        <p:sp>
          <p:nvSpPr>
            <p:cNvPr id="319" name="Rectangle 14"/>
            <p:cNvSpPr/>
            <p:nvPr/>
          </p:nvSpPr>
          <p:spPr>
            <a:xfrm>
              <a:off x="8258400" y="3599640"/>
              <a:ext cx="461520" cy="461520"/>
            </a:xfrm>
            <a:prstGeom prst="rect">
              <a:avLst/>
            </a:prstGeom>
            <a:solidFill>
              <a:srgbClr val="1964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320" name="Rectangle 15"/>
            <p:cNvSpPr/>
            <p:nvPr/>
          </p:nvSpPr>
          <p:spPr>
            <a:xfrm>
              <a:off x="8803080" y="3599640"/>
              <a:ext cx="461520" cy="461520"/>
            </a:xfrm>
            <a:prstGeom prst="rect">
              <a:avLst/>
            </a:prstGeom>
            <a:solidFill>
              <a:srgbClr val="1964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300" name="Rectangle 16"/>
            <p:cNvSpPr/>
            <p:nvPr/>
          </p:nvSpPr>
          <p:spPr>
            <a:xfrm>
              <a:off x="9347760" y="3599640"/>
              <a:ext cx="461520" cy="461520"/>
            </a:xfrm>
            <a:prstGeom prst="rect">
              <a:avLst/>
            </a:prstGeom>
            <a:solidFill>
              <a:srgbClr val="1964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sp>
        <p:nvSpPr>
          <p:cNvPr id="302" name="Rectangle 19"/>
          <p:cNvSpPr/>
          <p:nvPr/>
        </p:nvSpPr>
        <p:spPr>
          <a:xfrm>
            <a:off x="6884280" y="4838400"/>
            <a:ext cx="461520" cy="461520"/>
          </a:xfrm>
          <a:prstGeom prst="rect">
            <a:avLst/>
          </a:prstGeom>
          <a:solidFill>
            <a:srgbClr val="1964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303" name="Rectangle 20"/>
          <p:cNvSpPr/>
          <p:nvPr/>
        </p:nvSpPr>
        <p:spPr>
          <a:xfrm>
            <a:off x="7426800" y="4838400"/>
            <a:ext cx="461520" cy="461520"/>
          </a:xfrm>
          <a:prstGeom prst="rect">
            <a:avLst/>
          </a:prstGeom>
          <a:solidFill>
            <a:srgbClr val="1964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cxnSp>
        <p:nvCxnSpPr>
          <p:cNvPr id="321" name="Straight Connector 28"/>
          <p:cNvCxnSpPr>
            <a:endCxn id="313" idx="1"/>
          </p:cNvCxnSpPr>
          <p:nvPr/>
        </p:nvCxnSpPr>
        <p:spPr>
          <a:xfrm flipV="1">
            <a:off x="5428800" y="3314160"/>
            <a:ext cx="370080" cy="516240"/>
          </a:xfrm>
          <a:prstGeom prst="straightConnector1">
            <a:avLst/>
          </a:prstGeom>
          <a:ln w="25400">
            <a:solidFill>
              <a:srgbClr val="ffffff">
                <a:lumMod val="65000"/>
              </a:srgbClr>
            </a:solidFill>
          </a:ln>
        </p:spPr>
      </p:cxnSp>
      <p:cxnSp>
        <p:nvCxnSpPr>
          <p:cNvPr id="322" name="Straight Connector 31"/>
          <p:cNvCxnSpPr>
            <a:endCxn id="305" idx="1"/>
          </p:cNvCxnSpPr>
          <p:nvPr/>
        </p:nvCxnSpPr>
        <p:spPr>
          <a:xfrm>
            <a:off x="5428800" y="3830040"/>
            <a:ext cx="370080" cy="534600"/>
          </a:xfrm>
          <a:prstGeom prst="straightConnector1">
            <a:avLst/>
          </a:prstGeom>
          <a:ln w="25400">
            <a:solidFill>
              <a:srgbClr val="ffffff">
                <a:lumMod val="65000"/>
              </a:srgbClr>
            </a:solidFill>
          </a:ln>
        </p:spPr>
      </p:cxnSp>
      <p:cxnSp>
        <p:nvCxnSpPr>
          <p:cNvPr id="323" name="Straight Connector 40"/>
          <p:cNvCxnSpPr>
            <a:stCxn id="316" idx="2"/>
            <a:endCxn id="302" idx="0"/>
          </p:cNvCxnSpPr>
          <p:nvPr/>
        </p:nvCxnSpPr>
        <p:spPr>
          <a:xfrm>
            <a:off x="7114680" y="4595040"/>
            <a:ext cx="360" cy="243360"/>
          </a:xfrm>
          <a:prstGeom prst="straightConnector1">
            <a:avLst/>
          </a:prstGeom>
          <a:ln w="25400">
            <a:solidFill>
              <a:srgbClr val="ffffff">
                <a:lumMod val="65000"/>
              </a:srgbClr>
            </a:solidFill>
          </a:ln>
        </p:spPr>
      </p:cxnSp>
      <p:cxnSp>
        <p:nvCxnSpPr>
          <p:cNvPr id="324" name="Straight Connector 43"/>
          <p:cNvCxnSpPr>
            <a:endCxn id="325" idx="3"/>
          </p:cNvCxnSpPr>
          <p:nvPr/>
        </p:nvCxnSpPr>
        <p:spPr>
          <a:xfrm flipV="1">
            <a:off x="8258040" y="4892400"/>
            <a:ext cx="1006920" cy="4320"/>
          </a:xfrm>
          <a:prstGeom prst="straightConnector1">
            <a:avLst/>
          </a:prstGeom>
          <a:ln w="25400">
            <a:solidFill>
              <a:srgbClr val="ffffff">
                <a:lumMod val="65000"/>
              </a:srgbClr>
            </a:solidFill>
          </a:ln>
        </p:spPr>
      </p:cxnSp>
      <p:cxnSp>
        <p:nvCxnSpPr>
          <p:cNvPr id="326" name="Straight Connector 44"/>
          <p:cNvCxnSpPr/>
          <p:nvPr/>
        </p:nvCxnSpPr>
        <p:spPr>
          <a:xfrm flipV="1">
            <a:off x="7888320" y="3845880"/>
            <a:ext cx="370080" cy="516600"/>
          </a:xfrm>
          <a:prstGeom prst="straightConnector1">
            <a:avLst/>
          </a:prstGeom>
          <a:ln w="25400">
            <a:solidFill>
              <a:srgbClr val="ffffff">
                <a:lumMod val="65000"/>
              </a:srgbClr>
            </a:solidFill>
          </a:ln>
        </p:spPr>
      </p:cxnSp>
      <p:cxnSp>
        <p:nvCxnSpPr>
          <p:cNvPr id="327" name="Straight Connector 45"/>
          <p:cNvCxnSpPr/>
          <p:nvPr/>
        </p:nvCxnSpPr>
        <p:spPr>
          <a:xfrm>
            <a:off x="7888320" y="4362120"/>
            <a:ext cx="370080" cy="534600"/>
          </a:xfrm>
          <a:prstGeom prst="straightConnector1">
            <a:avLst/>
          </a:prstGeom>
          <a:ln w="25400">
            <a:solidFill>
              <a:srgbClr val="ffffff">
                <a:lumMod val="65000"/>
              </a:srgbClr>
            </a:solidFill>
          </a:ln>
        </p:spPr>
      </p:cxnSp>
      <p:sp>
        <p:nvSpPr>
          <p:cNvPr id="328" name="Rectangle 21"/>
          <p:cNvSpPr/>
          <p:nvPr/>
        </p:nvSpPr>
        <p:spPr>
          <a:xfrm>
            <a:off x="8260200" y="4661640"/>
            <a:ext cx="461520" cy="461520"/>
          </a:xfrm>
          <a:prstGeom prst="rect">
            <a:avLst/>
          </a:prstGeom>
          <a:solidFill>
            <a:srgbClr val="1964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325" name="Rectangle 22"/>
          <p:cNvSpPr/>
          <p:nvPr/>
        </p:nvSpPr>
        <p:spPr>
          <a:xfrm>
            <a:off x="8803080" y="4661640"/>
            <a:ext cx="461520" cy="461520"/>
          </a:xfrm>
          <a:prstGeom prst="rect">
            <a:avLst/>
          </a:prstGeom>
          <a:solidFill>
            <a:srgbClr val="1964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grpSp>
        <p:nvGrpSpPr>
          <p:cNvPr id="329" name="Group 49"/>
          <p:cNvGrpSpPr/>
          <p:nvPr/>
        </p:nvGrpSpPr>
        <p:grpSpPr>
          <a:xfrm>
            <a:off x="8087760" y="2053080"/>
            <a:ext cx="2057040" cy="1068840"/>
            <a:chOff x="8087760" y="2053080"/>
            <a:chExt cx="2057040" cy="1068840"/>
          </a:xfrm>
        </p:grpSpPr>
        <p:sp>
          <p:nvSpPr>
            <p:cNvPr id="330" name="TextBox 50"/>
            <p:cNvSpPr/>
            <p:nvPr/>
          </p:nvSpPr>
          <p:spPr>
            <a:xfrm>
              <a:off x="8087760" y="2053080"/>
              <a:ext cx="205704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1" name="TextBox 51"/>
            <p:cNvSpPr/>
            <p:nvPr/>
          </p:nvSpPr>
          <p:spPr>
            <a:xfrm>
              <a:off x="8087760" y="2300760"/>
              <a:ext cx="2057040" cy="82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Reports.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32" name="TextBox 52"/>
          <p:cNvSpPr/>
          <p:nvPr/>
        </p:nvSpPr>
        <p:spPr>
          <a:xfrm>
            <a:off x="1260360" y="2527920"/>
            <a:ext cx="1519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Content  Here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Box 53"/>
          <p:cNvSpPr/>
          <p:nvPr/>
        </p:nvSpPr>
        <p:spPr>
          <a:xfrm>
            <a:off x="858240" y="4407840"/>
            <a:ext cx="1060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Content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Box 54"/>
          <p:cNvSpPr/>
          <p:nvPr/>
        </p:nvSpPr>
        <p:spPr>
          <a:xfrm>
            <a:off x="10441800" y="4661640"/>
            <a:ext cx="1060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Content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Box 55"/>
          <p:cNvSpPr/>
          <p:nvPr/>
        </p:nvSpPr>
        <p:spPr>
          <a:xfrm>
            <a:off x="2000160" y="4442760"/>
            <a:ext cx="17359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You can simply impress your audience and add a unique zing and appeal to your Reports.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Box 56"/>
          <p:cNvSpPr/>
          <p:nvPr/>
        </p:nvSpPr>
        <p:spPr>
          <a:xfrm>
            <a:off x="5007240" y="4799880"/>
            <a:ext cx="17359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You can simply impress your audience and add a unique zing and appeal to your Reports.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Box 57"/>
          <p:cNvSpPr/>
          <p:nvPr/>
        </p:nvSpPr>
        <p:spPr>
          <a:xfrm>
            <a:off x="5511240" y="2713680"/>
            <a:ext cx="1060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Content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Box 58"/>
          <p:cNvSpPr/>
          <p:nvPr/>
        </p:nvSpPr>
        <p:spPr>
          <a:xfrm>
            <a:off x="4552560" y="3119400"/>
            <a:ext cx="1060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Content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9" name="Group 61"/>
          <p:cNvGrpSpPr/>
          <p:nvPr/>
        </p:nvGrpSpPr>
        <p:grpSpPr>
          <a:xfrm>
            <a:off x="8242560" y="5436720"/>
            <a:ext cx="2360880" cy="507600"/>
            <a:chOff x="8242560" y="5436720"/>
            <a:chExt cx="2360880" cy="507600"/>
          </a:xfrm>
        </p:grpSpPr>
        <p:sp>
          <p:nvSpPr>
            <p:cNvPr id="340" name="TextBox 62"/>
            <p:cNvSpPr/>
            <p:nvPr/>
          </p:nvSpPr>
          <p:spPr>
            <a:xfrm>
              <a:off x="8242560" y="5671800"/>
              <a:ext cx="234828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Easy to change colors, photos.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1" name="TextBox 63"/>
            <p:cNvSpPr/>
            <p:nvPr/>
          </p:nvSpPr>
          <p:spPr>
            <a:xfrm>
              <a:off x="8242560" y="5436720"/>
              <a:ext cx="236088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108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Contents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raphic 2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696240" y="425520"/>
            <a:ext cx="1310760" cy="621036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343" name="Chart 3"/>
          <p:cNvGraphicFramePr/>
          <p:nvPr/>
        </p:nvGraphicFramePr>
        <p:xfrm>
          <a:off x="878040" y="1636920"/>
          <a:ext cx="8048160" cy="230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Infographic Style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graphicFrame>
        <p:nvGraphicFramePr>
          <p:cNvPr id="345" name="Table Placeholder 5"/>
          <p:cNvGraphicFramePr/>
          <p:nvPr/>
        </p:nvGraphicFramePr>
        <p:xfrm>
          <a:off x="878040" y="4514040"/>
          <a:ext cx="5058000" cy="1702800"/>
        </p:xfrm>
        <a:graphic>
          <a:graphicData uri="http://schemas.openxmlformats.org/drawingml/2006/table">
            <a:tbl>
              <a:tblPr/>
              <a:tblGrid>
                <a:gridCol w="1376280"/>
                <a:gridCol w="1272960"/>
                <a:gridCol w="1204200"/>
                <a:gridCol w="1204200"/>
              </a:tblGrid>
              <a:tr h="3211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JM" sz="1400" spc="-1" strike="noStrike">
                          <a:solidFill>
                            <a:schemeClr val="lt1"/>
                          </a:solidFill>
                          <a:latin typeface="Arial"/>
                          <a:ea typeface="Arial Unicode MS"/>
                        </a:rPr>
                        <a:t> 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587a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0587af"/>
                      </a:solidFill>
                      <a:prstDash val="solid"/>
                    </a:lnT>
                    <a:lnB w="9360">
                      <a:noFill/>
                      <a:prstDash val="dash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JM" sz="1400" spc="-1" strike="noStrike">
                          <a:solidFill>
                            <a:schemeClr val="lt1"/>
                          </a:solidFill>
                          <a:latin typeface="Arial"/>
                          <a:ea typeface="Arial Unicode MS"/>
                        </a:rPr>
                        <a:t>A TITLE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0587af"/>
                      </a:solidFill>
                      <a:prstDash val="solid"/>
                    </a:lnT>
                    <a:lnB w="9360">
                      <a:noFill/>
                      <a:prstDash val="dash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JM" sz="1400" spc="-1" strike="noStrike">
                          <a:solidFill>
                            <a:schemeClr val="lt1"/>
                          </a:solidFill>
                          <a:latin typeface="Arial"/>
                          <a:ea typeface="Arial Unicode MS"/>
                        </a:rPr>
                        <a:t>B TITLE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0587af"/>
                      </a:solidFill>
                      <a:prstDash val="solid"/>
                    </a:lnT>
                    <a:lnB w="9360">
                      <a:noFill/>
                      <a:prstDash val="dash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JM" sz="1400" spc="-1" strike="noStrike">
                          <a:solidFill>
                            <a:schemeClr val="lt1"/>
                          </a:solidFill>
                          <a:latin typeface="Arial"/>
                          <a:ea typeface="Arial Unicode MS"/>
                        </a:rPr>
                        <a:t>C TITLE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0587af"/>
                      </a:solidFill>
                      <a:prstDash val="solid"/>
                    </a:lnR>
                    <a:lnT w="12240">
                      <a:solidFill>
                        <a:srgbClr val="0587af"/>
                      </a:solidFill>
                      <a:prstDash val="solid"/>
                    </a:lnT>
                    <a:lnB w="9360">
                      <a:noFill/>
                      <a:prstDash val="dash"/>
                    </a:lnB>
                    <a:solidFill>
                      <a:schemeClr val="accent2"/>
                    </a:solidFill>
                  </a:tcPr>
                </a:tc>
              </a:tr>
              <a:tr h="3002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chemeClr val="dk1">
                              <a:lumMod val="75000"/>
                              <a:lumOff val="25000"/>
                            </a:schemeClr>
                          </a:solidFill>
                          <a:latin typeface="Arial"/>
                          <a:ea typeface="Arial Unicode MS"/>
                        </a:rPr>
                        <a:t>Text Here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587a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9360">
                      <a:noFill/>
                      <a:prstDash val="dash"/>
                    </a:lnT>
                    <a:lnB w="9360">
                      <a:noFill/>
                      <a:prstDash val="dash"/>
                    </a:lnB>
                    <a:solidFill>
                      <a:schemeClr val="accent2">
                        <a:alpha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chemeClr val="dk1">
                              <a:lumMod val="75000"/>
                              <a:lumOff val="25000"/>
                            </a:schemeClr>
                          </a:solidFill>
                          <a:latin typeface="Arial"/>
                          <a:ea typeface="Arial Unicode MS"/>
                        </a:rPr>
                        <a:t>Text Here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9360">
                      <a:noFill/>
                      <a:prstDash val="dash"/>
                    </a:lnT>
                    <a:lnB w="9360">
                      <a:noFill/>
                      <a:prstDash val="dash"/>
                    </a:lnB>
                    <a:solidFill>
                      <a:schemeClr val="accent2">
                        <a:alpha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chemeClr val="dk1">
                              <a:lumMod val="75000"/>
                              <a:lumOff val="25000"/>
                            </a:schemeClr>
                          </a:solidFill>
                          <a:latin typeface="Arial"/>
                          <a:ea typeface="Arial Unicode MS"/>
                        </a:rPr>
                        <a:t>Text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9360">
                      <a:noFill/>
                      <a:prstDash val="dash"/>
                    </a:lnT>
                    <a:lnB w="9360">
                      <a:noFill/>
                      <a:prstDash val="dash"/>
                    </a:lnB>
                    <a:solidFill>
                      <a:schemeClr val="accent2">
                        <a:alpha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1" strike="noStrike">
                          <a:solidFill>
                            <a:schemeClr val="dk1">
                              <a:lumMod val="75000"/>
                              <a:lumOff val="25000"/>
                            </a:schemeClr>
                          </a:solidFill>
                          <a:latin typeface="Arial"/>
                          <a:ea typeface="Arial Unicode MS"/>
                        </a:rPr>
                        <a:t>Content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0587af"/>
                      </a:solidFill>
                      <a:prstDash val="solid"/>
                    </a:lnR>
                    <a:lnT w="9360">
                      <a:noFill/>
                      <a:prstDash val="dash"/>
                    </a:lnT>
                    <a:lnB w="9360">
                      <a:noFill/>
                      <a:prstDash val="dash"/>
                    </a:lnB>
                    <a:solidFill>
                      <a:schemeClr val="accent2">
                        <a:alpha val="40000"/>
                      </a:schemeClr>
                    </a:solidFill>
                  </a:tcPr>
                </a:tc>
              </a:tr>
              <a:tr h="360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1" strike="noStrike">
                          <a:solidFill>
                            <a:schemeClr val="dk1">
                              <a:lumMod val="75000"/>
                              <a:lumOff val="25000"/>
                            </a:schemeClr>
                          </a:solidFill>
                          <a:latin typeface="Arial"/>
                          <a:ea typeface="Arial Unicode MS"/>
                        </a:rPr>
                        <a:t>Content Here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587a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9360">
                      <a:noFill/>
                      <a:prstDash val="dash"/>
                    </a:lnT>
                    <a:lnB w="9360">
                      <a:noFill/>
                      <a:prstDash val="dash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1" strike="noStrike">
                          <a:solidFill>
                            <a:schemeClr val="dk1">
                              <a:lumMod val="75000"/>
                              <a:lumOff val="25000"/>
                            </a:schemeClr>
                          </a:solidFill>
                          <a:latin typeface="Arial"/>
                          <a:ea typeface="Arial Unicode MS"/>
                        </a:rPr>
                        <a:t>Content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9360">
                      <a:noFill/>
                      <a:prstDash val="dash"/>
                    </a:lnT>
                    <a:lnB w="9360">
                      <a:noFill/>
                      <a:prstDash val="dash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1" strike="noStrike">
                          <a:solidFill>
                            <a:schemeClr val="dk1">
                              <a:lumMod val="75000"/>
                              <a:lumOff val="25000"/>
                            </a:schemeClr>
                          </a:solidFill>
                          <a:latin typeface="Arial"/>
                          <a:ea typeface="Arial Unicode MS"/>
                        </a:rPr>
                        <a:t>Content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9360">
                      <a:noFill/>
                      <a:prstDash val="dash"/>
                    </a:lnT>
                    <a:lnB w="9360">
                      <a:noFill/>
                      <a:prstDash val="dash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chemeClr val="dk1">
                              <a:lumMod val="75000"/>
                              <a:lumOff val="25000"/>
                            </a:schemeClr>
                          </a:solidFill>
                          <a:latin typeface="Arial"/>
                          <a:ea typeface="Arial Unicode MS"/>
                        </a:rPr>
                        <a:t>Text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0587af"/>
                      </a:solidFill>
                      <a:prstDash val="solid"/>
                    </a:lnR>
                    <a:lnT w="9360">
                      <a:noFill/>
                      <a:prstDash val="dash"/>
                    </a:lnT>
                    <a:lnB w="9360">
                      <a:noFill/>
                      <a:prstDash val="dash"/>
                    </a:lnB>
                    <a:noFill/>
                  </a:tcPr>
                </a:tc>
              </a:tr>
              <a:tr h="360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chemeClr val="dk1">
                              <a:lumMod val="75000"/>
                              <a:lumOff val="25000"/>
                            </a:schemeClr>
                          </a:solidFill>
                          <a:latin typeface="Arial"/>
                          <a:ea typeface="Arial Unicode MS"/>
                        </a:rPr>
                        <a:t>Text Here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587a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9360">
                      <a:noFill/>
                      <a:prstDash val="dash"/>
                    </a:lnT>
                    <a:lnB w="9360">
                      <a:noFill/>
                      <a:prstDash val="dash"/>
                    </a:lnB>
                    <a:solidFill>
                      <a:schemeClr val="accent2">
                        <a:alpha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chemeClr val="dk1">
                              <a:lumMod val="75000"/>
                              <a:lumOff val="25000"/>
                            </a:schemeClr>
                          </a:solidFill>
                          <a:latin typeface="Arial"/>
                          <a:ea typeface="Arial Unicode MS"/>
                        </a:rPr>
                        <a:t>Text Here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9360">
                      <a:noFill/>
                      <a:prstDash val="dash"/>
                    </a:lnT>
                    <a:lnB w="9360">
                      <a:noFill/>
                      <a:prstDash val="dash"/>
                    </a:lnB>
                    <a:solidFill>
                      <a:schemeClr val="accent2">
                        <a:alpha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chemeClr val="dk1">
                              <a:lumMod val="75000"/>
                              <a:lumOff val="25000"/>
                            </a:schemeClr>
                          </a:solidFill>
                          <a:latin typeface="Arial"/>
                          <a:ea typeface="Arial Unicode MS"/>
                        </a:rPr>
                        <a:t>Text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9360">
                      <a:noFill/>
                      <a:prstDash val="dash"/>
                    </a:lnT>
                    <a:lnB w="9360">
                      <a:noFill/>
                      <a:prstDash val="dash"/>
                    </a:lnB>
                    <a:solidFill>
                      <a:schemeClr val="accent2">
                        <a:alpha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1" strike="noStrike">
                          <a:solidFill>
                            <a:schemeClr val="dk1">
                              <a:lumMod val="75000"/>
                              <a:lumOff val="25000"/>
                            </a:schemeClr>
                          </a:solidFill>
                          <a:latin typeface="Arial"/>
                          <a:ea typeface="Arial Unicode MS"/>
                        </a:rPr>
                        <a:t>Content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0587af"/>
                      </a:solidFill>
                      <a:prstDash val="solid"/>
                    </a:lnR>
                    <a:lnT w="9360">
                      <a:noFill/>
                      <a:prstDash val="dash"/>
                    </a:lnT>
                    <a:lnB w="9360">
                      <a:noFill/>
                      <a:prstDash val="dash"/>
                    </a:lnB>
                    <a:solidFill>
                      <a:schemeClr val="accent2">
                        <a:alpha val="40000"/>
                      </a:schemeClr>
                    </a:solidFill>
                  </a:tcPr>
                </a:tc>
              </a:tr>
              <a:tr h="360360">
                <a:tc gridSpan="4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chemeClr val="dk1">
                              <a:lumMod val="75000"/>
                              <a:lumOff val="25000"/>
                            </a:schemeClr>
                          </a:solidFill>
                          <a:latin typeface="Arial"/>
                          <a:ea typeface="Arial Unicode MS"/>
                        </a:rPr>
                        <a:t>Replaced with your own text.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587af"/>
                      </a:solidFill>
                      <a:prstDash val="solid"/>
                    </a:lnL>
                    <a:lnR w="12240">
                      <a:solidFill>
                        <a:srgbClr val="0587af"/>
                      </a:solidFill>
                      <a:prstDash val="solid"/>
                    </a:lnR>
                    <a:lnT w="9360">
                      <a:noFill/>
                      <a:prstDash val="dash"/>
                    </a:lnT>
                    <a:lnB w="12240">
                      <a:solidFill>
                        <a:srgbClr val="0587af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sp>
        <p:nvSpPr>
          <p:cNvPr id="346" name="직사각형 22"/>
          <p:cNvSpPr/>
          <p:nvPr/>
        </p:nvSpPr>
        <p:spPr>
          <a:xfrm>
            <a:off x="6128280" y="4345560"/>
            <a:ext cx="3182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2013 ~ 2014  Text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Example Text : Get a modern PowerPoint  Presentation that is beautifully designed.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직사각형 5"/>
          <p:cNvSpPr/>
          <p:nvPr/>
        </p:nvSpPr>
        <p:spPr>
          <a:xfrm>
            <a:off x="6128280" y="5032800"/>
            <a:ext cx="3182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2014 ~ 2016  Text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Example Text : Get a modern PowerPoint  Presentation that is beautifully designed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직사각형 24"/>
          <p:cNvSpPr/>
          <p:nvPr/>
        </p:nvSpPr>
        <p:spPr>
          <a:xfrm>
            <a:off x="6128280" y="5720400"/>
            <a:ext cx="3182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2016 ~ 2021  Text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Example Text : Get a modern PowerPoint  Presentation that is beautifully designed.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Rectangle 6"/>
          <p:cNvSpPr/>
          <p:nvPr/>
        </p:nvSpPr>
        <p:spPr>
          <a:xfrm>
            <a:off x="325800" y="208080"/>
            <a:ext cx="11524680" cy="64548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350" name="TextBox 3"/>
          <p:cNvSpPr/>
          <p:nvPr/>
        </p:nvSpPr>
        <p:spPr>
          <a:xfrm>
            <a:off x="816120" y="573840"/>
            <a:ext cx="2095200" cy="22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400" spc="-1" strike="noStrike">
                <a:solidFill>
                  <a:schemeClr val="lt1"/>
                </a:solidFill>
                <a:latin typeface="Arial"/>
                <a:ea typeface="Arial Unicode MS"/>
              </a:rPr>
              <a:t>ALLPPT Layout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400" spc="-1" strike="noStrike">
                <a:solidFill>
                  <a:schemeClr val="lt1"/>
                </a:solidFill>
                <a:latin typeface="Arial"/>
                <a:ea typeface="Arial Unicode MS"/>
              </a:rPr>
              <a:t>Clean Text Slide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400" spc="-1" strike="noStrike">
                <a:solidFill>
                  <a:schemeClr val="lt1"/>
                </a:solidFill>
                <a:latin typeface="Arial"/>
                <a:ea typeface="Arial Unicode MS"/>
              </a:rPr>
              <a:t>for your Presentation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TextBox 4"/>
          <p:cNvSpPr/>
          <p:nvPr/>
        </p:nvSpPr>
        <p:spPr>
          <a:xfrm>
            <a:off x="3008520" y="623520"/>
            <a:ext cx="2727360" cy="22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  <a:ea typeface="Arial Unicode MS"/>
              </a:rPr>
              <a:t>You can simply impress your audience and add a unique zing and appeal to your Presentations. Get a modern PowerPoint  Presentation that is beautifully designed.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  <a:ea typeface="Arial Unicode MS"/>
              </a:rPr>
              <a:t>Get a modern PowerPoint  Presentation that is beautifully designed.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TextBox 7"/>
          <p:cNvSpPr/>
          <p:nvPr/>
        </p:nvSpPr>
        <p:spPr>
          <a:xfrm>
            <a:off x="7964280" y="4915440"/>
            <a:ext cx="3567960" cy="15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1" lang="en-US" sz="4800" spc="-1" strike="noStrike">
                <a:solidFill>
                  <a:schemeClr val="lt1"/>
                </a:solidFill>
                <a:latin typeface="Arial"/>
                <a:ea typeface="Arial Unicode MS"/>
              </a:rPr>
              <a:t>AWESOME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en-GB" sz="4800" spc="-1" strike="noStrike">
                <a:solidFill>
                  <a:schemeClr val="lt1"/>
                </a:solidFill>
                <a:latin typeface="Arial"/>
                <a:ea typeface="Arial Unicode MS"/>
              </a:rPr>
              <a:t>S</a:t>
            </a:r>
            <a:r>
              <a:rPr b="1" lang="en-US" sz="4800" spc="-1" strike="noStrike">
                <a:solidFill>
                  <a:schemeClr val="lt1"/>
                </a:solidFill>
                <a:latin typeface="Arial"/>
                <a:ea typeface="Arial Unicode MS"/>
              </a:rPr>
              <a:t>LIDE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Infographic Style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354" name="Group 24"/>
          <p:cNvGrpSpPr/>
          <p:nvPr/>
        </p:nvGrpSpPr>
        <p:grpSpPr>
          <a:xfrm>
            <a:off x="4408200" y="2086560"/>
            <a:ext cx="3375360" cy="3892680"/>
            <a:chOff x="4408200" y="2086560"/>
            <a:chExt cx="3375360" cy="3892680"/>
          </a:xfrm>
        </p:grpSpPr>
        <p:sp>
          <p:nvSpPr>
            <p:cNvPr id="355" name="Isosceles Triangle 2"/>
            <p:cNvSpPr/>
            <p:nvPr/>
          </p:nvSpPr>
          <p:spPr>
            <a:xfrm rot="19800000">
              <a:off x="5540040" y="3920040"/>
              <a:ext cx="1953000" cy="168372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356" name="Isosceles Triangle 3"/>
            <p:cNvSpPr/>
            <p:nvPr/>
          </p:nvSpPr>
          <p:spPr>
            <a:xfrm rot="9000000">
              <a:off x="4698720" y="2461680"/>
              <a:ext cx="1953000" cy="1683720"/>
            </a:xfrm>
            <a:prstGeom prst="triangle">
              <a:avLst>
                <a:gd name="adj" fmla="val 50000"/>
              </a:avLst>
            </a:prstGeom>
            <a:solidFill>
              <a:srgbClr val="1964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357" name="Isosceles Triangle 6"/>
            <p:cNvSpPr/>
            <p:nvPr/>
          </p:nvSpPr>
          <p:spPr>
            <a:xfrm rot="16200000">
              <a:off x="5961240" y="3191040"/>
              <a:ext cx="1953000" cy="168372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358" name="Isosceles Triangle 7"/>
            <p:cNvSpPr/>
            <p:nvPr/>
          </p:nvSpPr>
          <p:spPr>
            <a:xfrm rot="5400000">
              <a:off x="4277520" y="3190680"/>
              <a:ext cx="1953000" cy="168372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359" name="Isosceles Triangle 9"/>
            <p:cNvSpPr/>
            <p:nvPr/>
          </p:nvSpPr>
          <p:spPr>
            <a:xfrm rot="1800000">
              <a:off x="4698360" y="3919680"/>
              <a:ext cx="1953000" cy="168372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360" name="Isosceles Triangle 10"/>
            <p:cNvSpPr/>
            <p:nvPr/>
          </p:nvSpPr>
          <p:spPr>
            <a:xfrm rot="12600000">
              <a:off x="5540400" y="2462040"/>
              <a:ext cx="1953000" cy="168372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sp>
        <p:nvSpPr>
          <p:cNvPr id="361" name="Rectangle 11"/>
          <p:cNvSpPr/>
          <p:nvPr/>
        </p:nvSpPr>
        <p:spPr>
          <a:xfrm>
            <a:off x="5842080" y="3492720"/>
            <a:ext cx="536040" cy="536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scene3d>
            <a:camera prst="isometricTopUp"/>
            <a:lightRig dir="t" rig="balanced"/>
          </a:scene3d>
          <a:sp3d extrusionH="558800" contourW="12700" prstMaterial="matte">
            <a:extrusionClr>
              <a:schemeClr val="bg1">
                <a:lumMod val="95000"/>
              </a:schemeClr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362" name="Rectangle 6"/>
          <p:cNvSpPr/>
          <p:nvPr/>
        </p:nvSpPr>
        <p:spPr>
          <a:xfrm>
            <a:off x="5342760" y="2871360"/>
            <a:ext cx="353880" cy="361080"/>
          </a:xfrm>
          <a:custGeom>
            <a:avLst/>
            <a:gdLst>
              <a:gd name="textAreaLeft" fmla="*/ 0 w 353880"/>
              <a:gd name="textAreaRight" fmla="*/ 354240 w 353880"/>
              <a:gd name="textAreaTop" fmla="*/ 0 h 361080"/>
              <a:gd name="textAreaBottom" fmla="*/ 361440 h 361080"/>
            </a:gdLst>
            <a:ahLst/>
            <a:rect l="textAreaLeft" t="textAreaTop" r="textAreaRight" b="textAreaBottom"/>
            <a:pathLst>
              <a:path w="3860876" h="3940019">
                <a:moveTo>
                  <a:pt x="3248876" y="1942264"/>
                </a:moveTo>
                <a:lnTo>
                  <a:pt x="3860876" y="1942264"/>
                </a:lnTo>
                <a:lnTo>
                  <a:pt x="3860876" y="2090815"/>
                </a:lnTo>
                <a:lnTo>
                  <a:pt x="3859023" y="2090815"/>
                </a:lnTo>
                <a:cubicBezTo>
                  <a:pt x="3817225" y="2949620"/>
                  <a:pt x="3215273" y="3679864"/>
                  <a:pt x="2378197" y="3884304"/>
                </a:cubicBezTo>
                <a:cubicBezTo>
                  <a:pt x="2219818" y="3922985"/>
                  <a:pt x="2060231" y="3941082"/>
                  <a:pt x="1902626" y="3939971"/>
                </a:cubicBezTo>
                <a:cubicBezTo>
                  <a:pt x="1286982" y="3935631"/>
                  <a:pt x="701577" y="3638194"/>
                  <a:pt x="337583" y="3128887"/>
                </a:cubicBezTo>
                <a:lnTo>
                  <a:pt x="30667" y="3435803"/>
                </a:lnTo>
                <a:lnTo>
                  <a:pt x="30667" y="2342045"/>
                </a:lnTo>
                <a:lnTo>
                  <a:pt x="1124425" y="2342045"/>
                </a:lnTo>
                <a:lnTo>
                  <a:pt x="781340" y="2685130"/>
                </a:lnTo>
                <a:cubicBezTo>
                  <a:pt x="1079782" y="3180935"/>
                  <a:pt x="1667379" y="3425841"/>
                  <a:pt x="2232517" y="3287817"/>
                </a:cubicBezTo>
                <a:cubicBezTo>
                  <a:pt x="2810639" y="3146622"/>
                  <a:pt x="3224897" y="2638979"/>
                  <a:pt x="3247291" y="2044286"/>
                </a:cubicBezTo>
                <a:lnTo>
                  <a:pt x="3248876" y="2044345"/>
                </a:lnTo>
                <a:close/>
                <a:moveTo>
                  <a:pt x="1958249" y="48"/>
                </a:moveTo>
                <a:cubicBezTo>
                  <a:pt x="2573893" y="4388"/>
                  <a:pt x="3159298" y="301825"/>
                  <a:pt x="3523293" y="811132"/>
                </a:cubicBezTo>
                <a:lnTo>
                  <a:pt x="3830209" y="504216"/>
                </a:lnTo>
                <a:lnTo>
                  <a:pt x="3830209" y="1597974"/>
                </a:lnTo>
                <a:lnTo>
                  <a:pt x="2736450" y="1597974"/>
                </a:lnTo>
                <a:lnTo>
                  <a:pt x="3079535" y="1254889"/>
                </a:lnTo>
                <a:cubicBezTo>
                  <a:pt x="2781093" y="759084"/>
                  <a:pt x="2193496" y="514178"/>
                  <a:pt x="1628358" y="652202"/>
                </a:cubicBezTo>
                <a:cubicBezTo>
                  <a:pt x="1050236" y="793397"/>
                  <a:pt x="635978" y="1301040"/>
                  <a:pt x="613584" y="1895733"/>
                </a:cubicBezTo>
                <a:lnTo>
                  <a:pt x="612000" y="1895674"/>
                </a:lnTo>
                <a:lnTo>
                  <a:pt x="612000" y="1985958"/>
                </a:lnTo>
                <a:lnTo>
                  <a:pt x="0" y="1985958"/>
                </a:lnTo>
                <a:lnTo>
                  <a:pt x="0" y="1837407"/>
                </a:lnTo>
                <a:lnTo>
                  <a:pt x="2787" y="1837407"/>
                </a:lnTo>
                <a:cubicBezTo>
                  <a:pt x="49183" y="983705"/>
                  <a:pt x="649445" y="259216"/>
                  <a:pt x="1482678" y="55715"/>
                </a:cubicBezTo>
                <a:cubicBezTo>
                  <a:pt x="1641057" y="17034"/>
                  <a:pt x="1800644" y="-1063"/>
                  <a:pt x="1958249" y="4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363" name="Frame 1"/>
          <p:cNvSpPr/>
          <p:nvPr/>
        </p:nvSpPr>
        <p:spPr>
          <a:xfrm>
            <a:off x="6503400" y="2864880"/>
            <a:ext cx="353880" cy="353880"/>
          </a:xfrm>
          <a:custGeom>
            <a:avLst/>
            <a:gdLst>
              <a:gd name="textAreaLeft" fmla="*/ 0 w 353880"/>
              <a:gd name="textAreaRight" fmla="*/ 354240 w 353880"/>
              <a:gd name="textAreaTop" fmla="*/ 0 h 353880"/>
              <a:gd name="textAreaBottom" fmla="*/ 354240 h 353880"/>
            </a:gdLst>
            <a:ahLst/>
            <a:rect l="textAreaLeft" t="textAreaTop" r="textAreaRight" b="textAreaBottom"/>
            <a:pathLst>
              <a:path w="3960000" h="3960000">
                <a:moveTo>
                  <a:pt x="0" y="2700080"/>
                </a:moveTo>
                <a:lnTo>
                  <a:pt x="569408" y="2700080"/>
                </a:lnTo>
                <a:lnTo>
                  <a:pt x="569408" y="3390592"/>
                </a:lnTo>
                <a:lnTo>
                  <a:pt x="3390592" y="3390592"/>
                </a:lnTo>
                <a:lnTo>
                  <a:pt x="3390592" y="2700080"/>
                </a:lnTo>
                <a:lnTo>
                  <a:pt x="3960000" y="2700080"/>
                </a:lnTo>
                <a:lnTo>
                  <a:pt x="3960000" y="3960000"/>
                </a:lnTo>
                <a:lnTo>
                  <a:pt x="0" y="3960000"/>
                </a:lnTo>
                <a:close/>
                <a:moveTo>
                  <a:pt x="1530791" y="0"/>
                </a:moveTo>
                <a:lnTo>
                  <a:pt x="2429209" y="0"/>
                </a:lnTo>
                <a:lnTo>
                  <a:pt x="2429209" y="2108456"/>
                </a:lnTo>
                <a:lnTo>
                  <a:pt x="2772088" y="2108456"/>
                </a:lnTo>
                <a:lnTo>
                  <a:pt x="1980000" y="3198242"/>
                </a:lnTo>
                <a:lnTo>
                  <a:pt x="1187912" y="2108456"/>
                </a:lnTo>
                <a:lnTo>
                  <a:pt x="1530791" y="21084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364" name="Down Arrow 1"/>
          <p:cNvSpPr/>
          <p:nvPr/>
        </p:nvSpPr>
        <p:spPr>
          <a:xfrm>
            <a:off x="4816080" y="3799440"/>
            <a:ext cx="240840" cy="353880"/>
          </a:xfrm>
          <a:custGeom>
            <a:avLst/>
            <a:gdLst>
              <a:gd name="textAreaLeft" fmla="*/ 0 w 240840"/>
              <a:gd name="textAreaRight" fmla="*/ 241200 w 240840"/>
              <a:gd name="textAreaTop" fmla="*/ 0 h 353880"/>
              <a:gd name="textAreaBottom" fmla="*/ 354240 h 353880"/>
            </a:gdLst>
            <a:ahLst/>
            <a:rect l="textAreaLeft" t="textAreaTop" r="textAreaRight" b="textAreaBottom"/>
            <a:pathLst>
              <a:path w="2745756" h="4032448">
                <a:moveTo>
                  <a:pt x="1622229" y="1008112"/>
                </a:moveTo>
                <a:lnTo>
                  <a:pt x="2371247" y="1008112"/>
                </a:lnTo>
                <a:lnTo>
                  <a:pt x="2371247" y="3081405"/>
                </a:lnTo>
                <a:lnTo>
                  <a:pt x="2745756" y="3081405"/>
                </a:lnTo>
                <a:lnTo>
                  <a:pt x="1996738" y="4032448"/>
                </a:lnTo>
                <a:lnTo>
                  <a:pt x="1247720" y="3081405"/>
                </a:lnTo>
                <a:lnTo>
                  <a:pt x="1622229" y="3081405"/>
                </a:lnTo>
                <a:close/>
                <a:moveTo>
                  <a:pt x="749018" y="0"/>
                </a:moveTo>
                <a:lnTo>
                  <a:pt x="1498036" y="951043"/>
                </a:lnTo>
                <a:lnTo>
                  <a:pt x="1123527" y="951043"/>
                </a:lnTo>
                <a:lnTo>
                  <a:pt x="1123527" y="3024336"/>
                </a:lnTo>
                <a:lnTo>
                  <a:pt x="374509" y="3024336"/>
                </a:lnTo>
                <a:lnTo>
                  <a:pt x="374509" y="951043"/>
                </a:lnTo>
                <a:lnTo>
                  <a:pt x="0" y="9510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365" name="Freeform 14"/>
          <p:cNvSpPr/>
          <p:nvPr/>
        </p:nvSpPr>
        <p:spPr>
          <a:xfrm>
            <a:off x="5451120" y="4846320"/>
            <a:ext cx="381240" cy="434520"/>
          </a:xfrm>
          <a:custGeom>
            <a:avLst/>
            <a:gdLst>
              <a:gd name="textAreaLeft" fmla="*/ 0 w 381240"/>
              <a:gd name="textAreaRight" fmla="*/ 381600 w 381240"/>
              <a:gd name="textAreaTop" fmla="*/ 0 h 434520"/>
              <a:gd name="textAreaBottom" fmla="*/ 434880 h 434520"/>
            </a:gdLst>
            <a:ahLst/>
            <a:rect l="textAreaLeft" t="textAreaTop" r="textAreaRight" b="textAreaBottom"/>
            <a:pathLst>
              <a:path w="3456727" h="3938119">
                <a:moveTo>
                  <a:pt x="1728364" y="1961325"/>
                </a:moveTo>
                <a:cubicBezTo>
                  <a:pt x="1726089" y="2407152"/>
                  <a:pt x="1737463" y="2812034"/>
                  <a:pt x="1735188" y="3257861"/>
                </a:cubicBezTo>
                <a:cubicBezTo>
                  <a:pt x="2394830" y="3057694"/>
                  <a:pt x="2610919" y="2352560"/>
                  <a:pt x="2765594" y="1981796"/>
                </a:cubicBezTo>
                <a:close/>
                <a:moveTo>
                  <a:pt x="1728362" y="682044"/>
                </a:moveTo>
                <a:cubicBezTo>
                  <a:pt x="1355324" y="868563"/>
                  <a:pt x="1166530" y="952725"/>
                  <a:pt x="609247" y="1002767"/>
                </a:cubicBezTo>
                <a:cubicBezTo>
                  <a:pt x="606972" y="1330312"/>
                  <a:pt x="631992" y="1623739"/>
                  <a:pt x="704780" y="1964933"/>
                </a:cubicBezTo>
                <a:lnTo>
                  <a:pt x="1728363" y="1971757"/>
                </a:lnTo>
                <a:cubicBezTo>
                  <a:pt x="1728363" y="1541853"/>
                  <a:pt x="1728362" y="1111948"/>
                  <a:pt x="1728362" y="682044"/>
                </a:cubicBezTo>
                <a:close/>
                <a:moveTo>
                  <a:pt x="1723409" y="487996"/>
                </a:moveTo>
                <a:cubicBezTo>
                  <a:pt x="1725062" y="488690"/>
                  <a:pt x="1726712" y="489384"/>
                  <a:pt x="1728363" y="490064"/>
                </a:cubicBezTo>
                <a:cubicBezTo>
                  <a:pt x="1730015" y="489384"/>
                  <a:pt x="1731666" y="488690"/>
                  <a:pt x="1733319" y="487996"/>
                </a:cubicBezTo>
                <a:lnTo>
                  <a:pt x="1733319" y="492131"/>
                </a:lnTo>
                <a:cubicBezTo>
                  <a:pt x="2179467" y="679460"/>
                  <a:pt x="2405896" y="769409"/>
                  <a:pt x="2817789" y="813808"/>
                </a:cubicBezTo>
                <a:cubicBezTo>
                  <a:pt x="2971516" y="823489"/>
                  <a:pt x="3036247" y="875307"/>
                  <a:pt x="3033236" y="1061333"/>
                </a:cubicBezTo>
                <a:cubicBezTo>
                  <a:pt x="3015439" y="2441328"/>
                  <a:pt x="2363638" y="3359629"/>
                  <a:pt x="1733319" y="3448048"/>
                </a:cubicBezTo>
                <a:lnTo>
                  <a:pt x="1733319" y="3450123"/>
                </a:lnTo>
                <a:lnTo>
                  <a:pt x="1728363" y="3449086"/>
                </a:lnTo>
                <a:lnTo>
                  <a:pt x="1723409" y="3450123"/>
                </a:lnTo>
                <a:lnTo>
                  <a:pt x="1723409" y="3448048"/>
                </a:lnTo>
                <a:cubicBezTo>
                  <a:pt x="1093089" y="3359629"/>
                  <a:pt x="441289" y="2441328"/>
                  <a:pt x="423491" y="1061333"/>
                </a:cubicBezTo>
                <a:cubicBezTo>
                  <a:pt x="420479" y="875307"/>
                  <a:pt x="485211" y="823489"/>
                  <a:pt x="638937" y="813808"/>
                </a:cubicBezTo>
                <a:cubicBezTo>
                  <a:pt x="1050832" y="769409"/>
                  <a:pt x="1277261" y="679460"/>
                  <a:pt x="1723409" y="492131"/>
                </a:cubicBezTo>
                <a:close/>
                <a:moveTo>
                  <a:pt x="1722802" y="306889"/>
                </a:moveTo>
                <a:lnTo>
                  <a:pt x="1722802" y="311530"/>
                </a:lnTo>
                <a:cubicBezTo>
                  <a:pt x="1222099" y="521767"/>
                  <a:pt x="967982" y="622713"/>
                  <a:pt x="505720" y="672542"/>
                </a:cubicBezTo>
                <a:cubicBezTo>
                  <a:pt x="333196" y="683408"/>
                  <a:pt x="260550" y="741561"/>
                  <a:pt x="263929" y="950334"/>
                </a:cubicBezTo>
                <a:cubicBezTo>
                  <a:pt x="283902" y="2499079"/>
                  <a:pt x="1015407" y="3529669"/>
                  <a:pt x="1722802" y="3628902"/>
                </a:cubicBezTo>
                <a:lnTo>
                  <a:pt x="1722802" y="3631230"/>
                </a:lnTo>
                <a:lnTo>
                  <a:pt x="1728365" y="3630065"/>
                </a:lnTo>
                <a:lnTo>
                  <a:pt x="1733925" y="3631230"/>
                </a:lnTo>
                <a:lnTo>
                  <a:pt x="1733925" y="3628902"/>
                </a:lnTo>
                <a:cubicBezTo>
                  <a:pt x="2441322" y="3529669"/>
                  <a:pt x="3172826" y="2499079"/>
                  <a:pt x="3192800" y="950334"/>
                </a:cubicBezTo>
                <a:cubicBezTo>
                  <a:pt x="3196179" y="741561"/>
                  <a:pt x="3123532" y="683408"/>
                  <a:pt x="2951007" y="672542"/>
                </a:cubicBezTo>
                <a:cubicBezTo>
                  <a:pt x="2488747" y="622713"/>
                  <a:pt x="2234630" y="521767"/>
                  <a:pt x="1733925" y="311530"/>
                </a:cubicBezTo>
                <a:lnTo>
                  <a:pt x="1733925" y="306889"/>
                </a:lnTo>
                <a:cubicBezTo>
                  <a:pt x="1732071" y="307669"/>
                  <a:pt x="1730218" y="308445"/>
                  <a:pt x="1728365" y="309209"/>
                </a:cubicBezTo>
                <a:cubicBezTo>
                  <a:pt x="1726510" y="308445"/>
                  <a:pt x="1724659" y="307669"/>
                  <a:pt x="1722802" y="306889"/>
                </a:cubicBezTo>
                <a:close/>
                <a:moveTo>
                  <a:pt x="1721800" y="0"/>
                </a:moveTo>
                <a:cubicBezTo>
                  <a:pt x="1723991" y="923"/>
                  <a:pt x="1726176" y="1844"/>
                  <a:pt x="1728363" y="2749"/>
                </a:cubicBezTo>
                <a:cubicBezTo>
                  <a:pt x="1730551" y="1844"/>
                  <a:pt x="1732737" y="923"/>
                  <a:pt x="1734926" y="0"/>
                </a:cubicBezTo>
                <a:lnTo>
                  <a:pt x="1734926" y="5497"/>
                </a:lnTo>
                <a:cubicBezTo>
                  <a:pt x="2325825" y="254550"/>
                  <a:pt x="2625718" y="374136"/>
                  <a:pt x="3171248" y="433164"/>
                </a:cubicBezTo>
                <a:cubicBezTo>
                  <a:pt x="3374850" y="446035"/>
                  <a:pt x="3460584" y="514926"/>
                  <a:pt x="3456595" y="762245"/>
                </a:cubicBezTo>
                <a:cubicBezTo>
                  <a:pt x="3433024" y="2596936"/>
                  <a:pt x="2569749" y="3817807"/>
                  <a:pt x="1734926" y="3935360"/>
                </a:cubicBezTo>
                <a:lnTo>
                  <a:pt x="1734926" y="3938119"/>
                </a:lnTo>
                <a:lnTo>
                  <a:pt x="1728363" y="3936740"/>
                </a:lnTo>
                <a:lnTo>
                  <a:pt x="1721800" y="3938119"/>
                </a:lnTo>
                <a:lnTo>
                  <a:pt x="1721800" y="3935360"/>
                </a:lnTo>
                <a:cubicBezTo>
                  <a:pt x="886977" y="3817807"/>
                  <a:pt x="23703" y="2596936"/>
                  <a:pt x="132" y="762245"/>
                </a:cubicBezTo>
                <a:cubicBezTo>
                  <a:pt x="-3858" y="514926"/>
                  <a:pt x="81876" y="446035"/>
                  <a:pt x="285478" y="433164"/>
                </a:cubicBezTo>
                <a:cubicBezTo>
                  <a:pt x="831010" y="374136"/>
                  <a:pt x="1130903" y="254550"/>
                  <a:pt x="1721800" y="54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366" name="Rounded Rectangle 7"/>
          <p:cNvSpPr/>
          <p:nvPr/>
        </p:nvSpPr>
        <p:spPr>
          <a:xfrm>
            <a:off x="7093080" y="3827880"/>
            <a:ext cx="353880" cy="353880"/>
          </a:xfrm>
          <a:custGeom>
            <a:avLst/>
            <a:gdLst>
              <a:gd name="textAreaLeft" fmla="*/ 0 w 353880"/>
              <a:gd name="textAreaRight" fmla="*/ 354240 w 353880"/>
              <a:gd name="textAreaTop" fmla="*/ 0 h 353880"/>
              <a:gd name="textAreaBottom" fmla="*/ 354240 h 353880"/>
            </a:gdLst>
            <a:ahLst/>
            <a:rect l="textAreaLeft" t="textAreaTop" r="textAreaRight" b="textAreaBottom"/>
            <a:pathLst>
              <a:path w="3960440" h="3960000">
                <a:moveTo>
                  <a:pt x="2764687" y="782779"/>
                </a:moveTo>
                <a:cubicBezTo>
                  <a:pt x="2512183" y="782779"/>
                  <a:pt x="2307488" y="987475"/>
                  <a:pt x="2307487" y="1239980"/>
                </a:cubicBezTo>
                <a:cubicBezTo>
                  <a:pt x="2307487" y="1241985"/>
                  <a:pt x="2307500" y="1243987"/>
                  <a:pt x="2308092" y="1245978"/>
                </a:cubicBezTo>
                <a:lnTo>
                  <a:pt x="1570677" y="1632536"/>
                </a:lnTo>
                <a:cubicBezTo>
                  <a:pt x="1488749" y="1552118"/>
                  <a:pt x="1376387" y="1502860"/>
                  <a:pt x="1252520" y="1502859"/>
                </a:cubicBezTo>
                <a:cubicBezTo>
                  <a:pt x="1000014" y="1502859"/>
                  <a:pt x="795319" y="1707555"/>
                  <a:pt x="795319" y="1960060"/>
                </a:cubicBezTo>
                <a:cubicBezTo>
                  <a:pt x="795319" y="2212565"/>
                  <a:pt x="1000014" y="2417260"/>
                  <a:pt x="1252520" y="2417260"/>
                </a:cubicBezTo>
                <a:cubicBezTo>
                  <a:pt x="1361432" y="2417260"/>
                  <a:pt x="1461449" y="2379178"/>
                  <a:pt x="1538674" y="2313987"/>
                </a:cubicBezTo>
                <a:lnTo>
                  <a:pt x="2308734" y="2717656"/>
                </a:lnTo>
                <a:cubicBezTo>
                  <a:pt x="2314220" y="2964461"/>
                  <a:pt x="2516327" y="3162492"/>
                  <a:pt x="2764688" y="3162492"/>
                </a:cubicBezTo>
                <a:cubicBezTo>
                  <a:pt x="3017192" y="3162492"/>
                  <a:pt x="3221888" y="2957797"/>
                  <a:pt x="3221887" y="2705292"/>
                </a:cubicBezTo>
                <a:cubicBezTo>
                  <a:pt x="3221887" y="2452786"/>
                  <a:pt x="3017192" y="2248092"/>
                  <a:pt x="2764688" y="2248092"/>
                </a:cubicBezTo>
                <a:cubicBezTo>
                  <a:pt x="2638870" y="2248092"/>
                  <a:pt x="2524924" y="2298913"/>
                  <a:pt x="2442337" y="2381228"/>
                </a:cubicBezTo>
                <a:lnTo>
                  <a:pt x="1706164" y="1995322"/>
                </a:lnTo>
                <a:lnTo>
                  <a:pt x="1709074" y="1966451"/>
                </a:lnTo>
                <a:lnTo>
                  <a:pt x="2455698" y="1575067"/>
                </a:lnTo>
                <a:cubicBezTo>
                  <a:pt x="2536225" y="1651261"/>
                  <a:pt x="2645094" y="1697180"/>
                  <a:pt x="2764687" y="1697179"/>
                </a:cubicBezTo>
                <a:cubicBezTo>
                  <a:pt x="3017193" y="1697180"/>
                  <a:pt x="3221887" y="1492485"/>
                  <a:pt x="3221888" y="1239980"/>
                </a:cubicBezTo>
                <a:cubicBezTo>
                  <a:pt x="3221887" y="987475"/>
                  <a:pt x="3017193" y="782779"/>
                  <a:pt x="2764687" y="782779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367" name="Rounded Rectangle 1"/>
          <p:cNvSpPr/>
          <p:nvPr/>
        </p:nvSpPr>
        <p:spPr>
          <a:xfrm rot="2648400">
            <a:off x="6529320" y="4732560"/>
            <a:ext cx="166680" cy="427320"/>
          </a:xfrm>
          <a:custGeom>
            <a:avLst/>
            <a:gdLst>
              <a:gd name="textAreaLeft" fmla="*/ 0 w 166680"/>
              <a:gd name="textAreaRight" fmla="*/ 167040 w 166680"/>
              <a:gd name="textAreaTop" fmla="*/ 0 h 427320"/>
              <a:gd name="textAreaBottom" fmla="*/ 427680 h 427320"/>
            </a:gdLst>
            <a:ahLst/>
            <a:rect l="textAreaLeft" t="textAreaTop" r="textAreaRight" b="textAreaBottom"/>
            <a:pathLst>
              <a:path w="1862952" h="4764557">
                <a:moveTo>
                  <a:pt x="289679" y="2004751"/>
                </a:moveTo>
                <a:cubicBezTo>
                  <a:pt x="458860" y="1838972"/>
                  <a:pt x="691283" y="1737733"/>
                  <a:pt x="946849" y="1740329"/>
                </a:cubicBezTo>
                <a:cubicBezTo>
                  <a:pt x="982916" y="1740695"/>
                  <a:pt x="1018481" y="1743119"/>
                  <a:pt x="1053366" y="1748014"/>
                </a:cubicBezTo>
                <a:cubicBezTo>
                  <a:pt x="1317748" y="1888655"/>
                  <a:pt x="1203170" y="2165630"/>
                  <a:pt x="978473" y="2204473"/>
                </a:cubicBezTo>
                <a:cubicBezTo>
                  <a:pt x="966642" y="2201190"/>
                  <a:pt x="954470" y="2200566"/>
                  <a:pt x="942176" y="2200441"/>
                </a:cubicBezTo>
                <a:cubicBezTo>
                  <a:pt x="697403" y="2197955"/>
                  <a:pt x="496962" y="2394367"/>
                  <a:pt x="494475" y="2639137"/>
                </a:cubicBezTo>
                <a:lnTo>
                  <a:pt x="482110" y="3856696"/>
                </a:lnTo>
                <a:cubicBezTo>
                  <a:pt x="479624" y="4101467"/>
                  <a:pt x="676035" y="4301910"/>
                  <a:pt x="920807" y="4304396"/>
                </a:cubicBezTo>
                <a:cubicBezTo>
                  <a:pt x="1043193" y="4305639"/>
                  <a:pt x="1154496" y="4257158"/>
                  <a:pt x="1235513" y="4177768"/>
                </a:cubicBezTo>
                <a:cubicBezTo>
                  <a:pt x="1316531" y="4098380"/>
                  <a:pt x="1367262" y="3988084"/>
                  <a:pt x="1368506" y="3865699"/>
                </a:cubicBezTo>
                <a:lnTo>
                  <a:pt x="1375662" y="3161156"/>
                </a:lnTo>
                <a:cubicBezTo>
                  <a:pt x="1504082" y="3167548"/>
                  <a:pt x="1792622" y="2981572"/>
                  <a:pt x="1861834" y="2783546"/>
                </a:cubicBezTo>
                <a:lnTo>
                  <a:pt x="1851019" y="3848423"/>
                </a:lnTo>
                <a:cubicBezTo>
                  <a:pt x="1848423" y="4103989"/>
                  <a:pt x="1742485" y="4334308"/>
                  <a:pt x="1573304" y="4500088"/>
                </a:cubicBezTo>
                <a:cubicBezTo>
                  <a:pt x="1404123" y="4665866"/>
                  <a:pt x="1171700" y="4767105"/>
                  <a:pt x="916134" y="4764509"/>
                </a:cubicBezTo>
                <a:cubicBezTo>
                  <a:pt x="405002" y="4759318"/>
                  <a:pt x="-5143" y="4340756"/>
                  <a:pt x="48" y="3829624"/>
                </a:cubicBezTo>
                <a:lnTo>
                  <a:pt x="11964" y="2656415"/>
                </a:lnTo>
                <a:cubicBezTo>
                  <a:pt x="14559" y="2400849"/>
                  <a:pt x="120498" y="2170529"/>
                  <a:pt x="289679" y="2004751"/>
                </a:cubicBezTo>
                <a:close/>
                <a:moveTo>
                  <a:pt x="282968" y="271082"/>
                </a:moveTo>
                <a:cubicBezTo>
                  <a:pt x="450457" y="103594"/>
                  <a:pt x="681840" y="0"/>
                  <a:pt x="937419" y="0"/>
                </a:cubicBezTo>
                <a:cubicBezTo>
                  <a:pt x="1448577" y="0"/>
                  <a:pt x="1862952" y="414375"/>
                  <a:pt x="1862952" y="925533"/>
                </a:cubicBezTo>
                <a:lnTo>
                  <a:pt x="1862952" y="2098803"/>
                </a:lnTo>
                <a:cubicBezTo>
                  <a:pt x="1862952" y="2609961"/>
                  <a:pt x="1448577" y="3024336"/>
                  <a:pt x="937419" y="3024336"/>
                </a:cubicBezTo>
                <a:cubicBezTo>
                  <a:pt x="901350" y="3024336"/>
                  <a:pt x="865762" y="3022273"/>
                  <a:pt x="830829" y="3017733"/>
                </a:cubicBezTo>
                <a:cubicBezTo>
                  <a:pt x="565032" y="2879784"/>
                  <a:pt x="676792" y="2601660"/>
                  <a:pt x="901083" y="2560538"/>
                </a:cubicBezTo>
                <a:cubicBezTo>
                  <a:pt x="912947" y="2563700"/>
                  <a:pt x="925124" y="2564200"/>
                  <a:pt x="937419" y="2564200"/>
                </a:cubicBezTo>
                <a:cubicBezTo>
                  <a:pt x="1182204" y="2564200"/>
                  <a:pt x="1380640" y="2365763"/>
                  <a:pt x="1380641" y="2120980"/>
                </a:cubicBezTo>
                <a:lnTo>
                  <a:pt x="1380640" y="903358"/>
                </a:lnTo>
                <a:cubicBezTo>
                  <a:pt x="1380640" y="658574"/>
                  <a:pt x="1182204" y="460137"/>
                  <a:pt x="937419" y="460137"/>
                </a:cubicBezTo>
                <a:cubicBezTo>
                  <a:pt x="815027" y="460137"/>
                  <a:pt x="704222" y="509746"/>
                  <a:pt x="624015" y="589954"/>
                </a:cubicBezTo>
                <a:cubicBezTo>
                  <a:pt x="543808" y="670161"/>
                  <a:pt x="494199" y="780966"/>
                  <a:pt x="494199" y="903358"/>
                </a:cubicBezTo>
                <a:lnTo>
                  <a:pt x="494198" y="1607937"/>
                </a:lnTo>
                <a:cubicBezTo>
                  <a:pt x="365720" y="1602850"/>
                  <a:pt x="79084" y="1791747"/>
                  <a:pt x="11886" y="1990465"/>
                </a:cubicBezTo>
                <a:lnTo>
                  <a:pt x="11886" y="925533"/>
                </a:lnTo>
                <a:cubicBezTo>
                  <a:pt x="11886" y="669954"/>
                  <a:pt x="115480" y="438571"/>
                  <a:pt x="282968" y="2710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grpSp>
        <p:nvGrpSpPr>
          <p:cNvPr id="368" name="Group 21"/>
          <p:cNvGrpSpPr/>
          <p:nvPr/>
        </p:nvGrpSpPr>
        <p:grpSpPr>
          <a:xfrm>
            <a:off x="8416800" y="3601080"/>
            <a:ext cx="2875680" cy="885960"/>
            <a:chOff x="8416800" y="3601080"/>
            <a:chExt cx="2875680" cy="885960"/>
          </a:xfrm>
        </p:grpSpPr>
        <p:sp>
          <p:nvSpPr>
            <p:cNvPr id="369" name="TextBox 22"/>
            <p:cNvSpPr/>
            <p:nvPr/>
          </p:nvSpPr>
          <p:spPr>
            <a:xfrm>
              <a:off x="8416800" y="3601080"/>
              <a:ext cx="287568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0" name="TextBox 23"/>
            <p:cNvSpPr/>
            <p:nvPr/>
          </p:nvSpPr>
          <p:spPr>
            <a:xfrm>
              <a:off x="8416800" y="3848760"/>
              <a:ext cx="28756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Reports. 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1" name="Group 31"/>
          <p:cNvGrpSpPr/>
          <p:nvPr/>
        </p:nvGrpSpPr>
        <p:grpSpPr>
          <a:xfrm>
            <a:off x="899280" y="3601080"/>
            <a:ext cx="2875680" cy="885960"/>
            <a:chOff x="899280" y="3601080"/>
            <a:chExt cx="2875680" cy="885960"/>
          </a:xfrm>
        </p:grpSpPr>
        <p:sp>
          <p:nvSpPr>
            <p:cNvPr id="372" name="TextBox 32"/>
            <p:cNvSpPr/>
            <p:nvPr/>
          </p:nvSpPr>
          <p:spPr>
            <a:xfrm>
              <a:off x="899280" y="3601080"/>
              <a:ext cx="287568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3" name="TextBox 33"/>
            <p:cNvSpPr/>
            <p:nvPr/>
          </p:nvSpPr>
          <p:spPr>
            <a:xfrm>
              <a:off x="899280" y="3848760"/>
              <a:ext cx="28756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Reports. 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4" name="Group 18"/>
          <p:cNvGrpSpPr/>
          <p:nvPr/>
        </p:nvGrpSpPr>
        <p:grpSpPr>
          <a:xfrm>
            <a:off x="7396200" y="1817640"/>
            <a:ext cx="2875680" cy="885960"/>
            <a:chOff x="7396200" y="1817640"/>
            <a:chExt cx="2875680" cy="885960"/>
          </a:xfrm>
        </p:grpSpPr>
        <p:sp>
          <p:nvSpPr>
            <p:cNvPr id="375" name="TextBox 19"/>
            <p:cNvSpPr/>
            <p:nvPr/>
          </p:nvSpPr>
          <p:spPr>
            <a:xfrm>
              <a:off x="7396200" y="1817640"/>
              <a:ext cx="287568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6" name="TextBox 20"/>
            <p:cNvSpPr/>
            <p:nvPr/>
          </p:nvSpPr>
          <p:spPr>
            <a:xfrm>
              <a:off x="7396200" y="2065320"/>
              <a:ext cx="28756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Reports. 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7" name="Group 25"/>
          <p:cNvGrpSpPr/>
          <p:nvPr/>
        </p:nvGrpSpPr>
        <p:grpSpPr>
          <a:xfrm>
            <a:off x="7396200" y="5384520"/>
            <a:ext cx="2875680" cy="885960"/>
            <a:chOff x="7396200" y="5384520"/>
            <a:chExt cx="2875680" cy="885960"/>
          </a:xfrm>
        </p:grpSpPr>
        <p:sp>
          <p:nvSpPr>
            <p:cNvPr id="378" name="TextBox 26"/>
            <p:cNvSpPr/>
            <p:nvPr/>
          </p:nvSpPr>
          <p:spPr>
            <a:xfrm>
              <a:off x="7396200" y="5384520"/>
              <a:ext cx="287568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9" name="TextBox 27"/>
            <p:cNvSpPr/>
            <p:nvPr/>
          </p:nvSpPr>
          <p:spPr>
            <a:xfrm>
              <a:off x="7396200" y="5632200"/>
              <a:ext cx="28756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Reports. 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0" name="Group 28"/>
          <p:cNvGrpSpPr/>
          <p:nvPr/>
        </p:nvGrpSpPr>
        <p:grpSpPr>
          <a:xfrm>
            <a:off x="1919880" y="1817640"/>
            <a:ext cx="2875680" cy="885960"/>
            <a:chOff x="1919880" y="1817640"/>
            <a:chExt cx="2875680" cy="885960"/>
          </a:xfrm>
        </p:grpSpPr>
        <p:sp>
          <p:nvSpPr>
            <p:cNvPr id="381" name="TextBox 29"/>
            <p:cNvSpPr/>
            <p:nvPr/>
          </p:nvSpPr>
          <p:spPr>
            <a:xfrm>
              <a:off x="1919880" y="1817640"/>
              <a:ext cx="287568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2" name="TextBox 30"/>
            <p:cNvSpPr/>
            <p:nvPr/>
          </p:nvSpPr>
          <p:spPr>
            <a:xfrm>
              <a:off x="1919880" y="2065320"/>
              <a:ext cx="28756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Reports. 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3" name="Group 34"/>
          <p:cNvGrpSpPr/>
          <p:nvPr/>
        </p:nvGrpSpPr>
        <p:grpSpPr>
          <a:xfrm>
            <a:off x="1919880" y="5384520"/>
            <a:ext cx="2875680" cy="885960"/>
            <a:chOff x="1919880" y="5384520"/>
            <a:chExt cx="2875680" cy="885960"/>
          </a:xfrm>
        </p:grpSpPr>
        <p:sp>
          <p:nvSpPr>
            <p:cNvPr id="384" name="TextBox 35"/>
            <p:cNvSpPr/>
            <p:nvPr/>
          </p:nvSpPr>
          <p:spPr>
            <a:xfrm>
              <a:off x="1919880" y="5384520"/>
              <a:ext cx="287568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5" name="TextBox 36"/>
            <p:cNvSpPr/>
            <p:nvPr/>
          </p:nvSpPr>
          <p:spPr>
            <a:xfrm>
              <a:off x="1919880" y="5632200"/>
              <a:ext cx="28756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Reports. 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86" name="Hexagon 39"/>
          <p:cNvSpPr/>
          <p:nvPr/>
        </p:nvSpPr>
        <p:spPr>
          <a:xfrm rot="19747200">
            <a:off x="5937480" y="1950480"/>
            <a:ext cx="315720" cy="270720"/>
          </a:xfrm>
          <a:prstGeom prst="hexagon">
            <a:avLst>
              <a:gd name="adj" fmla="val 30244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387" name="Hexagon 40"/>
          <p:cNvSpPr/>
          <p:nvPr/>
        </p:nvSpPr>
        <p:spPr>
          <a:xfrm rot="19747200">
            <a:off x="7616880" y="2916720"/>
            <a:ext cx="315720" cy="270720"/>
          </a:xfrm>
          <a:prstGeom prst="hexagon">
            <a:avLst>
              <a:gd name="adj" fmla="val 30244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388" name="Hexagon 41"/>
          <p:cNvSpPr/>
          <p:nvPr/>
        </p:nvSpPr>
        <p:spPr>
          <a:xfrm rot="19747200">
            <a:off x="7621560" y="4870440"/>
            <a:ext cx="315720" cy="270720"/>
          </a:xfrm>
          <a:prstGeom prst="hexagon">
            <a:avLst>
              <a:gd name="adj" fmla="val 30244"/>
              <a:gd name="vf" fmla="val 11547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389" name="Hexagon 42"/>
          <p:cNvSpPr/>
          <p:nvPr/>
        </p:nvSpPr>
        <p:spPr>
          <a:xfrm rot="19747200">
            <a:off x="5937480" y="5819760"/>
            <a:ext cx="315720" cy="270720"/>
          </a:xfrm>
          <a:prstGeom prst="hexagon">
            <a:avLst>
              <a:gd name="adj" fmla="val 30244"/>
              <a:gd name="vf" fmla="val 11547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390" name="Hexagon 43"/>
          <p:cNvSpPr/>
          <p:nvPr/>
        </p:nvSpPr>
        <p:spPr>
          <a:xfrm rot="19747200">
            <a:off x="4260240" y="4894200"/>
            <a:ext cx="315720" cy="270720"/>
          </a:xfrm>
          <a:prstGeom prst="hexagon">
            <a:avLst>
              <a:gd name="adj" fmla="val 30244"/>
              <a:gd name="vf" fmla="val 11547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391" name="Hexagon 44"/>
          <p:cNvSpPr/>
          <p:nvPr/>
        </p:nvSpPr>
        <p:spPr>
          <a:xfrm rot="19747200">
            <a:off x="4277880" y="2955960"/>
            <a:ext cx="315720" cy="270720"/>
          </a:xfrm>
          <a:prstGeom prst="hexagon">
            <a:avLst>
              <a:gd name="adj" fmla="val 30244"/>
              <a:gd name="vf" fmla="val 11547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Arial Unicode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raphic 2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070040" y="651960"/>
            <a:ext cx="4554000" cy="5887440"/>
          </a:xfrm>
          <a:prstGeom prst="rect">
            <a:avLst/>
          </a:prstGeom>
          <a:ln w="0">
            <a:noFill/>
          </a:ln>
        </p:spPr>
      </p:pic>
      <p:sp>
        <p:nvSpPr>
          <p:cNvPr id="393" name="Rounded Rectangle 4"/>
          <p:cNvSpPr/>
          <p:nvPr/>
        </p:nvSpPr>
        <p:spPr>
          <a:xfrm>
            <a:off x="4771080" y="2463840"/>
            <a:ext cx="1439640" cy="1367640"/>
          </a:xfrm>
          <a:prstGeom prst="roundRect">
            <a:avLst>
              <a:gd name="adj" fmla="val 8843"/>
            </a:avLst>
          </a:prstGeom>
          <a:noFill/>
          <a:ln w="38100">
            <a:solidFill>
              <a:srgbClr val="19a5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394" name="Rounded Rectangle 5"/>
          <p:cNvSpPr/>
          <p:nvPr/>
        </p:nvSpPr>
        <p:spPr>
          <a:xfrm>
            <a:off x="4771080" y="4082040"/>
            <a:ext cx="1439640" cy="1367640"/>
          </a:xfrm>
          <a:prstGeom prst="roundRect">
            <a:avLst>
              <a:gd name="adj" fmla="val 8843"/>
            </a:avLst>
          </a:prstGeom>
          <a:noFill/>
          <a:ln w="38100">
            <a:solidFill>
              <a:srgbClr val="1a8e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395" name="Rounded Rectangle 6"/>
          <p:cNvSpPr/>
          <p:nvPr/>
        </p:nvSpPr>
        <p:spPr>
          <a:xfrm>
            <a:off x="2925000" y="2463840"/>
            <a:ext cx="1439640" cy="1367640"/>
          </a:xfrm>
          <a:prstGeom prst="roundRect">
            <a:avLst>
              <a:gd name="adj" fmla="val 8843"/>
            </a:avLst>
          </a:prstGeom>
          <a:solidFill>
            <a:schemeClr val="accent2"/>
          </a:solidFill>
          <a:ln w="38100">
            <a:solidFill>
              <a:srgbClr val="0587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396" name="Rounded Rectangle 7"/>
          <p:cNvSpPr/>
          <p:nvPr/>
        </p:nvSpPr>
        <p:spPr>
          <a:xfrm>
            <a:off x="2925000" y="4082040"/>
            <a:ext cx="1439640" cy="1367640"/>
          </a:xfrm>
          <a:prstGeom prst="roundRect">
            <a:avLst>
              <a:gd name="adj" fmla="val 8843"/>
            </a:avLst>
          </a:prstGeom>
          <a:noFill/>
          <a:ln w="38100">
            <a:solidFill>
              <a:srgbClr val="5ab4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397" name="Rounded Rectangle 8"/>
          <p:cNvSpPr/>
          <p:nvPr/>
        </p:nvSpPr>
        <p:spPr>
          <a:xfrm>
            <a:off x="1078920" y="2463840"/>
            <a:ext cx="1439640" cy="1367640"/>
          </a:xfrm>
          <a:prstGeom prst="roundRect">
            <a:avLst>
              <a:gd name="adj" fmla="val 8843"/>
            </a:avLst>
          </a:prstGeom>
          <a:noFill/>
          <a:ln w="38100">
            <a:solidFill>
              <a:srgbClr val="1964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398" name="Rounded Rectangle 9"/>
          <p:cNvSpPr/>
          <p:nvPr/>
        </p:nvSpPr>
        <p:spPr>
          <a:xfrm>
            <a:off x="1078920" y="4082040"/>
            <a:ext cx="1439640" cy="1367640"/>
          </a:xfrm>
          <a:prstGeom prst="roundRect">
            <a:avLst>
              <a:gd name="adj" fmla="val 8843"/>
            </a:avLst>
          </a:prstGeom>
          <a:noFill/>
          <a:ln w="38100">
            <a:solidFill>
              <a:srgbClr val="53c3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399" name="TextBox 9"/>
          <p:cNvSpPr/>
          <p:nvPr/>
        </p:nvSpPr>
        <p:spPr>
          <a:xfrm>
            <a:off x="1218600" y="3217680"/>
            <a:ext cx="1160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PowerPoint  Presentation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Box 10"/>
          <p:cNvSpPr/>
          <p:nvPr/>
        </p:nvSpPr>
        <p:spPr>
          <a:xfrm>
            <a:off x="3064680" y="3217680"/>
            <a:ext cx="1160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Arial"/>
                <a:ea typeface="Arial Unicode MS"/>
              </a:rPr>
              <a:t>PowerPoint  Presentation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Box 11"/>
          <p:cNvSpPr/>
          <p:nvPr/>
        </p:nvSpPr>
        <p:spPr>
          <a:xfrm>
            <a:off x="1218600" y="4811760"/>
            <a:ext cx="1160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PowerPoint  Presentation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Box 12"/>
          <p:cNvSpPr/>
          <p:nvPr/>
        </p:nvSpPr>
        <p:spPr>
          <a:xfrm>
            <a:off x="3064680" y="4811760"/>
            <a:ext cx="1160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PowerPoint  Presentation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Box 13"/>
          <p:cNvSpPr/>
          <p:nvPr/>
        </p:nvSpPr>
        <p:spPr>
          <a:xfrm>
            <a:off x="4910760" y="4811760"/>
            <a:ext cx="1160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PowerPoint  Presentation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Box 14"/>
          <p:cNvSpPr/>
          <p:nvPr/>
        </p:nvSpPr>
        <p:spPr>
          <a:xfrm>
            <a:off x="4910760" y="3217680"/>
            <a:ext cx="1160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PowerPoint  Presentation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Box 15"/>
          <p:cNvSpPr/>
          <p:nvPr/>
        </p:nvSpPr>
        <p:spPr>
          <a:xfrm>
            <a:off x="690480" y="1477080"/>
            <a:ext cx="59097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You can simply impress your audience and add a unique zing and appeal to your Presentations. I hope and I believe that this Template will your Time, Money and Reputation. You can simply impress your audience and add a unique zing and appeal to your Presentations.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Box 16"/>
          <p:cNvSpPr/>
          <p:nvPr/>
        </p:nvSpPr>
        <p:spPr>
          <a:xfrm>
            <a:off x="690480" y="5580720"/>
            <a:ext cx="59097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You can simply impress your audience and add a unique zing and appeal to your Presentations. I hope and I believe that this Template will your Time, Money and Reputation. You can simply impress your audience and add a unique zing and appeal to your Presentations.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Oval 21"/>
          <p:cNvSpPr/>
          <p:nvPr/>
        </p:nvSpPr>
        <p:spPr>
          <a:xfrm rot="20700000">
            <a:off x="3427560" y="4302000"/>
            <a:ext cx="434520" cy="380880"/>
          </a:xfrm>
          <a:custGeom>
            <a:avLst/>
            <a:gdLst>
              <a:gd name="textAreaLeft" fmla="*/ 0 w 434520"/>
              <a:gd name="textAreaRight" fmla="*/ 434880 w 434520"/>
              <a:gd name="textAreaTop" fmla="*/ 0 h 380880"/>
              <a:gd name="textAreaBottom" fmla="*/ 381240 h 380880"/>
            </a:gdLst>
            <a:ahLst/>
            <a:rect l="textAreaLeft" t="textAreaTop" r="textAreaRight" b="textAreaBottom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408" name="Trapezoid 3"/>
          <p:cNvSpPr/>
          <p:nvPr/>
        </p:nvSpPr>
        <p:spPr>
          <a:xfrm>
            <a:off x="3486960" y="2771280"/>
            <a:ext cx="316080" cy="322200"/>
          </a:xfrm>
          <a:custGeom>
            <a:avLst/>
            <a:gdLst>
              <a:gd name="textAreaLeft" fmla="*/ 0 w 316080"/>
              <a:gd name="textAreaRight" fmla="*/ 316440 w 316080"/>
              <a:gd name="textAreaTop" fmla="*/ 0 h 322200"/>
              <a:gd name="textAreaBottom" fmla="*/ 322560 h 322200"/>
            </a:gdLst>
            <a:ahLst/>
            <a:rect l="textAreaLeft" t="textAreaTop" r="textAreaRight" b="textAreaBottom"/>
            <a:pathLst>
              <a:path w="3890855" h="3965475">
                <a:moveTo>
                  <a:pt x="513635" y="2426125"/>
                </a:moveTo>
                <a:lnTo>
                  <a:pt x="1518439" y="2426125"/>
                </a:lnTo>
                <a:cubicBezTo>
                  <a:pt x="1550976" y="2510415"/>
                  <a:pt x="1581900" y="2596962"/>
                  <a:pt x="1610725" y="2683637"/>
                </a:cubicBezTo>
                <a:lnTo>
                  <a:pt x="901668" y="2683637"/>
                </a:lnTo>
                <a:lnTo>
                  <a:pt x="559881" y="3707964"/>
                </a:lnTo>
                <a:lnTo>
                  <a:pt x="1917114" y="3707964"/>
                </a:lnTo>
                <a:cubicBezTo>
                  <a:pt x="1925031" y="3729959"/>
                  <a:pt x="1931702" y="3744180"/>
                  <a:pt x="1936944" y="3749452"/>
                </a:cubicBezTo>
                <a:cubicBezTo>
                  <a:pt x="1940579" y="3743065"/>
                  <a:pt x="1945876" y="3728913"/>
                  <a:pt x="1952632" y="3707964"/>
                </a:cubicBezTo>
                <a:lnTo>
                  <a:pt x="3330974" y="3707964"/>
                </a:lnTo>
                <a:lnTo>
                  <a:pt x="2989187" y="2683637"/>
                </a:lnTo>
                <a:lnTo>
                  <a:pt x="2271337" y="2683637"/>
                </a:lnTo>
                <a:cubicBezTo>
                  <a:pt x="2301469" y="2597098"/>
                  <a:pt x="2333531" y="2510572"/>
                  <a:pt x="2366939" y="2426125"/>
                </a:cubicBezTo>
                <a:lnTo>
                  <a:pt x="3377220" y="2426125"/>
                </a:lnTo>
                <a:lnTo>
                  <a:pt x="3890855" y="3965475"/>
                </a:lnTo>
                <a:lnTo>
                  <a:pt x="0" y="3965475"/>
                </a:lnTo>
                <a:close/>
                <a:moveTo>
                  <a:pt x="1936944" y="620869"/>
                </a:moveTo>
                <a:cubicBezTo>
                  <a:pt x="1782578" y="620869"/>
                  <a:pt x="1657440" y="746006"/>
                  <a:pt x="1657440" y="900372"/>
                </a:cubicBezTo>
                <a:cubicBezTo>
                  <a:pt x="1657440" y="1054738"/>
                  <a:pt x="1782578" y="1179876"/>
                  <a:pt x="1936944" y="1179876"/>
                </a:cubicBezTo>
                <a:cubicBezTo>
                  <a:pt x="2091310" y="1179876"/>
                  <a:pt x="2216447" y="1054738"/>
                  <a:pt x="2216447" y="900372"/>
                </a:cubicBezTo>
                <a:cubicBezTo>
                  <a:pt x="2216447" y="746006"/>
                  <a:pt x="2091310" y="620869"/>
                  <a:pt x="1936944" y="620869"/>
                </a:cubicBezTo>
                <a:close/>
                <a:moveTo>
                  <a:pt x="1936944" y="0"/>
                </a:moveTo>
                <a:cubicBezTo>
                  <a:pt x="2169175" y="0"/>
                  <a:pt x="2401406" y="88593"/>
                  <a:pt x="2578592" y="265779"/>
                </a:cubicBezTo>
                <a:lnTo>
                  <a:pt x="2578592" y="265780"/>
                </a:lnTo>
                <a:cubicBezTo>
                  <a:pt x="2932964" y="620153"/>
                  <a:pt x="2888999" y="1155622"/>
                  <a:pt x="2578592" y="1549077"/>
                </a:cubicBezTo>
                <a:cubicBezTo>
                  <a:pt x="2248849" y="1967039"/>
                  <a:pt x="1976153" y="3125749"/>
                  <a:pt x="1936944" y="3194660"/>
                </a:cubicBezTo>
                <a:cubicBezTo>
                  <a:pt x="1883033" y="3140450"/>
                  <a:pt x="1647095" y="1944983"/>
                  <a:pt x="1295295" y="1549076"/>
                </a:cubicBezTo>
                <a:cubicBezTo>
                  <a:pt x="962406" y="1174450"/>
                  <a:pt x="940923" y="620152"/>
                  <a:pt x="1295295" y="265779"/>
                </a:cubicBezTo>
                <a:cubicBezTo>
                  <a:pt x="1472481" y="88593"/>
                  <a:pt x="1704713" y="0"/>
                  <a:pt x="193694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409" name="Down Arrow 1"/>
          <p:cNvSpPr/>
          <p:nvPr/>
        </p:nvSpPr>
        <p:spPr>
          <a:xfrm flipH="1" rot="10800000">
            <a:off x="1617480" y="4285800"/>
            <a:ext cx="361800" cy="406440"/>
          </a:xfrm>
          <a:custGeom>
            <a:avLst/>
            <a:gdLst>
              <a:gd name="textAreaLeft" fmla="*/ -360 w 361800"/>
              <a:gd name="textAreaRight" fmla="*/ 361800 w 361800"/>
              <a:gd name="textAreaTop" fmla="*/ 0 h 406440"/>
              <a:gd name="textAreaBottom" fmla="*/ 406800 h 406440"/>
            </a:gdLst>
            <a:ahLst/>
            <a:rect l="textAreaLeft" t="textAreaTop" r="textAreaRight" b="textAreaBottom"/>
            <a:pathLst>
              <a:path w="3496146" h="3926159">
                <a:moveTo>
                  <a:pt x="1476067" y="1782198"/>
                </a:moveTo>
                <a:lnTo>
                  <a:pt x="2085005" y="1782198"/>
                </a:lnTo>
                <a:lnTo>
                  <a:pt x="2085005" y="560436"/>
                </a:lnTo>
                <a:lnTo>
                  <a:pt x="2389473" y="560436"/>
                </a:lnTo>
                <a:lnTo>
                  <a:pt x="1780536" y="0"/>
                </a:lnTo>
                <a:lnTo>
                  <a:pt x="1171598" y="560436"/>
                </a:lnTo>
                <a:lnTo>
                  <a:pt x="1476067" y="560436"/>
                </a:lnTo>
                <a:close/>
                <a:moveTo>
                  <a:pt x="2794909" y="2376264"/>
                </a:moveTo>
                <a:lnTo>
                  <a:pt x="3403846" y="1815828"/>
                </a:lnTo>
                <a:lnTo>
                  <a:pt x="3099377" y="1815828"/>
                </a:lnTo>
                <a:lnTo>
                  <a:pt x="3099377" y="594066"/>
                </a:lnTo>
                <a:lnTo>
                  <a:pt x="2490440" y="594066"/>
                </a:lnTo>
                <a:lnTo>
                  <a:pt x="2490440" y="1815828"/>
                </a:lnTo>
                <a:lnTo>
                  <a:pt x="2185971" y="1815828"/>
                </a:lnTo>
                <a:close/>
                <a:moveTo>
                  <a:pt x="1738539" y="2704452"/>
                </a:moveTo>
                <a:cubicBezTo>
                  <a:pt x="2025742" y="2708651"/>
                  <a:pt x="2249289" y="2617027"/>
                  <a:pt x="2474392" y="2519294"/>
                </a:cubicBezTo>
                <a:cubicBezTo>
                  <a:pt x="2631335" y="2431624"/>
                  <a:pt x="2641220" y="2356014"/>
                  <a:pt x="2614641" y="2282563"/>
                </a:cubicBezTo>
                <a:cubicBezTo>
                  <a:pt x="2582745" y="2203226"/>
                  <a:pt x="2511446" y="2141129"/>
                  <a:pt x="2374721" y="2203680"/>
                </a:cubicBezTo>
                <a:cubicBezTo>
                  <a:pt x="2195292" y="2350932"/>
                  <a:pt x="1621166" y="2470817"/>
                  <a:pt x="1266317" y="2262320"/>
                </a:cubicBezTo>
                <a:cubicBezTo>
                  <a:pt x="1169173" y="2191011"/>
                  <a:pt x="970584" y="2135007"/>
                  <a:pt x="918755" y="2260582"/>
                </a:cubicBezTo>
                <a:cubicBezTo>
                  <a:pt x="905798" y="2301917"/>
                  <a:pt x="901034" y="2336556"/>
                  <a:pt x="904186" y="2366667"/>
                </a:cubicBezTo>
                <a:cubicBezTo>
                  <a:pt x="913642" y="2457000"/>
                  <a:pt x="994333" y="2506589"/>
                  <a:pt x="1138739" y="2574025"/>
                </a:cubicBezTo>
                <a:cubicBezTo>
                  <a:pt x="1370979" y="2664916"/>
                  <a:pt x="1566218" y="2701932"/>
                  <a:pt x="1738539" y="2704452"/>
                </a:cubicBezTo>
                <a:close/>
                <a:moveTo>
                  <a:pt x="1709810" y="3318171"/>
                </a:moveTo>
                <a:cubicBezTo>
                  <a:pt x="2287461" y="3321186"/>
                  <a:pt x="2747532" y="3089987"/>
                  <a:pt x="2907033" y="2982480"/>
                </a:cubicBezTo>
                <a:cubicBezTo>
                  <a:pt x="3019837" y="2919930"/>
                  <a:pt x="3127019" y="2830470"/>
                  <a:pt x="3047283" y="2692494"/>
                </a:cubicBezTo>
                <a:cubicBezTo>
                  <a:pt x="2931427" y="2583612"/>
                  <a:pt x="2859428" y="2623285"/>
                  <a:pt x="2747560" y="2705958"/>
                </a:cubicBezTo>
                <a:cubicBezTo>
                  <a:pt x="2476410" y="2811508"/>
                  <a:pt x="1878339" y="3347087"/>
                  <a:pt x="714142" y="2686413"/>
                </a:cubicBezTo>
                <a:cubicBezTo>
                  <a:pt x="581403" y="2592588"/>
                  <a:pt x="478211" y="2639047"/>
                  <a:pt x="434354" y="2730111"/>
                </a:cubicBezTo>
                <a:cubicBezTo>
                  <a:pt x="423118" y="2754726"/>
                  <a:pt x="419107" y="2778362"/>
                  <a:pt x="421326" y="2801084"/>
                </a:cubicBezTo>
                <a:cubicBezTo>
                  <a:pt x="427982" y="2869247"/>
                  <a:pt x="490703" y="2929162"/>
                  <a:pt x="582577" y="2982481"/>
                </a:cubicBezTo>
                <a:cubicBezTo>
                  <a:pt x="974299" y="3230234"/>
                  <a:pt x="1363219" y="3316361"/>
                  <a:pt x="1709810" y="3318171"/>
                </a:cubicBezTo>
                <a:close/>
                <a:moveTo>
                  <a:pt x="1650124" y="3925606"/>
                </a:moveTo>
                <a:cubicBezTo>
                  <a:pt x="2273556" y="3938577"/>
                  <a:pt x="2858828" y="3722251"/>
                  <a:pt x="3329308" y="3414392"/>
                </a:cubicBezTo>
                <a:cubicBezTo>
                  <a:pt x="3434138" y="3367480"/>
                  <a:pt x="3549293" y="3215474"/>
                  <a:pt x="3469556" y="3100952"/>
                </a:cubicBezTo>
                <a:cubicBezTo>
                  <a:pt x="3361675" y="3005103"/>
                  <a:pt x="3225886" y="3077348"/>
                  <a:pt x="3149901" y="3145689"/>
                </a:cubicBezTo>
                <a:cubicBezTo>
                  <a:pt x="2987266" y="3247333"/>
                  <a:pt x="1796029" y="4146474"/>
                  <a:pt x="297808" y="3098777"/>
                </a:cubicBezTo>
                <a:cubicBezTo>
                  <a:pt x="177029" y="2997135"/>
                  <a:pt x="65861" y="3063139"/>
                  <a:pt x="18020" y="3134657"/>
                </a:cubicBezTo>
                <a:cubicBezTo>
                  <a:pt x="4124" y="3161552"/>
                  <a:pt x="-1298" y="3188690"/>
                  <a:pt x="257" y="3215218"/>
                </a:cubicBezTo>
                <a:cubicBezTo>
                  <a:pt x="4919" y="3294803"/>
                  <a:pt x="72375" y="3368892"/>
                  <a:pt x="162256" y="3414392"/>
                </a:cubicBezTo>
                <a:cubicBezTo>
                  <a:pt x="657258" y="3766720"/>
                  <a:pt x="1165233" y="3915518"/>
                  <a:pt x="1650124" y="392560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410" name="Rectangle 15"/>
          <p:cNvSpPr/>
          <p:nvPr/>
        </p:nvSpPr>
        <p:spPr>
          <a:xfrm rot="14269800">
            <a:off x="1618560" y="2732040"/>
            <a:ext cx="360720" cy="375840"/>
          </a:xfrm>
          <a:custGeom>
            <a:avLst/>
            <a:gdLst>
              <a:gd name="textAreaLeft" fmla="*/ 0 w 360720"/>
              <a:gd name="textAreaRight" fmla="*/ 361080 w 360720"/>
              <a:gd name="textAreaTop" fmla="*/ 0 h 375840"/>
              <a:gd name="textAreaBottom" fmla="*/ 376200 h 375840"/>
            </a:gdLst>
            <a:ahLst/>
            <a:rect l="textAreaLeft" t="textAreaTop" r="textAreaRight" b="textAreaBottom"/>
            <a:pathLst>
              <a:path w="4088964" h="4259405">
                <a:moveTo>
                  <a:pt x="1480605" y="2231940"/>
                </a:moveTo>
                <a:lnTo>
                  <a:pt x="1199818" y="2044620"/>
                </a:lnTo>
                <a:lnTo>
                  <a:pt x="761621" y="2687221"/>
                </a:lnTo>
                <a:cubicBezTo>
                  <a:pt x="501536" y="2652619"/>
                  <a:pt x="265323" y="2467912"/>
                  <a:pt x="39127" y="2272940"/>
                </a:cubicBezTo>
                <a:cubicBezTo>
                  <a:pt x="-80639" y="2070133"/>
                  <a:pt x="269496" y="1743507"/>
                  <a:pt x="374515" y="1494038"/>
                </a:cubicBezTo>
                <a:lnTo>
                  <a:pt x="93728" y="1306717"/>
                </a:lnTo>
                <a:lnTo>
                  <a:pt x="1091841" y="1312633"/>
                </a:lnTo>
                <a:close/>
                <a:moveTo>
                  <a:pt x="2759566" y="226796"/>
                </a:moveTo>
                <a:cubicBezTo>
                  <a:pt x="2331051" y="377379"/>
                  <a:pt x="2150002" y="492309"/>
                  <a:pt x="1991062" y="643648"/>
                </a:cubicBezTo>
                <a:lnTo>
                  <a:pt x="1463599" y="1446568"/>
                </a:lnTo>
                <a:lnTo>
                  <a:pt x="610317" y="909936"/>
                </a:lnTo>
                <a:cubicBezTo>
                  <a:pt x="810411" y="627556"/>
                  <a:pt x="1020899" y="239191"/>
                  <a:pt x="1244930" y="61882"/>
                </a:cubicBezTo>
                <a:cubicBezTo>
                  <a:pt x="1491876" y="-75367"/>
                  <a:pt x="1697752" y="31605"/>
                  <a:pt x="2759566" y="226796"/>
                </a:cubicBezTo>
                <a:close/>
                <a:moveTo>
                  <a:pt x="1722488" y="3820535"/>
                </a:moveTo>
                <a:cubicBezTo>
                  <a:pt x="1376925" y="3801485"/>
                  <a:pt x="936112" y="3830060"/>
                  <a:pt x="666750" y="3734810"/>
                </a:cubicBezTo>
                <a:cubicBezTo>
                  <a:pt x="419100" y="3598835"/>
                  <a:pt x="400050" y="3367610"/>
                  <a:pt x="0" y="2364860"/>
                </a:cubicBezTo>
                <a:cubicBezTo>
                  <a:pt x="355600" y="2647435"/>
                  <a:pt x="549276" y="2739510"/>
                  <a:pt x="762000" y="2793485"/>
                </a:cubicBezTo>
                <a:lnTo>
                  <a:pt x="1722487" y="2812535"/>
                </a:lnTo>
                <a:close/>
                <a:moveTo>
                  <a:pt x="3605396" y="869465"/>
                </a:moveTo>
                <a:lnTo>
                  <a:pt x="3069019" y="1711228"/>
                </a:lnTo>
                <a:lnTo>
                  <a:pt x="2083849" y="1550906"/>
                </a:lnTo>
                <a:lnTo>
                  <a:pt x="2391902" y="1412941"/>
                </a:lnTo>
                <a:lnTo>
                  <a:pt x="2081217" y="699900"/>
                </a:lnTo>
                <a:cubicBezTo>
                  <a:pt x="2248971" y="498156"/>
                  <a:pt x="2531081" y="396532"/>
                  <a:pt x="2816547" y="308854"/>
                </a:cubicBezTo>
                <a:cubicBezTo>
                  <a:pt x="3051986" y="315439"/>
                  <a:pt x="3142075" y="785719"/>
                  <a:pt x="3297344" y="1007430"/>
                </a:cubicBezTo>
                <a:close/>
                <a:moveTo>
                  <a:pt x="3222215" y="3788662"/>
                </a:moveTo>
                <a:cubicBezTo>
                  <a:pt x="3089072" y="3954283"/>
                  <a:pt x="2662122" y="3869088"/>
                  <a:pt x="2413930" y="3921936"/>
                </a:cubicBezTo>
                <a:lnTo>
                  <a:pt x="2420658" y="4259405"/>
                </a:lnTo>
                <a:lnTo>
                  <a:pt x="1855155" y="3436926"/>
                </a:lnTo>
                <a:lnTo>
                  <a:pt x="2387428" y="2592563"/>
                </a:lnTo>
                <a:lnTo>
                  <a:pt x="2394156" y="2930032"/>
                </a:lnTo>
                <a:lnTo>
                  <a:pt x="3171906" y="2922431"/>
                </a:lnTo>
                <a:cubicBezTo>
                  <a:pt x="3292132" y="3155642"/>
                  <a:pt x="3275533" y="3455038"/>
                  <a:pt x="3244786" y="3752078"/>
                </a:cubicBezTo>
                <a:cubicBezTo>
                  <a:pt x="3238662" y="3765464"/>
                  <a:pt x="3231091" y="3777620"/>
                  <a:pt x="3222215" y="3788662"/>
                </a:cubicBezTo>
                <a:close/>
                <a:moveTo>
                  <a:pt x="3948285" y="2834020"/>
                </a:moveTo>
                <a:cubicBezTo>
                  <a:pt x="3833022" y="3018741"/>
                  <a:pt x="3639730" y="3281008"/>
                  <a:pt x="3342579" y="3731662"/>
                </a:cubicBezTo>
                <a:cubicBezTo>
                  <a:pt x="3371271" y="3278367"/>
                  <a:pt x="3336159" y="3066813"/>
                  <a:pt x="3258895" y="2861397"/>
                </a:cubicBezTo>
                <a:lnTo>
                  <a:pt x="2725671" y="2062291"/>
                </a:lnTo>
                <a:lnTo>
                  <a:pt x="3552883" y="1486284"/>
                </a:lnTo>
                <a:cubicBezTo>
                  <a:pt x="3734716" y="1780754"/>
                  <a:pt x="4010062" y="2126176"/>
                  <a:pt x="4085819" y="2401657"/>
                </a:cubicBezTo>
                <a:cubicBezTo>
                  <a:pt x="4100783" y="2542124"/>
                  <a:pt x="4063549" y="2649298"/>
                  <a:pt x="3948285" y="283402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411" name="Frame 1"/>
          <p:cNvSpPr/>
          <p:nvPr/>
        </p:nvSpPr>
        <p:spPr>
          <a:xfrm>
            <a:off x="5297400" y="4285440"/>
            <a:ext cx="387360" cy="387360"/>
          </a:xfrm>
          <a:custGeom>
            <a:avLst/>
            <a:gdLst>
              <a:gd name="textAreaLeft" fmla="*/ 0 w 387360"/>
              <a:gd name="textAreaRight" fmla="*/ 387720 w 387360"/>
              <a:gd name="textAreaTop" fmla="*/ 0 h 387360"/>
              <a:gd name="textAreaBottom" fmla="*/ 387720 h 387360"/>
            </a:gdLst>
            <a:ahLst/>
            <a:rect l="textAreaLeft" t="textAreaTop" r="textAreaRight" b="textAreaBottom"/>
            <a:pathLst>
              <a:path w="3960000" h="3960000">
                <a:moveTo>
                  <a:pt x="0" y="2700080"/>
                </a:moveTo>
                <a:lnTo>
                  <a:pt x="569408" y="2700080"/>
                </a:lnTo>
                <a:lnTo>
                  <a:pt x="569408" y="3390592"/>
                </a:lnTo>
                <a:lnTo>
                  <a:pt x="3390592" y="3390592"/>
                </a:lnTo>
                <a:lnTo>
                  <a:pt x="3390592" y="2700080"/>
                </a:lnTo>
                <a:lnTo>
                  <a:pt x="3960000" y="2700080"/>
                </a:lnTo>
                <a:lnTo>
                  <a:pt x="3960000" y="3960000"/>
                </a:lnTo>
                <a:lnTo>
                  <a:pt x="0" y="3960000"/>
                </a:lnTo>
                <a:close/>
                <a:moveTo>
                  <a:pt x="1530791" y="0"/>
                </a:moveTo>
                <a:lnTo>
                  <a:pt x="2429209" y="0"/>
                </a:lnTo>
                <a:lnTo>
                  <a:pt x="2429209" y="2108456"/>
                </a:lnTo>
                <a:lnTo>
                  <a:pt x="2772088" y="2108456"/>
                </a:lnTo>
                <a:lnTo>
                  <a:pt x="1980000" y="3198242"/>
                </a:lnTo>
                <a:lnTo>
                  <a:pt x="1187912" y="2108456"/>
                </a:lnTo>
                <a:lnTo>
                  <a:pt x="1530791" y="2108456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412" name="Donut 15"/>
          <p:cNvSpPr/>
          <p:nvPr/>
        </p:nvSpPr>
        <p:spPr>
          <a:xfrm>
            <a:off x="5324400" y="2729520"/>
            <a:ext cx="333360" cy="334800"/>
          </a:xfrm>
          <a:custGeom>
            <a:avLst/>
            <a:gdLst>
              <a:gd name="textAreaLeft" fmla="*/ 0 w 333360"/>
              <a:gd name="textAreaRight" fmla="*/ 333720 w 333360"/>
              <a:gd name="textAreaTop" fmla="*/ 0 h 334800"/>
              <a:gd name="textAreaBottom" fmla="*/ 335160 h 334800"/>
            </a:gdLst>
            <a:ahLst/>
            <a:rect l="textAreaLeft" t="textAreaTop" r="textAreaRight" b="textAreaBottom"/>
            <a:pathLst>
              <a:path w="3821708" h="3795110">
                <a:moveTo>
                  <a:pt x="1910854" y="903842"/>
                </a:moveTo>
                <a:lnTo>
                  <a:pt x="1793831" y="1129420"/>
                </a:lnTo>
                <a:lnTo>
                  <a:pt x="1791613" y="1129420"/>
                </a:lnTo>
                <a:lnTo>
                  <a:pt x="1791892" y="1133157"/>
                </a:lnTo>
                <a:lnTo>
                  <a:pt x="1791613" y="1133695"/>
                </a:lnTo>
                <a:lnTo>
                  <a:pt x="1791933" y="1133695"/>
                </a:lnTo>
                <a:lnTo>
                  <a:pt x="1833002" y="1683464"/>
                </a:lnTo>
                <a:cubicBezTo>
                  <a:pt x="1744939" y="1714584"/>
                  <a:pt x="1682254" y="1798749"/>
                  <a:pt x="1682254" y="1897555"/>
                </a:cubicBezTo>
                <a:cubicBezTo>
                  <a:pt x="1682254" y="2023808"/>
                  <a:pt x="1784602" y="2126156"/>
                  <a:pt x="1910855" y="2126156"/>
                </a:cubicBezTo>
                <a:cubicBezTo>
                  <a:pt x="1975561" y="2126156"/>
                  <a:pt x="2033988" y="2099273"/>
                  <a:pt x="2075304" y="2055803"/>
                </a:cubicBezTo>
                <a:lnTo>
                  <a:pt x="2443125" y="2288080"/>
                </a:lnTo>
                <a:lnTo>
                  <a:pt x="2443003" y="2288309"/>
                </a:lnTo>
                <a:lnTo>
                  <a:pt x="2443494" y="2288314"/>
                </a:lnTo>
                <a:lnTo>
                  <a:pt x="2446061" y="2289935"/>
                </a:lnTo>
                <a:lnTo>
                  <a:pt x="2446904" y="2288348"/>
                </a:lnTo>
                <a:lnTo>
                  <a:pt x="2652725" y="2290436"/>
                </a:lnTo>
                <a:lnTo>
                  <a:pt x="2535900" y="2120971"/>
                </a:lnTo>
                <a:lnTo>
                  <a:pt x="2536744" y="2119385"/>
                </a:lnTo>
                <a:lnTo>
                  <a:pt x="2533964" y="2118163"/>
                </a:lnTo>
                <a:lnTo>
                  <a:pt x="2533686" y="2117759"/>
                </a:lnTo>
                <a:lnTo>
                  <a:pt x="2533565" y="2117988"/>
                </a:lnTo>
                <a:lnTo>
                  <a:pt x="2134900" y="1942755"/>
                </a:lnTo>
                <a:cubicBezTo>
                  <a:pt x="2137918" y="1928156"/>
                  <a:pt x="2139456" y="1913035"/>
                  <a:pt x="2139456" y="1897555"/>
                </a:cubicBezTo>
                <a:cubicBezTo>
                  <a:pt x="2139456" y="1798748"/>
                  <a:pt x="2076770" y="1714583"/>
                  <a:pt x="1988706" y="1683463"/>
                </a:cubicBezTo>
                <a:lnTo>
                  <a:pt x="2029775" y="1133695"/>
                </a:lnTo>
                <a:lnTo>
                  <a:pt x="2030094" y="1133695"/>
                </a:lnTo>
                <a:lnTo>
                  <a:pt x="2029815" y="1133157"/>
                </a:lnTo>
                <a:lnTo>
                  <a:pt x="2030094" y="1129420"/>
                </a:lnTo>
                <a:lnTo>
                  <a:pt x="2027877" y="1129420"/>
                </a:lnTo>
                <a:close/>
                <a:moveTo>
                  <a:pt x="1910854" y="565406"/>
                </a:moveTo>
                <a:cubicBezTo>
                  <a:pt x="2646579" y="565406"/>
                  <a:pt x="3243002" y="1161829"/>
                  <a:pt x="3243002" y="1897554"/>
                </a:cubicBezTo>
                <a:cubicBezTo>
                  <a:pt x="3243002" y="2633279"/>
                  <a:pt x="2646579" y="3229702"/>
                  <a:pt x="1910854" y="3229702"/>
                </a:cubicBezTo>
                <a:cubicBezTo>
                  <a:pt x="1175129" y="3229702"/>
                  <a:pt x="578706" y="2633279"/>
                  <a:pt x="578706" y="1897554"/>
                </a:cubicBezTo>
                <a:cubicBezTo>
                  <a:pt x="578706" y="1161829"/>
                  <a:pt x="1175129" y="565406"/>
                  <a:pt x="1910854" y="565406"/>
                </a:cubicBezTo>
                <a:close/>
                <a:moveTo>
                  <a:pt x="1766837" y="367010"/>
                </a:moveTo>
                <a:cubicBezTo>
                  <a:pt x="1050362" y="432397"/>
                  <a:pt x="475174" y="981146"/>
                  <a:pt x="377476" y="1681610"/>
                </a:cubicBezTo>
                <a:lnTo>
                  <a:pt x="426306" y="1681610"/>
                </a:lnTo>
                <a:cubicBezTo>
                  <a:pt x="510474" y="1681610"/>
                  <a:pt x="578706" y="1746088"/>
                  <a:pt x="578706" y="1825626"/>
                </a:cubicBezTo>
                <a:cubicBezTo>
                  <a:pt x="578706" y="1905164"/>
                  <a:pt x="510474" y="1969642"/>
                  <a:pt x="426306" y="1969642"/>
                </a:cubicBezTo>
                <a:lnTo>
                  <a:pt x="364094" y="1969642"/>
                </a:lnTo>
                <a:cubicBezTo>
                  <a:pt x="398055" y="2738400"/>
                  <a:pt x="1003246" y="3359660"/>
                  <a:pt x="1769417" y="3427809"/>
                </a:cubicBezTo>
                <a:lnTo>
                  <a:pt x="1769417" y="3382101"/>
                </a:lnTo>
                <a:cubicBezTo>
                  <a:pt x="1769417" y="3297933"/>
                  <a:pt x="1833895" y="3229701"/>
                  <a:pt x="1913433" y="3229701"/>
                </a:cubicBezTo>
                <a:cubicBezTo>
                  <a:pt x="1992971" y="3229701"/>
                  <a:pt x="2057449" y="3297933"/>
                  <a:pt x="2057449" y="3382101"/>
                </a:cubicBezTo>
                <a:lnTo>
                  <a:pt x="2057449" y="3427707"/>
                </a:lnTo>
                <a:cubicBezTo>
                  <a:pt x="2804164" y="3358467"/>
                  <a:pt x="3396856" y="2764020"/>
                  <a:pt x="3455018" y="2020616"/>
                </a:cubicBezTo>
                <a:lnTo>
                  <a:pt x="3395402" y="2020616"/>
                </a:lnTo>
                <a:cubicBezTo>
                  <a:pt x="3311234" y="2020616"/>
                  <a:pt x="3243002" y="1956138"/>
                  <a:pt x="3243002" y="1876600"/>
                </a:cubicBezTo>
                <a:cubicBezTo>
                  <a:pt x="3243002" y="1797062"/>
                  <a:pt x="3311234" y="1732584"/>
                  <a:pt x="3395402" y="1732584"/>
                </a:cubicBezTo>
                <a:lnTo>
                  <a:pt x="3451747" y="1732584"/>
                </a:lnTo>
                <a:cubicBezTo>
                  <a:pt x="3374444" y="1008025"/>
                  <a:pt x="2788738" y="434055"/>
                  <a:pt x="2054869" y="367632"/>
                </a:cubicBezTo>
                <a:lnTo>
                  <a:pt x="2054869" y="407296"/>
                </a:lnTo>
                <a:cubicBezTo>
                  <a:pt x="2054869" y="491464"/>
                  <a:pt x="1990391" y="559696"/>
                  <a:pt x="1910853" y="559696"/>
                </a:cubicBezTo>
                <a:cubicBezTo>
                  <a:pt x="1831315" y="559696"/>
                  <a:pt x="1766837" y="491464"/>
                  <a:pt x="1766837" y="407296"/>
                </a:cubicBezTo>
                <a:close/>
                <a:moveTo>
                  <a:pt x="1910854" y="0"/>
                </a:moveTo>
                <a:cubicBezTo>
                  <a:pt x="2966190" y="0"/>
                  <a:pt x="3821708" y="849564"/>
                  <a:pt x="3821708" y="1897555"/>
                </a:cubicBezTo>
                <a:cubicBezTo>
                  <a:pt x="3821708" y="2945546"/>
                  <a:pt x="2966190" y="3795110"/>
                  <a:pt x="1910854" y="3795110"/>
                </a:cubicBezTo>
                <a:cubicBezTo>
                  <a:pt x="855518" y="3795110"/>
                  <a:pt x="0" y="2945546"/>
                  <a:pt x="0" y="1897555"/>
                </a:cubicBezTo>
                <a:cubicBezTo>
                  <a:pt x="0" y="849564"/>
                  <a:pt x="855518" y="0"/>
                  <a:pt x="1910854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413" name="Title 1"/>
          <p:cNvSpPr/>
          <p:nvPr/>
        </p:nvSpPr>
        <p:spPr>
          <a:xfrm>
            <a:off x="796680" y="463680"/>
            <a:ext cx="6184800" cy="8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</a:pPr>
            <a:r>
              <a:rPr b="0" lang="en-US" sz="4800" spc="-1" strike="noStrike">
                <a:solidFill>
                  <a:schemeClr val="accent1"/>
                </a:solidFill>
                <a:latin typeface="Arial"/>
                <a:ea typeface="Arial Unicode MS"/>
              </a:rPr>
              <a:t>Infographic</a:t>
            </a:r>
            <a:r>
              <a:rPr b="0" lang="en-US" sz="4400" spc="-1" strike="noStrike">
                <a:solidFill>
                  <a:schemeClr val="dk1"/>
                </a:solidFill>
                <a:latin typeface="Arial"/>
                <a:ea typeface="Arial Unicode MS"/>
              </a:rPr>
              <a:t> </a:t>
            </a:r>
            <a:r>
              <a:rPr b="0" lang="en-US" sz="4400" spc="-1" strike="noStrike">
                <a:solidFill>
                  <a:schemeClr val="accent2"/>
                </a:solidFill>
                <a:latin typeface="Arial"/>
                <a:ea typeface="Arial Unicode MS"/>
              </a:rPr>
              <a:t>Style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roup 1"/>
          <p:cNvGrpSpPr/>
          <p:nvPr/>
        </p:nvGrpSpPr>
        <p:grpSpPr>
          <a:xfrm>
            <a:off x="3561480" y="1868040"/>
            <a:ext cx="3048120" cy="475200"/>
            <a:chOff x="3561480" y="1868040"/>
            <a:chExt cx="3048120" cy="475200"/>
          </a:xfrm>
        </p:grpSpPr>
        <p:sp>
          <p:nvSpPr>
            <p:cNvPr id="415" name="Rectangle 9"/>
            <p:cNvSpPr/>
            <p:nvPr/>
          </p:nvSpPr>
          <p:spPr>
            <a:xfrm flipH="1">
              <a:off x="3567960" y="1880640"/>
              <a:ext cx="153360" cy="462600"/>
            </a:xfrm>
            <a:custGeom>
              <a:avLst/>
              <a:gdLst>
                <a:gd name="textAreaLeft" fmla="*/ 360 w 153360"/>
                <a:gd name="textAreaRight" fmla="*/ 154080 w 153360"/>
                <a:gd name="textAreaTop" fmla="*/ 0 h 462600"/>
                <a:gd name="textAreaBottom" fmla="*/ 462960 h 462600"/>
              </a:gdLst>
              <a:ahLst/>
              <a:rect l="textAreaLeft" t="textAreaTop" r="textAreaRight" b="textAreaBottom"/>
              <a:pathLst>
                <a:path w="115353" h="366809">
                  <a:moveTo>
                    <a:pt x="0" y="5937"/>
                  </a:moveTo>
                  <a:lnTo>
                    <a:pt x="115353" y="0"/>
                  </a:lnTo>
                  <a:lnTo>
                    <a:pt x="112356" y="278091"/>
                  </a:lnTo>
                  <a:lnTo>
                    <a:pt x="5882" y="366809"/>
                  </a:lnTo>
                  <a:cubicBezTo>
                    <a:pt x="3921" y="246518"/>
                    <a:pt x="1961" y="126228"/>
                    <a:pt x="0" y="5937"/>
                  </a:cubicBezTo>
                  <a:close/>
                </a:path>
              </a:pathLst>
            </a:custGeom>
            <a:gradFill rotWithShape="0">
              <a:gsLst>
                <a:gs pos="0">
                  <a:srgbClr val="0f3c57"/>
                </a:gs>
                <a:gs pos="100000">
                  <a:srgbClr val="0f3c57"/>
                </a:gs>
              </a:gsLst>
              <a:lin ang="5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416" name="Rectangle 6"/>
            <p:cNvSpPr/>
            <p:nvPr/>
          </p:nvSpPr>
          <p:spPr>
            <a:xfrm>
              <a:off x="3561480" y="1868040"/>
              <a:ext cx="3048120" cy="363240"/>
            </a:xfrm>
            <a:custGeom>
              <a:avLst/>
              <a:gdLst>
                <a:gd name="textAreaLeft" fmla="*/ 0 w 3048120"/>
                <a:gd name="textAreaRight" fmla="*/ 3048480 w 3048120"/>
                <a:gd name="textAreaTop" fmla="*/ 0 h 363240"/>
                <a:gd name="textAreaBottom" fmla="*/ 363600 h 363240"/>
              </a:gdLst>
              <a:ahLst/>
              <a:rect l="textAreaLeft" t="textAreaTop" r="textAreaRight" b="textAreaBottom"/>
              <a:pathLst>
                <a:path w="5285462" h="576064">
                  <a:moveTo>
                    <a:pt x="0" y="0"/>
                  </a:moveTo>
                  <a:lnTo>
                    <a:pt x="4724629" y="0"/>
                  </a:lnTo>
                  <a:lnTo>
                    <a:pt x="5285462" y="576064"/>
                  </a:lnTo>
                  <a:lnTo>
                    <a:pt x="0" y="5760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sp>
        <p:nvSpPr>
          <p:cNvPr id="417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Infographic Style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18" name="Rectangle 6"/>
          <p:cNvSpPr/>
          <p:nvPr/>
        </p:nvSpPr>
        <p:spPr>
          <a:xfrm>
            <a:off x="3925800" y="3903840"/>
            <a:ext cx="7513200" cy="359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419" name="Rectangle 7"/>
          <p:cNvSpPr/>
          <p:nvPr/>
        </p:nvSpPr>
        <p:spPr>
          <a:xfrm>
            <a:off x="3925800" y="4414320"/>
            <a:ext cx="7513200" cy="359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420" name="Rectangle 8"/>
          <p:cNvSpPr/>
          <p:nvPr/>
        </p:nvSpPr>
        <p:spPr>
          <a:xfrm>
            <a:off x="3925800" y="4924440"/>
            <a:ext cx="7513200" cy="359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421" name="Rectangle 9"/>
          <p:cNvSpPr/>
          <p:nvPr/>
        </p:nvSpPr>
        <p:spPr>
          <a:xfrm>
            <a:off x="3925800" y="5434920"/>
            <a:ext cx="7513200" cy="359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graphicFrame>
        <p:nvGraphicFramePr>
          <p:cNvPr id="422" name="Chart 61"/>
          <p:cNvGraphicFramePr/>
          <p:nvPr/>
        </p:nvGraphicFramePr>
        <p:xfrm>
          <a:off x="3790080" y="3696120"/>
          <a:ext cx="7887240" cy="2306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23" name="TextBox 11"/>
          <p:cNvSpPr/>
          <p:nvPr/>
        </p:nvSpPr>
        <p:spPr>
          <a:xfrm>
            <a:off x="3963960" y="3947400"/>
            <a:ext cx="1564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Arial"/>
                <a:ea typeface="Arial Unicode MS"/>
              </a:rPr>
              <a:t>Content  A - 40%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Box 12"/>
          <p:cNvSpPr/>
          <p:nvPr/>
        </p:nvSpPr>
        <p:spPr>
          <a:xfrm>
            <a:off x="3978720" y="4453920"/>
            <a:ext cx="1564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Arial"/>
                <a:ea typeface="Arial Unicode MS"/>
              </a:rPr>
              <a:t>Content  B - 70%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Box 13"/>
          <p:cNvSpPr/>
          <p:nvPr/>
        </p:nvSpPr>
        <p:spPr>
          <a:xfrm>
            <a:off x="3973320" y="4955040"/>
            <a:ext cx="1564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Arial"/>
                <a:ea typeface="Arial Unicode MS"/>
              </a:rPr>
              <a:t>Content  C - 30%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Box 14"/>
          <p:cNvSpPr/>
          <p:nvPr/>
        </p:nvSpPr>
        <p:spPr>
          <a:xfrm>
            <a:off x="3988440" y="5461560"/>
            <a:ext cx="1564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Arial"/>
                <a:ea typeface="Arial Unicode MS"/>
              </a:rPr>
              <a:t>Content  D - 90%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Placeholder 35"/>
          <p:cNvSpPr/>
          <p:nvPr/>
        </p:nvSpPr>
        <p:spPr>
          <a:xfrm>
            <a:off x="3787920" y="1863360"/>
            <a:ext cx="2307600" cy="371520"/>
          </a:xfrm>
          <a:prstGeom prst="rect">
            <a:avLst/>
          </a:prstGeom>
          <a:noFill/>
          <a:ln w="12700">
            <a:noFill/>
          </a:ln>
          <a:effectLst>
            <a:innerShdw blurRad="114300">
              <a:schemeClr val="bg1"/>
            </a:innerShdw>
          </a:effectLst>
        </p:spPr>
        <p:style>
          <a:lnRef idx="0"/>
          <a:fillRef idx="0"/>
          <a:effectRef idx="0"/>
          <a:fontRef idx="minor"/>
        </p:style>
        <p:txBody>
          <a:bodyPr lIns="108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1" lang="en-US" sz="1400" spc="-1" strike="noStrike">
                <a:solidFill>
                  <a:schemeClr val="lt1"/>
                </a:solidFill>
                <a:latin typeface="Arial"/>
                <a:ea typeface="Arial Unicode MS"/>
              </a:rPr>
              <a:t>Contents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 Placeholder 18"/>
          <p:cNvSpPr/>
          <p:nvPr/>
        </p:nvSpPr>
        <p:spPr>
          <a:xfrm>
            <a:off x="3913200" y="3491640"/>
            <a:ext cx="1750320" cy="287640"/>
          </a:xfrm>
          <a:prstGeom prst="rect">
            <a:avLst/>
          </a:prstGeom>
          <a:noFill/>
          <a:ln w="12700">
            <a:noFill/>
          </a:ln>
          <a:effectLst>
            <a:innerShdw blurRad="114300">
              <a:schemeClr val="bg1"/>
            </a:innerShdw>
          </a:effectLst>
        </p:spPr>
        <p:style>
          <a:lnRef idx="0"/>
          <a:fillRef idx="0"/>
          <a:effectRef idx="0"/>
          <a:fontRef idx="minor"/>
        </p:style>
        <p:txBody>
          <a:bodyPr lIns="108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1" lang="en-US" sz="1400" spc="-1" strike="noStrike">
                <a:solidFill>
                  <a:schemeClr val="accent1"/>
                </a:solidFill>
                <a:latin typeface="Arial"/>
                <a:ea typeface="Arial Unicode MS"/>
              </a:rPr>
              <a:t>Contents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Box 17"/>
          <p:cNvSpPr/>
          <p:nvPr/>
        </p:nvSpPr>
        <p:spPr>
          <a:xfrm>
            <a:off x="3787920" y="2368080"/>
            <a:ext cx="781308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You can simply impress your audience and add a unique zing and appeal to your Presentations. Easy to change colors, photos and Text. Get a modern PowerPoint  Presentation that is beautifully designed. I hope and I believe that this Template will your Time, Money and Reputation. Get a modern PowerPoint  Presentation that is beautifully designed. I hope and I believe that this Template will your Time, Money and Reputation. You can simply impress your audience and add a unique zing and appeal to your Presentations.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0" name="Picture Placeholder 18" descr=""/>
          <p:cNvPicPr/>
          <p:nvPr/>
        </p:nvPicPr>
        <p:blipFill>
          <a:blip r:embed="rId2"/>
          <a:stretch/>
        </p:blipFill>
        <p:spPr>
          <a:xfrm>
            <a:off x="877680" y="2102400"/>
            <a:ext cx="2152440" cy="356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Infographic Style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432" name="Group 2"/>
          <p:cNvGrpSpPr/>
          <p:nvPr/>
        </p:nvGrpSpPr>
        <p:grpSpPr>
          <a:xfrm>
            <a:off x="3498840" y="3760920"/>
            <a:ext cx="2338560" cy="2292480"/>
            <a:chOff x="3498840" y="3760920"/>
            <a:chExt cx="2338560" cy="2292480"/>
          </a:xfrm>
        </p:grpSpPr>
        <p:sp>
          <p:nvSpPr>
            <p:cNvPr id="433" name="TextBox 3"/>
            <p:cNvSpPr/>
            <p:nvPr/>
          </p:nvSpPr>
          <p:spPr>
            <a:xfrm>
              <a:off x="3498840" y="3760920"/>
              <a:ext cx="7282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3600" spc="-1" strike="noStrike">
                  <a:solidFill>
                    <a:schemeClr val="accent2"/>
                  </a:solidFill>
                  <a:latin typeface="Arial"/>
                  <a:ea typeface="Arial Unicode MS"/>
                </a:rPr>
                <a:t>02</a:t>
              </a:r>
              <a:endParaRPr b="0" lang="en-US" sz="3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4" name="TextBox 4"/>
            <p:cNvSpPr/>
            <p:nvPr/>
          </p:nvSpPr>
          <p:spPr>
            <a:xfrm>
              <a:off x="4147920" y="4134960"/>
              <a:ext cx="1689480" cy="1918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Get a modern PowerPoint  Presentation that is beautifully designed. I hope and I believe that this Template will your Time, Money and Reputation. Easy to change colors, photos and Text.</a:t>
              </a: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5" name="TextBox 5"/>
            <p:cNvSpPr/>
            <p:nvPr/>
          </p:nvSpPr>
          <p:spPr>
            <a:xfrm>
              <a:off x="4138560" y="3888720"/>
              <a:ext cx="16545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108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Arial"/>
                  <a:ea typeface="Arial Unicode MS"/>
                </a:rPr>
                <a:t>Contents Title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6" name="Group 6"/>
          <p:cNvGrpSpPr/>
          <p:nvPr/>
        </p:nvGrpSpPr>
        <p:grpSpPr>
          <a:xfrm>
            <a:off x="6245280" y="3760920"/>
            <a:ext cx="2338560" cy="2292480"/>
            <a:chOff x="6245280" y="3760920"/>
            <a:chExt cx="2338560" cy="2292480"/>
          </a:xfrm>
        </p:grpSpPr>
        <p:sp>
          <p:nvSpPr>
            <p:cNvPr id="437" name="TextBox 7"/>
            <p:cNvSpPr/>
            <p:nvPr/>
          </p:nvSpPr>
          <p:spPr>
            <a:xfrm>
              <a:off x="6245280" y="3760920"/>
              <a:ext cx="7282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3600" spc="-1" strike="noStrike">
                  <a:solidFill>
                    <a:schemeClr val="accent3"/>
                  </a:solidFill>
                  <a:latin typeface="Arial"/>
                  <a:ea typeface="Arial Unicode MS"/>
                </a:rPr>
                <a:t>03</a:t>
              </a:r>
              <a:endParaRPr b="0" lang="en-US" sz="3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8" name="TextBox 8"/>
            <p:cNvSpPr/>
            <p:nvPr/>
          </p:nvSpPr>
          <p:spPr>
            <a:xfrm>
              <a:off x="6894360" y="4134960"/>
              <a:ext cx="1689480" cy="1918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Get a modern PowerPoint  Presentation that is beautifully designed. I hope and I believe that this Template will your Time, Money and Reputation. Easy to change colors, photos and Text.</a:t>
              </a: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9" name="TextBox 9"/>
            <p:cNvSpPr/>
            <p:nvPr/>
          </p:nvSpPr>
          <p:spPr>
            <a:xfrm>
              <a:off x="6885000" y="3888720"/>
              <a:ext cx="16545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108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Arial"/>
                  <a:ea typeface="Arial Unicode MS"/>
                </a:rPr>
                <a:t>Contents Title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40" name="Group 10"/>
          <p:cNvGrpSpPr/>
          <p:nvPr/>
        </p:nvGrpSpPr>
        <p:grpSpPr>
          <a:xfrm>
            <a:off x="8991720" y="3760920"/>
            <a:ext cx="2338920" cy="2292480"/>
            <a:chOff x="8991720" y="3760920"/>
            <a:chExt cx="2338920" cy="2292480"/>
          </a:xfrm>
        </p:grpSpPr>
        <p:sp>
          <p:nvSpPr>
            <p:cNvPr id="441" name="TextBox 11"/>
            <p:cNvSpPr/>
            <p:nvPr/>
          </p:nvSpPr>
          <p:spPr>
            <a:xfrm>
              <a:off x="8991720" y="3760920"/>
              <a:ext cx="7282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3600" spc="-1" strike="noStrike">
                  <a:solidFill>
                    <a:schemeClr val="accent4"/>
                  </a:solidFill>
                  <a:latin typeface="Arial"/>
                  <a:ea typeface="Arial Unicode MS"/>
                </a:rPr>
                <a:t>04</a:t>
              </a:r>
              <a:endParaRPr b="0" lang="en-US" sz="3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2" name="TextBox 12"/>
            <p:cNvSpPr/>
            <p:nvPr/>
          </p:nvSpPr>
          <p:spPr>
            <a:xfrm>
              <a:off x="9641160" y="4134960"/>
              <a:ext cx="1689480" cy="1918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Get a modern PowerPoint  Presentation that is beautifully designed. I hope and I believe that this Template will your Time, Money and Reputation. Easy to change colors, photos and Text.</a:t>
              </a: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3" name="TextBox 13"/>
            <p:cNvSpPr/>
            <p:nvPr/>
          </p:nvSpPr>
          <p:spPr>
            <a:xfrm>
              <a:off x="9631440" y="3888720"/>
              <a:ext cx="16545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108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Arial"/>
                  <a:ea typeface="Arial Unicode MS"/>
                </a:rPr>
                <a:t>Contents Title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44" name="Rectangle 14"/>
          <p:cNvSpPr/>
          <p:nvPr/>
        </p:nvSpPr>
        <p:spPr>
          <a:xfrm>
            <a:off x="4372200" y="1939320"/>
            <a:ext cx="603720" cy="603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445" name="Rectangle 15"/>
          <p:cNvSpPr/>
          <p:nvPr/>
        </p:nvSpPr>
        <p:spPr>
          <a:xfrm>
            <a:off x="7182000" y="1939320"/>
            <a:ext cx="603720" cy="6037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446" name="Rectangle 16"/>
          <p:cNvSpPr/>
          <p:nvPr/>
        </p:nvSpPr>
        <p:spPr>
          <a:xfrm>
            <a:off x="10000440" y="1939320"/>
            <a:ext cx="603720" cy="6037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cxnSp>
        <p:nvCxnSpPr>
          <p:cNvPr id="447" name="Straight Connector 17"/>
          <p:cNvCxnSpPr/>
          <p:nvPr/>
        </p:nvCxnSpPr>
        <p:spPr>
          <a:xfrm>
            <a:off x="5107680" y="2241000"/>
            <a:ext cx="1942560" cy="360"/>
          </a:xfrm>
          <a:prstGeom prst="straightConnector1">
            <a:avLst/>
          </a:prstGeom>
          <a:ln w="15875">
            <a:solidFill>
              <a:srgbClr val="ffffff">
                <a:lumMod val="85000"/>
              </a:srgbClr>
            </a:solidFill>
            <a:headEnd len="med" type="oval" w="med"/>
            <a:tailEnd len="med" type="oval" w="med"/>
          </a:ln>
        </p:spPr>
      </p:cxnSp>
      <p:cxnSp>
        <p:nvCxnSpPr>
          <p:cNvPr id="448" name="Straight Connector 18"/>
          <p:cNvCxnSpPr/>
          <p:nvPr/>
        </p:nvCxnSpPr>
        <p:spPr>
          <a:xfrm>
            <a:off x="7917480" y="2241000"/>
            <a:ext cx="1951560" cy="360"/>
          </a:xfrm>
          <a:prstGeom prst="straightConnector1">
            <a:avLst/>
          </a:prstGeom>
          <a:ln w="15875">
            <a:solidFill>
              <a:srgbClr val="ffffff">
                <a:lumMod val="85000"/>
              </a:srgbClr>
            </a:solidFill>
            <a:headEnd len="med" type="oval" w="med"/>
            <a:tailEnd len="med" type="oval" w="med"/>
          </a:ln>
        </p:spPr>
      </p:cxnSp>
      <p:cxnSp>
        <p:nvCxnSpPr>
          <p:cNvPr id="449" name="Straight Connector 19"/>
          <p:cNvCxnSpPr/>
          <p:nvPr/>
        </p:nvCxnSpPr>
        <p:spPr>
          <a:xfrm>
            <a:off x="10736280" y="2247480"/>
            <a:ext cx="1455840" cy="6480"/>
          </a:xfrm>
          <a:prstGeom prst="straightConnector1">
            <a:avLst/>
          </a:prstGeom>
          <a:ln w="15875">
            <a:solidFill>
              <a:srgbClr val="ffffff">
                <a:lumMod val="85000"/>
              </a:srgbClr>
            </a:solidFill>
            <a:headEnd len="med" type="oval" w="med"/>
          </a:ln>
        </p:spPr>
      </p:cxnSp>
      <p:grpSp>
        <p:nvGrpSpPr>
          <p:cNvPr id="450" name="Group 20"/>
          <p:cNvGrpSpPr/>
          <p:nvPr/>
        </p:nvGrpSpPr>
        <p:grpSpPr>
          <a:xfrm>
            <a:off x="9313560" y="2778840"/>
            <a:ext cx="1775160" cy="762480"/>
            <a:chOff x="9313560" y="2778840"/>
            <a:chExt cx="1775160" cy="762480"/>
          </a:xfrm>
        </p:grpSpPr>
        <p:sp>
          <p:nvSpPr>
            <p:cNvPr id="451" name="Rounded Rectangle 19"/>
            <p:cNvSpPr/>
            <p:nvPr/>
          </p:nvSpPr>
          <p:spPr>
            <a:xfrm rot="5400000">
              <a:off x="9996480" y="2449080"/>
              <a:ext cx="577080" cy="1607040"/>
            </a:xfrm>
            <a:prstGeom prst="roundRect">
              <a:avLst>
                <a:gd name="adj" fmla="val 50000"/>
              </a:avLst>
            </a:prstGeom>
            <a:noFill/>
            <a:ln w="241300">
              <a:solidFill>
                <a:srgbClr val="83d4db"/>
              </a:solidFill>
            </a:ln>
            <a:scene3d>
              <a:camera prst="orthographicFront"/>
              <a:lightRig dir="t" rig="threeP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452" name="Oval 22"/>
            <p:cNvSpPr/>
            <p:nvPr/>
          </p:nvSpPr>
          <p:spPr>
            <a:xfrm rot="19002000">
              <a:off x="9294480" y="2940840"/>
              <a:ext cx="535320" cy="157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72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softEdge rad="6336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sp>
        <p:nvSpPr>
          <p:cNvPr id="453" name="Rounded Rectangle 4"/>
          <p:cNvSpPr/>
          <p:nvPr/>
        </p:nvSpPr>
        <p:spPr>
          <a:xfrm rot="5400000">
            <a:off x="4395960" y="2452680"/>
            <a:ext cx="577080" cy="1607040"/>
          </a:xfrm>
          <a:prstGeom prst="roundRect">
            <a:avLst>
              <a:gd name="adj" fmla="val 50000"/>
            </a:avLst>
          </a:prstGeom>
          <a:noFill/>
          <a:ln w="241300">
            <a:solidFill>
              <a:srgbClr val="15c3f8"/>
            </a:solidFill>
          </a:ln>
          <a:scene3d>
            <a:camera prst="orthographicFront"/>
            <a:lightRig dir="t" rig="threeP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454" name="Oval 24"/>
          <p:cNvSpPr/>
          <p:nvPr/>
        </p:nvSpPr>
        <p:spPr>
          <a:xfrm rot="19002000">
            <a:off x="3694320" y="2944080"/>
            <a:ext cx="535320" cy="15732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72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63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grpSp>
        <p:nvGrpSpPr>
          <p:cNvPr id="455" name="Group 25"/>
          <p:cNvGrpSpPr/>
          <p:nvPr/>
        </p:nvGrpSpPr>
        <p:grpSpPr>
          <a:xfrm>
            <a:off x="6537600" y="2782080"/>
            <a:ext cx="1775160" cy="762840"/>
            <a:chOff x="6537600" y="2782080"/>
            <a:chExt cx="1775160" cy="762840"/>
          </a:xfrm>
        </p:grpSpPr>
        <p:sp>
          <p:nvSpPr>
            <p:cNvPr id="456" name="Rounded Rectangle 9"/>
            <p:cNvSpPr/>
            <p:nvPr/>
          </p:nvSpPr>
          <p:spPr>
            <a:xfrm rot="5400000">
              <a:off x="7220520" y="2452680"/>
              <a:ext cx="577080" cy="1607040"/>
            </a:xfrm>
            <a:prstGeom prst="roundRect">
              <a:avLst>
                <a:gd name="adj" fmla="val 50000"/>
              </a:avLst>
            </a:prstGeom>
            <a:noFill/>
            <a:ln w="241300">
              <a:solidFill>
                <a:srgbClr val="41cde6"/>
              </a:solidFill>
            </a:ln>
            <a:scene3d>
              <a:camera prst="orthographicFront"/>
              <a:lightRig dir="t" rig="threeP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457" name="Oval 27"/>
            <p:cNvSpPr/>
            <p:nvPr/>
          </p:nvSpPr>
          <p:spPr>
            <a:xfrm rot="19002000">
              <a:off x="6518520" y="2944080"/>
              <a:ext cx="535320" cy="157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72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softEdge rad="6336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sp>
        <p:nvSpPr>
          <p:cNvPr id="458" name="Rounded Rectangle 11"/>
          <p:cNvSpPr/>
          <p:nvPr/>
        </p:nvSpPr>
        <p:spPr>
          <a:xfrm rot="5400000">
            <a:off x="5983920" y="2341800"/>
            <a:ext cx="217440" cy="1845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e0e0e0"/>
              </a:gs>
              <a:gs pos="48000">
                <a:srgbClr val="bfbfbf"/>
              </a:gs>
            </a:gsLst>
            <a:lin ang="3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459" name="Oval 29"/>
          <p:cNvSpPr/>
          <p:nvPr/>
        </p:nvSpPr>
        <p:spPr>
          <a:xfrm rot="17406600">
            <a:off x="5085000" y="3165120"/>
            <a:ext cx="289080" cy="15156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72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63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grpSp>
        <p:nvGrpSpPr>
          <p:cNvPr id="460" name="Group 30"/>
          <p:cNvGrpSpPr/>
          <p:nvPr/>
        </p:nvGrpSpPr>
        <p:grpSpPr>
          <a:xfrm>
            <a:off x="7918200" y="3087360"/>
            <a:ext cx="1906560" cy="323640"/>
            <a:chOff x="7918200" y="3087360"/>
            <a:chExt cx="1906560" cy="323640"/>
          </a:xfrm>
        </p:grpSpPr>
        <p:sp>
          <p:nvSpPr>
            <p:cNvPr id="461" name="Rounded Rectangle 15"/>
            <p:cNvSpPr/>
            <p:nvPr/>
          </p:nvSpPr>
          <p:spPr>
            <a:xfrm rot="5400000">
              <a:off x="8793360" y="2349720"/>
              <a:ext cx="217440" cy="184500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d9d9d9"/>
                </a:gs>
                <a:gs pos="48000">
                  <a:srgbClr val="bfbfbf"/>
                </a:gs>
              </a:gsLst>
              <a:lin ang="3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462" name="Oval 32"/>
            <p:cNvSpPr/>
            <p:nvPr/>
          </p:nvSpPr>
          <p:spPr>
            <a:xfrm rot="17406600">
              <a:off x="7894440" y="3173040"/>
              <a:ext cx="289080" cy="15156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72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softEdge rad="6336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sp>
        <p:nvSpPr>
          <p:cNvPr id="463" name="Oval 34"/>
          <p:cNvSpPr/>
          <p:nvPr/>
        </p:nvSpPr>
        <p:spPr>
          <a:xfrm>
            <a:off x="1581480" y="1939320"/>
            <a:ext cx="603720" cy="60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cxnSp>
        <p:nvCxnSpPr>
          <p:cNvPr id="464" name="Straight Connector 38"/>
          <p:cNvCxnSpPr/>
          <p:nvPr/>
        </p:nvCxnSpPr>
        <p:spPr>
          <a:xfrm>
            <a:off x="2259360" y="2241000"/>
            <a:ext cx="1942560" cy="360"/>
          </a:xfrm>
          <a:prstGeom prst="straightConnector1">
            <a:avLst/>
          </a:prstGeom>
          <a:ln w="15875">
            <a:solidFill>
              <a:srgbClr val="ffffff">
                <a:lumMod val="85000"/>
              </a:srgbClr>
            </a:solidFill>
            <a:headEnd len="med" type="oval" w="med"/>
            <a:tailEnd len="med" type="oval" w="med"/>
          </a:ln>
        </p:spPr>
      </p:cxnSp>
      <p:sp>
        <p:nvSpPr>
          <p:cNvPr id="465" name="Rounded Rectangle 4"/>
          <p:cNvSpPr/>
          <p:nvPr/>
        </p:nvSpPr>
        <p:spPr>
          <a:xfrm rot="5400000">
            <a:off x="1595160" y="2452680"/>
            <a:ext cx="577080" cy="1607040"/>
          </a:xfrm>
          <a:prstGeom prst="roundRect">
            <a:avLst>
              <a:gd name="adj" fmla="val 50000"/>
            </a:avLst>
          </a:prstGeom>
          <a:noFill/>
          <a:ln w="241300">
            <a:solidFill>
              <a:srgbClr val="2b99da"/>
            </a:solidFill>
          </a:ln>
          <a:scene3d>
            <a:camera prst="orthographicFront"/>
            <a:lightRig dir="t" rig="threeP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466" name="Rounded Rectangle 11"/>
          <p:cNvSpPr/>
          <p:nvPr/>
        </p:nvSpPr>
        <p:spPr>
          <a:xfrm rot="5400000">
            <a:off x="3182760" y="2341800"/>
            <a:ext cx="217440" cy="1845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e0e0e0"/>
              </a:gs>
              <a:gs pos="48000">
                <a:srgbClr val="bfbfbf"/>
              </a:gs>
            </a:gsLst>
            <a:lin ang="3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467" name="Oval 12"/>
          <p:cNvSpPr/>
          <p:nvPr/>
        </p:nvSpPr>
        <p:spPr>
          <a:xfrm rot="17406600">
            <a:off x="2301120" y="3154680"/>
            <a:ext cx="289080" cy="15156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72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63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468" name="Oval 5"/>
          <p:cNvSpPr/>
          <p:nvPr/>
        </p:nvSpPr>
        <p:spPr>
          <a:xfrm rot="19002000">
            <a:off x="901800" y="2920320"/>
            <a:ext cx="535320" cy="15732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72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63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grpSp>
        <p:nvGrpSpPr>
          <p:cNvPr id="469" name="Group 22"/>
          <p:cNvGrpSpPr/>
          <p:nvPr/>
        </p:nvGrpSpPr>
        <p:grpSpPr>
          <a:xfrm>
            <a:off x="752400" y="3760920"/>
            <a:ext cx="2338560" cy="2292480"/>
            <a:chOff x="752400" y="3760920"/>
            <a:chExt cx="2338560" cy="2292480"/>
          </a:xfrm>
        </p:grpSpPr>
        <p:sp>
          <p:nvSpPr>
            <p:cNvPr id="470" name="TextBox 40"/>
            <p:cNvSpPr/>
            <p:nvPr/>
          </p:nvSpPr>
          <p:spPr>
            <a:xfrm>
              <a:off x="752400" y="3760920"/>
              <a:ext cx="7282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3600" spc="-1" strike="noStrike">
                  <a:solidFill>
                    <a:schemeClr val="accent2"/>
                  </a:solidFill>
                  <a:latin typeface="Arial"/>
                  <a:ea typeface="Arial Unicode MS"/>
                </a:rPr>
                <a:t>01</a:t>
              </a:r>
              <a:endParaRPr b="0" lang="en-US" sz="3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1" name="TextBox 41"/>
            <p:cNvSpPr/>
            <p:nvPr/>
          </p:nvSpPr>
          <p:spPr>
            <a:xfrm>
              <a:off x="1401480" y="4134960"/>
              <a:ext cx="1689480" cy="1918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Get a modern PowerPoint  Presentation that is beautifully designed. I hope and I believe that this Template will your Time, Money and Reputation. Easy to change colors, photos and Text.</a:t>
              </a: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2" name="TextBox 42"/>
            <p:cNvSpPr/>
            <p:nvPr/>
          </p:nvSpPr>
          <p:spPr>
            <a:xfrm>
              <a:off x="1392120" y="3888720"/>
              <a:ext cx="16545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108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Arial"/>
                  <a:ea typeface="Arial Unicode MS"/>
                </a:rPr>
                <a:t>Contents Title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73" name="Rounded Rectangle 5"/>
          <p:cNvSpPr/>
          <p:nvPr/>
        </p:nvSpPr>
        <p:spPr>
          <a:xfrm flipH="1">
            <a:off x="1677240" y="2096280"/>
            <a:ext cx="391320" cy="322920"/>
          </a:xfrm>
          <a:custGeom>
            <a:avLst/>
            <a:gdLst>
              <a:gd name="textAreaLeft" fmla="*/ -360 w 391320"/>
              <a:gd name="textAreaRight" fmla="*/ 391320 w 391320"/>
              <a:gd name="textAreaTop" fmla="*/ 0 h 322920"/>
              <a:gd name="textAreaBottom" fmla="*/ 323280 h 322920"/>
            </a:gdLst>
            <a:ahLst/>
            <a:rect l="textAreaLeft" t="textAreaTop" r="textAreaRight" b="textAreaBottom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474" name="Round Same Side Corner Rectangle 11"/>
          <p:cNvSpPr/>
          <p:nvPr/>
        </p:nvSpPr>
        <p:spPr>
          <a:xfrm rot="9900000">
            <a:off x="4511160" y="2073240"/>
            <a:ext cx="395640" cy="335880"/>
          </a:xfrm>
          <a:custGeom>
            <a:avLst/>
            <a:gdLst>
              <a:gd name="textAreaLeft" fmla="*/ 0 w 395640"/>
              <a:gd name="textAreaRight" fmla="*/ 396000 w 395640"/>
              <a:gd name="textAreaTop" fmla="*/ 0 h 335880"/>
              <a:gd name="textAreaBottom" fmla="*/ 336240 h 335880"/>
            </a:gdLst>
            <a:ahLst/>
            <a:rect l="textAreaLeft" t="textAreaTop" r="textAreaRight" b="textAreaBottom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475" name="Rectangle 36"/>
          <p:cNvSpPr/>
          <p:nvPr/>
        </p:nvSpPr>
        <p:spPr>
          <a:xfrm>
            <a:off x="7294680" y="2076840"/>
            <a:ext cx="389160" cy="325080"/>
          </a:xfrm>
          <a:custGeom>
            <a:avLst/>
            <a:gdLst>
              <a:gd name="textAreaLeft" fmla="*/ 0 w 389160"/>
              <a:gd name="textAreaRight" fmla="*/ 389520 w 389160"/>
              <a:gd name="textAreaTop" fmla="*/ 0 h 325080"/>
              <a:gd name="textAreaBottom" fmla="*/ 325440 h 325080"/>
            </a:gdLst>
            <a:ahLst/>
            <a:rect l="textAreaLeft" t="textAreaTop" r="textAreaRight" b="textAreaBottom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476" name="Oval 21"/>
          <p:cNvSpPr/>
          <p:nvPr/>
        </p:nvSpPr>
        <p:spPr>
          <a:xfrm>
            <a:off x="10125360" y="2076840"/>
            <a:ext cx="354240" cy="357120"/>
          </a:xfrm>
          <a:custGeom>
            <a:avLst/>
            <a:gdLst>
              <a:gd name="textAreaLeft" fmla="*/ 0 w 354240"/>
              <a:gd name="textAreaRight" fmla="*/ 354600 w 354240"/>
              <a:gd name="textAreaTop" fmla="*/ 0 h 357120"/>
              <a:gd name="textAreaBottom" fmla="*/ 357480 h 357120"/>
            </a:gdLst>
            <a:ahLst/>
            <a:rect l="textAreaLeft" t="textAreaTop" r="textAreaRight" b="textAreaBottom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직사각형 1"/>
          <p:cNvSpPr/>
          <p:nvPr/>
        </p:nvSpPr>
        <p:spPr>
          <a:xfrm>
            <a:off x="0" y="0"/>
            <a:ext cx="3787920" cy="6857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grpSp>
        <p:nvGrpSpPr>
          <p:cNvPr id="478" name="Group 2"/>
          <p:cNvGrpSpPr/>
          <p:nvPr/>
        </p:nvGrpSpPr>
        <p:grpSpPr>
          <a:xfrm>
            <a:off x="7113600" y="764280"/>
            <a:ext cx="1791720" cy="5328720"/>
            <a:chOff x="7113600" y="764280"/>
            <a:chExt cx="1791720" cy="5328720"/>
          </a:xfrm>
        </p:grpSpPr>
        <p:sp>
          <p:nvSpPr>
            <p:cNvPr id="479" name="Frame 3"/>
            <p:cNvSpPr/>
            <p:nvPr/>
          </p:nvSpPr>
          <p:spPr>
            <a:xfrm rot="-600">
              <a:off x="7378560" y="4574880"/>
              <a:ext cx="1242000" cy="1264320"/>
            </a:xfrm>
            <a:prstGeom prst="frame">
              <a:avLst>
                <a:gd name="adj1" fmla="val 9763"/>
              </a:avLst>
            </a:prstGeom>
            <a:solidFill>
              <a:schemeClr val="accent5"/>
            </a:solidFill>
            <a:ln>
              <a:noFill/>
            </a:ln>
            <a:scene3d>
              <a:camera prst="isometricOffAxis2Top">
                <a:rot lat="18448671" lon="2370244" rev="18834421"/>
              </a:camera>
              <a:lightRig dir="t" rig="sunrise"/>
            </a:scene3d>
            <a:sp3d extrusionH="476250" contourW="12700">
              <a:extrusionClr>
                <a:schemeClr val="accent5"/>
              </a:extrusionClr>
              <a:contourClr>
                <a:schemeClr val="accent5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480" name="Frame 4"/>
            <p:cNvSpPr/>
            <p:nvPr/>
          </p:nvSpPr>
          <p:spPr>
            <a:xfrm rot="-600">
              <a:off x="7382160" y="3863520"/>
              <a:ext cx="1242000" cy="1264320"/>
            </a:xfrm>
            <a:prstGeom prst="frame">
              <a:avLst>
                <a:gd name="adj1" fmla="val 9763"/>
              </a:avLst>
            </a:prstGeom>
            <a:solidFill>
              <a:schemeClr val="accent6"/>
            </a:solidFill>
            <a:ln>
              <a:noFill/>
            </a:ln>
            <a:scene3d>
              <a:camera prst="isometricOffAxis2Top">
                <a:rot lat="18448671" lon="2370244" rev="18834421"/>
              </a:camera>
              <a:lightRig dir="t" rig="sunrise"/>
            </a:scene3d>
            <a:sp3d extrusionH="476250" contourW="12700">
              <a:extrusionClr>
                <a:schemeClr val="accent6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481" name="Frame 5"/>
            <p:cNvSpPr/>
            <p:nvPr/>
          </p:nvSpPr>
          <p:spPr>
            <a:xfrm rot="-600">
              <a:off x="7386120" y="3152160"/>
              <a:ext cx="1242000" cy="1264320"/>
            </a:xfrm>
            <a:prstGeom prst="frame">
              <a:avLst>
                <a:gd name="adj1" fmla="val 9763"/>
              </a:avLst>
            </a:prstGeom>
            <a:solidFill>
              <a:schemeClr val="accent1"/>
            </a:solidFill>
            <a:ln>
              <a:noFill/>
            </a:ln>
            <a:scene3d>
              <a:camera prst="isometricOffAxis2Top">
                <a:rot lat="18448671" lon="2370244" rev="18834421"/>
              </a:camera>
              <a:lightRig dir="t" rig="sunrise"/>
            </a:scene3d>
            <a:sp3d extrusionH="476250" contourW="12700">
              <a:extrusionClr>
                <a:schemeClr val="accent1"/>
              </a:extrusionClr>
              <a:contourClr>
                <a:schemeClr val="accent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482" name="Frame 6"/>
            <p:cNvSpPr/>
            <p:nvPr/>
          </p:nvSpPr>
          <p:spPr>
            <a:xfrm rot="-600">
              <a:off x="7390080" y="2440440"/>
              <a:ext cx="1242000" cy="1264320"/>
            </a:xfrm>
            <a:prstGeom prst="frame">
              <a:avLst>
                <a:gd name="adj1" fmla="val 9763"/>
              </a:avLst>
            </a:prstGeom>
            <a:solidFill>
              <a:schemeClr val="accent2"/>
            </a:solidFill>
            <a:ln>
              <a:noFill/>
            </a:ln>
            <a:scene3d>
              <a:camera prst="isometricOffAxis2Top">
                <a:rot lat="18448671" lon="2370244" rev="18834421"/>
              </a:camera>
              <a:lightRig dir="t" rig="sunrise"/>
            </a:scene3d>
            <a:sp3d extrusionH="476250" contourW="12700">
              <a:extrusionClr>
                <a:schemeClr val="accent2"/>
              </a:extrusionClr>
              <a:contourClr>
                <a:schemeClr val="accent2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483" name="Frame 7"/>
            <p:cNvSpPr/>
            <p:nvPr/>
          </p:nvSpPr>
          <p:spPr>
            <a:xfrm rot="-600">
              <a:off x="7394040" y="1729080"/>
              <a:ext cx="1242000" cy="1264320"/>
            </a:xfrm>
            <a:prstGeom prst="frame">
              <a:avLst>
                <a:gd name="adj1" fmla="val 9763"/>
              </a:avLst>
            </a:prstGeom>
            <a:solidFill>
              <a:schemeClr val="accent3"/>
            </a:solidFill>
            <a:ln>
              <a:noFill/>
            </a:ln>
            <a:scene3d>
              <a:camera prst="isometricOffAxis2Top">
                <a:rot lat="18448671" lon="2370244" rev="18834421"/>
              </a:camera>
              <a:lightRig dir="t" rig="sunrise"/>
            </a:scene3d>
            <a:sp3d extrusionH="476250" contourW="12700">
              <a:extrusionClr>
                <a:schemeClr val="accent3"/>
              </a:extrusionClr>
              <a:contourClr>
                <a:schemeClr val="accent3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484" name="Frame 8"/>
            <p:cNvSpPr/>
            <p:nvPr/>
          </p:nvSpPr>
          <p:spPr>
            <a:xfrm rot="-600">
              <a:off x="7398000" y="1017720"/>
              <a:ext cx="1242000" cy="1264320"/>
            </a:xfrm>
            <a:prstGeom prst="frame">
              <a:avLst>
                <a:gd name="adj1" fmla="val 9763"/>
              </a:avLst>
            </a:prstGeom>
            <a:solidFill>
              <a:schemeClr val="accent4"/>
            </a:solidFill>
            <a:ln>
              <a:noFill/>
            </a:ln>
            <a:scene3d>
              <a:camera prst="isometricOffAxis2Top">
                <a:rot lat="18448671" lon="2370244" rev="18834421"/>
              </a:camera>
              <a:lightRig dir="t" rig="sunrise"/>
            </a:scene3d>
            <a:sp3d extrusionH="476250" contourW="12700">
              <a:extrusionClr>
                <a:schemeClr val="accent4"/>
              </a:extrusionClr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</p:grpSp>
      <p:sp>
        <p:nvSpPr>
          <p:cNvPr id="485" name="TextBox 9"/>
          <p:cNvSpPr/>
          <p:nvPr/>
        </p:nvSpPr>
        <p:spPr>
          <a:xfrm>
            <a:off x="7214400" y="2027520"/>
            <a:ext cx="929160" cy="244080"/>
          </a:xfrm>
          <a:prstGeom prst="rect">
            <a:avLst/>
          </a:prstGeom>
          <a:noFill/>
          <a:ln w="0">
            <a:noFill/>
          </a:ln>
          <a:scene3d>
            <a:camera prst="orthographicFront">
              <a:rot lat="3000000" lon="1200000" rev="0"/>
            </a:camera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  <a:ea typeface="Arial Unicode MS"/>
              </a:rPr>
              <a:t>01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Box 10"/>
          <p:cNvSpPr/>
          <p:nvPr/>
        </p:nvSpPr>
        <p:spPr>
          <a:xfrm>
            <a:off x="7214400" y="2737440"/>
            <a:ext cx="929160" cy="244080"/>
          </a:xfrm>
          <a:prstGeom prst="rect">
            <a:avLst/>
          </a:prstGeom>
          <a:noFill/>
          <a:ln w="0">
            <a:noFill/>
          </a:ln>
          <a:scene3d>
            <a:camera prst="orthographicFront">
              <a:rot lat="3000000" lon="1200000" rev="0"/>
            </a:camera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  <a:ea typeface="Arial Unicode MS"/>
              </a:rPr>
              <a:t>02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Box 11"/>
          <p:cNvSpPr/>
          <p:nvPr/>
        </p:nvSpPr>
        <p:spPr>
          <a:xfrm>
            <a:off x="7214400" y="3447360"/>
            <a:ext cx="929160" cy="244080"/>
          </a:xfrm>
          <a:prstGeom prst="rect">
            <a:avLst/>
          </a:prstGeom>
          <a:noFill/>
          <a:ln w="0">
            <a:noFill/>
          </a:ln>
          <a:scene3d>
            <a:camera prst="orthographicFront">
              <a:rot lat="3000000" lon="1200000" rev="0"/>
            </a:camera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  <a:ea typeface="Arial Unicode MS"/>
              </a:rPr>
              <a:t>03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Box 12"/>
          <p:cNvSpPr/>
          <p:nvPr/>
        </p:nvSpPr>
        <p:spPr>
          <a:xfrm>
            <a:off x="7214400" y="4157280"/>
            <a:ext cx="929160" cy="244080"/>
          </a:xfrm>
          <a:prstGeom prst="rect">
            <a:avLst/>
          </a:prstGeom>
          <a:noFill/>
          <a:ln w="0">
            <a:noFill/>
          </a:ln>
          <a:scene3d>
            <a:camera prst="orthographicFront">
              <a:rot lat="3000000" lon="1200000" rev="0"/>
            </a:camera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  <a:ea typeface="Arial Unicode MS"/>
              </a:rPr>
              <a:t>04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Box 13"/>
          <p:cNvSpPr/>
          <p:nvPr/>
        </p:nvSpPr>
        <p:spPr>
          <a:xfrm>
            <a:off x="7214400" y="4867200"/>
            <a:ext cx="929160" cy="244080"/>
          </a:xfrm>
          <a:prstGeom prst="rect">
            <a:avLst/>
          </a:prstGeom>
          <a:noFill/>
          <a:ln w="0">
            <a:noFill/>
          </a:ln>
          <a:scene3d>
            <a:camera prst="orthographicFront">
              <a:rot lat="3000000" lon="1200000" rev="0"/>
            </a:camera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  <a:ea typeface="Arial Unicode MS"/>
              </a:rPr>
              <a:t>05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Box 14"/>
          <p:cNvSpPr/>
          <p:nvPr/>
        </p:nvSpPr>
        <p:spPr>
          <a:xfrm>
            <a:off x="7214400" y="5577120"/>
            <a:ext cx="929160" cy="244080"/>
          </a:xfrm>
          <a:prstGeom prst="rect">
            <a:avLst/>
          </a:prstGeom>
          <a:noFill/>
          <a:ln w="0">
            <a:noFill/>
          </a:ln>
          <a:scene3d>
            <a:camera prst="orthographicFront">
              <a:rot lat="3000000" lon="1200000" rev="0"/>
            </a:camera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  <a:ea typeface="Arial Unicode MS"/>
              </a:rPr>
              <a:t>06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91" name="Group 15"/>
          <p:cNvGrpSpPr/>
          <p:nvPr/>
        </p:nvGrpSpPr>
        <p:grpSpPr>
          <a:xfrm>
            <a:off x="4191120" y="1504080"/>
            <a:ext cx="2613960" cy="704520"/>
            <a:chOff x="4191120" y="1504080"/>
            <a:chExt cx="2613960" cy="704520"/>
          </a:xfrm>
        </p:grpSpPr>
        <p:sp>
          <p:nvSpPr>
            <p:cNvPr id="492" name="TextBox 16"/>
            <p:cNvSpPr/>
            <p:nvPr/>
          </p:nvSpPr>
          <p:spPr>
            <a:xfrm>
              <a:off x="4191120" y="1704960"/>
              <a:ext cx="2613960" cy="50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0" lang="en-US" sz="11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Presentations.</a:t>
              </a:r>
              <a:endParaRPr b="0" lang="en-US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3" name="TextBox 17"/>
            <p:cNvSpPr/>
            <p:nvPr/>
          </p:nvSpPr>
          <p:spPr>
            <a:xfrm>
              <a:off x="4203000" y="1504080"/>
              <a:ext cx="2602080" cy="21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VALUE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94" name="Group 18"/>
          <p:cNvGrpSpPr/>
          <p:nvPr/>
        </p:nvGrpSpPr>
        <p:grpSpPr>
          <a:xfrm>
            <a:off x="4191120" y="2868480"/>
            <a:ext cx="2613960" cy="704160"/>
            <a:chOff x="4191120" y="2868480"/>
            <a:chExt cx="2613960" cy="704160"/>
          </a:xfrm>
        </p:grpSpPr>
        <p:sp>
          <p:nvSpPr>
            <p:cNvPr id="495" name="TextBox 19"/>
            <p:cNvSpPr/>
            <p:nvPr/>
          </p:nvSpPr>
          <p:spPr>
            <a:xfrm>
              <a:off x="4191120" y="3069000"/>
              <a:ext cx="2613960" cy="50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0" lang="en-US" sz="11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Presentations.</a:t>
              </a:r>
              <a:endParaRPr b="0" lang="en-US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6" name="TextBox 20"/>
            <p:cNvSpPr/>
            <p:nvPr/>
          </p:nvSpPr>
          <p:spPr>
            <a:xfrm>
              <a:off x="4203000" y="2868480"/>
              <a:ext cx="2602080" cy="21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VALUE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97" name="Group 21"/>
          <p:cNvGrpSpPr/>
          <p:nvPr/>
        </p:nvGrpSpPr>
        <p:grpSpPr>
          <a:xfrm>
            <a:off x="4191120" y="4232520"/>
            <a:ext cx="2613960" cy="704520"/>
            <a:chOff x="4191120" y="4232520"/>
            <a:chExt cx="2613960" cy="704520"/>
          </a:xfrm>
        </p:grpSpPr>
        <p:sp>
          <p:nvSpPr>
            <p:cNvPr id="498" name="TextBox 22"/>
            <p:cNvSpPr/>
            <p:nvPr/>
          </p:nvSpPr>
          <p:spPr>
            <a:xfrm>
              <a:off x="4191120" y="4433400"/>
              <a:ext cx="2613960" cy="50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0" lang="en-US" sz="11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Presentations.</a:t>
              </a:r>
              <a:endParaRPr b="0" lang="en-US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9" name="TextBox 23"/>
            <p:cNvSpPr/>
            <p:nvPr/>
          </p:nvSpPr>
          <p:spPr>
            <a:xfrm>
              <a:off x="4203000" y="4232520"/>
              <a:ext cx="2602080" cy="21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VALUE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00" name="Group 24"/>
          <p:cNvGrpSpPr/>
          <p:nvPr/>
        </p:nvGrpSpPr>
        <p:grpSpPr>
          <a:xfrm>
            <a:off x="9230040" y="2186280"/>
            <a:ext cx="2440080" cy="704520"/>
            <a:chOff x="9230040" y="2186280"/>
            <a:chExt cx="2440080" cy="704520"/>
          </a:xfrm>
        </p:grpSpPr>
        <p:sp>
          <p:nvSpPr>
            <p:cNvPr id="501" name="TextBox 25"/>
            <p:cNvSpPr/>
            <p:nvPr/>
          </p:nvSpPr>
          <p:spPr>
            <a:xfrm>
              <a:off x="9230040" y="2387160"/>
              <a:ext cx="2440080" cy="50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1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Presentations.</a:t>
              </a:r>
              <a:endParaRPr b="0" lang="en-US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2" name="TextBox 26"/>
            <p:cNvSpPr/>
            <p:nvPr/>
          </p:nvSpPr>
          <p:spPr>
            <a:xfrm>
              <a:off x="9241200" y="2186280"/>
              <a:ext cx="2428920" cy="21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VALUE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03" name="Group 27"/>
          <p:cNvGrpSpPr/>
          <p:nvPr/>
        </p:nvGrpSpPr>
        <p:grpSpPr>
          <a:xfrm>
            <a:off x="9230040" y="3550320"/>
            <a:ext cx="2440080" cy="704520"/>
            <a:chOff x="9230040" y="3550320"/>
            <a:chExt cx="2440080" cy="704520"/>
          </a:xfrm>
        </p:grpSpPr>
        <p:sp>
          <p:nvSpPr>
            <p:cNvPr id="504" name="TextBox 28"/>
            <p:cNvSpPr/>
            <p:nvPr/>
          </p:nvSpPr>
          <p:spPr>
            <a:xfrm>
              <a:off x="9230040" y="3751200"/>
              <a:ext cx="2440080" cy="50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1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Presentations.</a:t>
              </a:r>
              <a:endParaRPr b="0" lang="en-US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5" name="TextBox 29"/>
            <p:cNvSpPr/>
            <p:nvPr/>
          </p:nvSpPr>
          <p:spPr>
            <a:xfrm>
              <a:off x="9241200" y="3550320"/>
              <a:ext cx="2428920" cy="21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VALUE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06" name="Group 30"/>
          <p:cNvGrpSpPr/>
          <p:nvPr/>
        </p:nvGrpSpPr>
        <p:grpSpPr>
          <a:xfrm>
            <a:off x="9230040" y="4914720"/>
            <a:ext cx="2440080" cy="704160"/>
            <a:chOff x="9230040" y="4914720"/>
            <a:chExt cx="2440080" cy="704160"/>
          </a:xfrm>
        </p:grpSpPr>
        <p:sp>
          <p:nvSpPr>
            <p:cNvPr id="507" name="TextBox 31"/>
            <p:cNvSpPr/>
            <p:nvPr/>
          </p:nvSpPr>
          <p:spPr>
            <a:xfrm>
              <a:off x="9230040" y="5115240"/>
              <a:ext cx="2440080" cy="50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1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Presentations.</a:t>
              </a:r>
              <a:endParaRPr b="0" lang="en-US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8" name="TextBox 32"/>
            <p:cNvSpPr/>
            <p:nvPr/>
          </p:nvSpPr>
          <p:spPr>
            <a:xfrm>
              <a:off x="9241200" y="4914720"/>
              <a:ext cx="2428920" cy="21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VALUE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09" name="Title 5"/>
          <p:cNvSpPr/>
          <p:nvPr/>
        </p:nvSpPr>
        <p:spPr>
          <a:xfrm>
            <a:off x="685440" y="513000"/>
            <a:ext cx="2601720" cy="14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52000" bIns="108000" anchor="ctr">
            <a:noAutofit/>
          </a:bodyPr>
          <a:p>
            <a:pPr defTabSz="914400">
              <a:lnSpc>
                <a:spcPct val="90000"/>
              </a:lnSpc>
            </a:pPr>
            <a:r>
              <a:rPr b="0" lang="en-US" sz="4400" spc="-1" strike="noStrike">
                <a:solidFill>
                  <a:schemeClr val="lt1"/>
                </a:solidFill>
                <a:latin typeface="Arial"/>
                <a:ea typeface="Arial Unicode MS"/>
              </a:rPr>
              <a:t>INFO</a:t>
            </a:r>
            <a:br>
              <a:rPr sz="4400"/>
            </a:br>
            <a:r>
              <a:rPr b="0" lang="en-US" sz="4400" spc="-1" strike="noStrike">
                <a:solidFill>
                  <a:schemeClr val="lt1"/>
                </a:solidFill>
                <a:latin typeface="Arial"/>
                <a:ea typeface="Arial Unicode MS"/>
              </a:rPr>
              <a:t>Graphic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TextBox 34"/>
          <p:cNvSpPr/>
          <p:nvPr/>
        </p:nvSpPr>
        <p:spPr>
          <a:xfrm>
            <a:off x="685440" y="2381040"/>
            <a:ext cx="2567520" cy="9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pc="-1" strike="noStrike">
                <a:solidFill>
                  <a:schemeClr val="accent4"/>
                </a:solidFill>
                <a:latin typeface="Arial"/>
                <a:ea typeface="Arial Unicode MS"/>
              </a:rPr>
              <a:t>We Create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000" spc="-1" strike="noStrike">
                <a:solidFill>
                  <a:schemeClr val="accent4"/>
                </a:solidFill>
                <a:latin typeface="Arial"/>
                <a:ea typeface="Arial Unicode MS"/>
              </a:rPr>
              <a:t>Quality Professional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000" spc="-1" strike="noStrike">
                <a:solidFill>
                  <a:schemeClr val="accent4"/>
                </a:solidFill>
                <a:latin typeface="Arial"/>
                <a:ea typeface="Arial Unicode MS"/>
              </a:rPr>
              <a:t>PPT Presentation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Box 35"/>
          <p:cNvSpPr/>
          <p:nvPr/>
        </p:nvSpPr>
        <p:spPr>
          <a:xfrm>
            <a:off x="685440" y="3458880"/>
            <a:ext cx="2457720" cy="12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  <a:ea typeface="Arial Unicode MS"/>
              </a:rPr>
              <a:t>Example Text : Get a modern PowerPoint  Presentation that is beautifully designed. I hope and I believe that this Template will your Time, Money and Reputation.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Rectangle 3"/>
          <p:cNvSpPr/>
          <p:nvPr/>
        </p:nvSpPr>
        <p:spPr>
          <a:xfrm>
            <a:off x="0" y="0"/>
            <a:ext cx="12191760" cy="2244960"/>
          </a:xfrm>
          <a:prstGeom prst="rect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513" name="Rectangle 4"/>
          <p:cNvSpPr/>
          <p:nvPr/>
        </p:nvSpPr>
        <p:spPr>
          <a:xfrm>
            <a:off x="0" y="4612680"/>
            <a:ext cx="12191760" cy="2244960"/>
          </a:xfrm>
          <a:prstGeom prst="rect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514" name="TextBox 5"/>
          <p:cNvSpPr/>
          <p:nvPr/>
        </p:nvSpPr>
        <p:spPr>
          <a:xfrm>
            <a:off x="-51480" y="589680"/>
            <a:ext cx="12242880" cy="10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3200" spc="-1" strike="noStrike">
                <a:solidFill>
                  <a:schemeClr val="lt1"/>
                </a:solidFill>
                <a:latin typeface="Arial"/>
                <a:ea typeface="Arial Unicode MS"/>
              </a:rPr>
              <a:t>ALLPPT Layout Clean Text Slide 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GB" sz="3200" spc="-1" strike="noStrike">
                <a:solidFill>
                  <a:schemeClr val="lt1"/>
                </a:solidFill>
                <a:latin typeface="Arial"/>
                <a:ea typeface="Arial Unicode MS"/>
              </a:rPr>
              <a:t>for your Presentation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TextBox 6"/>
          <p:cNvSpPr/>
          <p:nvPr/>
        </p:nvSpPr>
        <p:spPr>
          <a:xfrm>
            <a:off x="1099800" y="5150520"/>
            <a:ext cx="999180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  <a:ea typeface="Arial Unicode MS"/>
              </a:rPr>
              <a:t>You can simply impress your audience and add a unique zing and appeal to your Presentations. Get a modern PowerPoint  Presentation that is beautifully designed. I hope and I believe that this Template will your Time, Money and Reputation. You can simply impress your audience and add a unique zing and appeal to your Presentations.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  <a:ea typeface="Arial Unicode MS"/>
              </a:rPr>
              <a:t>Get a modern PowerPoint  Presentation that is beautifully designed.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Infographic Style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517" name="Group 2"/>
          <p:cNvGrpSpPr/>
          <p:nvPr/>
        </p:nvGrpSpPr>
        <p:grpSpPr>
          <a:xfrm>
            <a:off x="4476240" y="1724040"/>
            <a:ext cx="3235680" cy="4679640"/>
            <a:chOff x="4476240" y="1724040"/>
            <a:chExt cx="3235680" cy="4679640"/>
          </a:xfrm>
        </p:grpSpPr>
        <p:grpSp>
          <p:nvGrpSpPr>
            <p:cNvPr id="518" name="Group 3"/>
            <p:cNvGrpSpPr/>
            <p:nvPr/>
          </p:nvGrpSpPr>
          <p:grpSpPr>
            <a:xfrm>
              <a:off x="4476240" y="5272920"/>
              <a:ext cx="3235680" cy="1130760"/>
              <a:chOff x="4476240" y="5272920"/>
              <a:chExt cx="3235680" cy="1130760"/>
            </a:xfrm>
          </p:grpSpPr>
          <p:sp>
            <p:nvSpPr>
              <p:cNvPr id="519" name="Rectangle 7"/>
              <p:cNvSpPr/>
              <p:nvPr/>
            </p:nvSpPr>
            <p:spPr>
              <a:xfrm rot="358800">
                <a:off x="4506120" y="5513760"/>
                <a:ext cx="2971080" cy="736920"/>
              </a:xfrm>
              <a:custGeom>
                <a:avLst/>
                <a:gdLst>
                  <a:gd name="textAreaLeft" fmla="*/ 0 w 2971080"/>
                  <a:gd name="textAreaRight" fmla="*/ 2971440 w 2971080"/>
                  <a:gd name="textAreaTop" fmla="*/ 0 h 736920"/>
                  <a:gd name="textAreaBottom" fmla="*/ 737280 h 736920"/>
                </a:gdLst>
                <a:ahLst/>
                <a:rect l="textAreaLeft" t="textAreaTop" r="textAreaRight" b="textAreaBottom"/>
                <a:pathLst>
                  <a:path w="1908260" h="601033">
                    <a:moveTo>
                      <a:pt x="675642" y="66773"/>
                    </a:moveTo>
                    <a:lnTo>
                      <a:pt x="1908260" y="0"/>
                    </a:lnTo>
                    <a:lnTo>
                      <a:pt x="1300823" y="527117"/>
                    </a:lnTo>
                    <a:lnTo>
                      <a:pt x="0" y="601033"/>
                    </a:lnTo>
                    <a:lnTo>
                      <a:pt x="675642" y="66773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softEdge rad="15228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520" name="Rectangle 7"/>
              <p:cNvSpPr/>
              <p:nvPr/>
            </p:nvSpPr>
            <p:spPr>
              <a:xfrm rot="358800">
                <a:off x="5081760" y="5406480"/>
                <a:ext cx="2603160" cy="645480"/>
              </a:xfrm>
              <a:custGeom>
                <a:avLst/>
                <a:gdLst>
                  <a:gd name="textAreaLeft" fmla="*/ 0 w 2603160"/>
                  <a:gd name="textAreaRight" fmla="*/ 2603520 w 2603160"/>
                  <a:gd name="textAreaTop" fmla="*/ 0 h 645480"/>
                  <a:gd name="textAreaBottom" fmla="*/ 645840 h 645480"/>
                </a:gdLst>
                <a:ahLst/>
                <a:rect l="textAreaLeft" t="textAreaTop" r="textAreaRight" b="textAreaBottom"/>
                <a:pathLst>
                  <a:path w="1908260" h="601033">
                    <a:moveTo>
                      <a:pt x="675642" y="66773"/>
                    </a:moveTo>
                    <a:lnTo>
                      <a:pt x="1908260" y="0"/>
                    </a:lnTo>
                    <a:lnTo>
                      <a:pt x="1300823" y="527117"/>
                    </a:lnTo>
                    <a:lnTo>
                      <a:pt x="0" y="601033"/>
                    </a:lnTo>
                    <a:lnTo>
                      <a:pt x="675642" y="66773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softEdge rad="15228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endParaRPr>
              </a:p>
            </p:txBody>
          </p:sp>
        </p:grpSp>
        <p:grpSp>
          <p:nvGrpSpPr>
            <p:cNvPr id="521" name="Group 4"/>
            <p:cNvGrpSpPr/>
            <p:nvPr/>
          </p:nvGrpSpPr>
          <p:grpSpPr>
            <a:xfrm>
              <a:off x="5236920" y="1724040"/>
              <a:ext cx="1576440" cy="4267080"/>
              <a:chOff x="5236920" y="1724040"/>
              <a:chExt cx="1576440" cy="4267080"/>
            </a:xfrm>
          </p:grpSpPr>
          <p:sp>
            <p:nvSpPr>
              <p:cNvPr id="522" name="Rectangle 5"/>
              <p:cNvSpPr/>
              <p:nvPr/>
            </p:nvSpPr>
            <p:spPr>
              <a:xfrm>
                <a:off x="5326920" y="4931640"/>
                <a:ext cx="1078920" cy="105948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scene3d>
                <a:camera prst="perspectiveRight">
                  <a:rot lat="598412" lon="1237643" rev="0"/>
                </a:camera>
                <a:lightRig dir="t" rig="threePt"/>
              </a:scene3d>
              <a:sp3d extrusionH="819150" prstMaterial="flat">
                <a:bevelT w="44450" h="25400"/>
                <a:extrusionClr>
                  <a:schemeClr val="accent1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1" lang="en-US" sz="5400" spc="49" strike="noStrike">
                    <a:ln>
                      <a:solidFill>
                        <a:schemeClr val="accent1">
                          <a:shade val="2500"/>
                          <a:alpha val="6000"/>
                        </a:schemeClr>
                      </a:solidFill>
                    </a:ln>
                    <a:solidFill>
                      <a:srgbClr val="ffffff"/>
                    </a:solidFill>
                    <a:latin typeface="Arial"/>
                    <a:ea typeface="Arial Unicode MS"/>
                  </a:rPr>
                  <a:t>D</a:t>
                </a:r>
                <a:endParaRPr b="0" lang="en-US" sz="5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23" name="Rectangle 6"/>
              <p:cNvSpPr/>
              <p:nvPr/>
            </p:nvSpPr>
            <p:spPr>
              <a:xfrm>
                <a:off x="5734440" y="3864600"/>
                <a:ext cx="1078920" cy="105948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scene3d>
                <a:camera prst="perspectiveRight">
                  <a:rot lat="300000" lon="20699968" rev="0"/>
                </a:camera>
                <a:lightRig dir="t" rig="threePt"/>
              </a:scene3d>
              <a:sp3d extrusionH="819150" prstMaterial="flat">
                <a:bevelT w="44450" h="44450"/>
                <a:extrusionClr>
                  <a:schemeClr val="accent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1" lang="en-US" sz="5400" spc="49" strike="noStrike">
                    <a:ln>
                      <a:solidFill>
                        <a:schemeClr val="accent1">
                          <a:shade val="2500"/>
                          <a:alpha val="6000"/>
                        </a:schemeClr>
                      </a:solidFill>
                    </a:ln>
                    <a:solidFill>
                      <a:srgbClr val="ffffff"/>
                    </a:solidFill>
                    <a:latin typeface="Arial"/>
                    <a:ea typeface="Arial Unicode MS"/>
                  </a:rPr>
                  <a:t>C</a:t>
                </a:r>
                <a:endParaRPr b="0" lang="en-US" sz="5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24" name="Rectangle 7"/>
              <p:cNvSpPr/>
              <p:nvPr/>
            </p:nvSpPr>
            <p:spPr>
              <a:xfrm>
                <a:off x="5686920" y="1724040"/>
                <a:ext cx="1078920" cy="105948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  <a:scene3d>
                <a:camera prst="perspectiveRight">
                  <a:rot lat="21299999" lon="20699968" rev="0"/>
                </a:camera>
                <a:lightRig dir="t" rig="threePt"/>
              </a:scene3d>
              <a:sp3d extrusionH="819150" prstMaterial="flat">
                <a:bevelT w="63500" h="31750"/>
                <a:extrusionClr>
                  <a:schemeClr val="accent4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1" lang="en-US" sz="5400" spc="49" strike="noStrike">
                    <a:ln>
                      <a:solidFill>
                        <a:schemeClr val="accent1">
                          <a:shade val="2500"/>
                          <a:alpha val="6000"/>
                        </a:schemeClr>
                      </a:solidFill>
                    </a:ln>
                    <a:solidFill>
                      <a:srgbClr val="ffffff"/>
                    </a:solidFill>
                    <a:latin typeface="Arial"/>
                    <a:ea typeface="Arial Unicode MS"/>
                  </a:rPr>
                  <a:t>A</a:t>
                </a:r>
                <a:endParaRPr b="0" lang="en-US" sz="5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25" name="Rectangle 8"/>
              <p:cNvSpPr/>
              <p:nvPr/>
            </p:nvSpPr>
            <p:spPr>
              <a:xfrm>
                <a:off x="5236920" y="2802600"/>
                <a:ext cx="1078920" cy="105948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  <a:scene3d>
                <a:camera prst="perspectiveRight">
                  <a:rot lat="0" lon="1499958" rev="0"/>
                </a:camera>
                <a:lightRig dir="t" rig="threePt"/>
              </a:scene3d>
              <a:sp3d extrusionH="819150" prstMaterial="flat">
                <a:bevelT w="38100" h="44450"/>
                <a:extrusionClr>
                  <a:schemeClr val="accent3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1" lang="en-US" sz="5400" spc="49" strike="noStrike">
                    <a:ln>
                      <a:solidFill>
                        <a:schemeClr val="accent1">
                          <a:shade val="2500"/>
                          <a:alpha val="6000"/>
                        </a:schemeClr>
                      </a:solidFill>
                    </a:ln>
                    <a:solidFill>
                      <a:srgbClr val="ffffff"/>
                    </a:solidFill>
                    <a:latin typeface="Arial"/>
                    <a:ea typeface="Arial Unicode MS"/>
                  </a:rPr>
                  <a:t>B</a:t>
                </a:r>
                <a:endParaRPr b="0" lang="en-US" sz="5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grpSp>
        <p:nvGrpSpPr>
          <p:cNvPr id="526" name="Group 11"/>
          <p:cNvGrpSpPr/>
          <p:nvPr/>
        </p:nvGrpSpPr>
        <p:grpSpPr>
          <a:xfrm>
            <a:off x="7796160" y="1770840"/>
            <a:ext cx="3614400" cy="980640"/>
            <a:chOff x="7796160" y="1770840"/>
            <a:chExt cx="3614400" cy="980640"/>
          </a:xfrm>
        </p:grpSpPr>
        <p:sp>
          <p:nvSpPr>
            <p:cNvPr id="527" name="TextBox 12"/>
            <p:cNvSpPr/>
            <p:nvPr/>
          </p:nvSpPr>
          <p:spPr>
            <a:xfrm>
              <a:off x="7800120" y="1770840"/>
              <a:ext cx="361044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Contents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8" name="TextBox 13"/>
            <p:cNvSpPr/>
            <p:nvPr/>
          </p:nvSpPr>
          <p:spPr>
            <a:xfrm>
              <a:off x="7796160" y="2113200"/>
              <a:ext cx="36144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Get a modern PowerPoint  Presentation that is beautifully designed. I hope and I believe that this Template will your Time, Money and Reputation.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29" name="그룹 11"/>
          <p:cNvGrpSpPr/>
          <p:nvPr/>
        </p:nvGrpSpPr>
        <p:grpSpPr>
          <a:xfrm>
            <a:off x="7796160" y="3909240"/>
            <a:ext cx="3614400" cy="980640"/>
            <a:chOff x="7796160" y="3909240"/>
            <a:chExt cx="3614400" cy="980640"/>
          </a:xfrm>
        </p:grpSpPr>
        <p:sp>
          <p:nvSpPr>
            <p:cNvPr id="530" name="TextBox 15"/>
            <p:cNvSpPr/>
            <p:nvPr/>
          </p:nvSpPr>
          <p:spPr>
            <a:xfrm>
              <a:off x="7796160" y="3909240"/>
              <a:ext cx="361440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Contents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1" name="TextBox 16"/>
            <p:cNvSpPr/>
            <p:nvPr/>
          </p:nvSpPr>
          <p:spPr>
            <a:xfrm>
              <a:off x="7796160" y="4251600"/>
              <a:ext cx="36144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Get a modern PowerPoint  Presentation that is beautifully designed. I hope and I believe that this Template will your Time, Money and Reputation.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32" name="Group 17"/>
          <p:cNvGrpSpPr/>
          <p:nvPr/>
        </p:nvGrpSpPr>
        <p:grpSpPr>
          <a:xfrm>
            <a:off x="684360" y="2840040"/>
            <a:ext cx="3614400" cy="980640"/>
            <a:chOff x="684360" y="2840040"/>
            <a:chExt cx="3614400" cy="980640"/>
          </a:xfrm>
        </p:grpSpPr>
        <p:sp>
          <p:nvSpPr>
            <p:cNvPr id="533" name="TextBox 18"/>
            <p:cNvSpPr/>
            <p:nvPr/>
          </p:nvSpPr>
          <p:spPr>
            <a:xfrm>
              <a:off x="688320" y="2840040"/>
              <a:ext cx="361044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Contents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4" name="TextBox 19"/>
            <p:cNvSpPr/>
            <p:nvPr/>
          </p:nvSpPr>
          <p:spPr>
            <a:xfrm>
              <a:off x="684360" y="3182400"/>
              <a:ext cx="36144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Get a modern PowerPoint  Presentation that is beautifully designed. I hope and I believe that this Template will your Time, Money and Reputation.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35" name="Group 20"/>
          <p:cNvGrpSpPr/>
          <p:nvPr/>
        </p:nvGrpSpPr>
        <p:grpSpPr>
          <a:xfrm>
            <a:off x="684360" y="4978440"/>
            <a:ext cx="3614400" cy="980640"/>
            <a:chOff x="684360" y="4978440"/>
            <a:chExt cx="3614400" cy="980640"/>
          </a:xfrm>
        </p:grpSpPr>
        <p:sp>
          <p:nvSpPr>
            <p:cNvPr id="536" name="TextBox 21"/>
            <p:cNvSpPr/>
            <p:nvPr/>
          </p:nvSpPr>
          <p:spPr>
            <a:xfrm>
              <a:off x="688320" y="4978440"/>
              <a:ext cx="361044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Contents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7" name="TextBox 22"/>
            <p:cNvSpPr/>
            <p:nvPr/>
          </p:nvSpPr>
          <p:spPr>
            <a:xfrm>
              <a:off x="684360" y="5320800"/>
              <a:ext cx="36144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Get a modern PowerPoint  Presentation that is beautifully designed. I hope and I believe that this Template will your Time, Money and Reputation.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38" name="Rectangle 23"/>
          <p:cNvSpPr/>
          <p:nvPr/>
        </p:nvSpPr>
        <p:spPr>
          <a:xfrm>
            <a:off x="7556040" y="1726920"/>
            <a:ext cx="122040" cy="1076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539" name="Rectangle 24"/>
          <p:cNvSpPr/>
          <p:nvPr/>
        </p:nvSpPr>
        <p:spPr>
          <a:xfrm>
            <a:off x="7556040" y="3865320"/>
            <a:ext cx="122040" cy="1076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540" name="Rectangle 25"/>
          <p:cNvSpPr/>
          <p:nvPr/>
        </p:nvSpPr>
        <p:spPr>
          <a:xfrm>
            <a:off x="4389480" y="2796120"/>
            <a:ext cx="122040" cy="1076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541" name="Rectangle 26"/>
          <p:cNvSpPr/>
          <p:nvPr/>
        </p:nvSpPr>
        <p:spPr>
          <a:xfrm>
            <a:off x="4389480" y="4934520"/>
            <a:ext cx="122040" cy="1076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542" name="Chevron 13"/>
          <p:cNvSpPr/>
          <p:nvPr/>
        </p:nvSpPr>
        <p:spPr>
          <a:xfrm>
            <a:off x="7051320" y="2070000"/>
            <a:ext cx="292320" cy="389880"/>
          </a:xfrm>
          <a:prstGeom prst="chevron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543" name="Chevron 78"/>
          <p:cNvSpPr/>
          <p:nvPr/>
        </p:nvSpPr>
        <p:spPr>
          <a:xfrm>
            <a:off x="7051320" y="4208400"/>
            <a:ext cx="292320" cy="389880"/>
          </a:xfrm>
          <a:prstGeom prst="chevron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544" name="Chevron 79"/>
          <p:cNvSpPr/>
          <p:nvPr/>
        </p:nvSpPr>
        <p:spPr>
          <a:xfrm rot="10800000">
            <a:off x="4743360" y="3139560"/>
            <a:ext cx="292320" cy="389880"/>
          </a:xfrm>
          <a:prstGeom prst="chevron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545" name="Chevron 80"/>
          <p:cNvSpPr/>
          <p:nvPr/>
        </p:nvSpPr>
        <p:spPr>
          <a:xfrm rot="10800000">
            <a:off x="4743360" y="5277960"/>
            <a:ext cx="292320" cy="38988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Arial Unicode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roup 20"/>
          <p:cNvGrpSpPr/>
          <p:nvPr/>
        </p:nvGrpSpPr>
        <p:grpSpPr>
          <a:xfrm>
            <a:off x="907200" y="2004840"/>
            <a:ext cx="2146680" cy="3773880"/>
            <a:chOff x="907200" y="2004840"/>
            <a:chExt cx="2146680" cy="3773880"/>
          </a:xfrm>
        </p:grpSpPr>
        <p:sp>
          <p:nvSpPr>
            <p:cNvPr id="547" name="Rounded Rectangle 21"/>
            <p:cNvSpPr/>
            <p:nvPr/>
          </p:nvSpPr>
          <p:spPr>
            <a:xfrm>
              <a:off x="907200" y="2004840"/>
              <a:ext cx="2146680" cy="377388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scene3d>
              <a:camera prst="perspectiveFront"/>
              <a:lightRig dir="t" rig="threeP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548" name="Rectangle 22"/>
            <p:cNvSpPr/>
            <p:nvPr/>
          </p:nvSpPr>
          <p:spPr>
            <a:xfrm>
              <a:off x="1856520" y="2198520"/>
              <a:ext cx="219240" cy="3276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11880" bIns="-1188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grpSp>
          <p:nvGrpSpPr>
            <p:cNvPr id="549" name="Group 23"/>
            <p:cNvGrpSpPr/>
            <p:nvPr/>
          </p:nvGrpSpPr>
          <p:grpSpPr>
            <a:xfrm>
              <a:off x="1884600" y="5464080"/>
              <a:ext cx="214920" cy="203400"/>
              <a:chOff x="1884600" y="5464080"/>
              <a:chExt cx="214920" cy="203400"/>
            </a:xfrm>
          </p:grpSpPr>
          <p:sp>
            <p:nvSpPr>
              <p:cNvPr id="550" name="Oval 24"/>
              <p:cNvSpPr/>
              <p:nvPr/>
            </p:nvSpPr>
            <p:spPr>
              <a:xfrm>
                <a:off x="1884600" y="5464080"/>
                <a:ext cx="214920" cy="203400"/>
              </a:xfrm>
              <a:prstGeom prst="ellipse">
                <a:avLst/>
              </a:prstGeom>
              <a:gradFill rotWithShape="0">
                <a:gsLst>
                  <a:gs pos="0">
                    <a:srgbClr val="0f0f0f"/>
                  </a:gs>
                  <a:gs pos="56000">
                    <a:srgbClr val="595959"/>
                  </a:gs>
                  <a:gs pos="91000">
                    <a:srgbClr val="808080"/>
                  </a:gs>
                  <a:gs pos="100000">
                    <a:srgbClr val="bfbfbf"/>
                  </a:gs>
                </a:gsLst>
                <a:lin ang="10800000"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dir="t" rig="threeP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551" name="Rounded Rectangle 25"/>
              <p:cNvSpPr/>
              <p:nvPr/>
            </p:nvSpPr>
            <p:spPr>
              <a:xfrm>
                <a:off x="1942920" y="5519160"/>
                <a:ext cx="98280" cy="93600"/>
              </a:xfrm>
              <a:prstGeom prst="roundRect">
                <a:avLst>
                  <a:gd name="adj" fmla="val 16667"/>
                </a:avLst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39960" bIns="3996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</p:grpSp>
      </p:grpSp>
      <p:sp>
        <p:nvSpPr>
          <p:cNvPr id="552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Infographic Style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53" name="Pentagon 40"/>
          <p:cNvSpPr/>
          <p:nvPr/>
        </p:nvSpPr>
        <p:spPr>
          <a:xfrm>
            <a:off x="3053160" y="2489040"/>
            <a:ext cx="7382520" cy="70884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554" name="Pentagon 41"/>
          <p:cNvSpPr/>
          <p:nvPr/>
        </p:nvSpPr>
        <p:spPr>
          <a:xfrm>
            <a:off x="3053160" y="3197880"/>
            <a:ext cx="4806720" cy="708840"/>
          </a:xfrm>
          <a:prstGeom prst="homePlat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555" name="Pentagon 42"/>
          <p:cNvSpPr/>
          <p:nvPr/>
        </p:nvSpPr>
        <p:spPr>
          <a:xfrm>
            <a:off x="3053160" y="3906720"/>
            <a:ext cx="6408720" cy="708840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556" name="Pentagon 43"/>
          <p:cNvSpPr/>
          <p:nvPr/>
        </p:nvSpPr>
        <p:spPr>
          <a:xfrm>
            <a:off x="3053160" y="4615560"/>
            <a:ext cx="8376480" cy="708840"/>
          </a:xfrm>
          <a:prstGeom prst="homePlat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557" name="Diamond 6"/>
          <p:cNvSpPr/>
          <p:nvPr/>
        </p:nvSpPr>
        <p:spPr>
          <a:xfrm>
            <a:off x="9744120" y="2555640"/>
            <a:ext cx="575640" cy="575640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558" name="Diamond 7"/>
          <p:cNvSpPr/>
          <p:nvPr/>
        </p:nvSpPr>
        <p:spPr>
          <a:xfrm>
            <a:off x="8759160" y="3973320"/>
            <a:ext cx="575640" cy="575640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559" name="Diamond 8"/>
          <p:cNvSpPr/>
          <p:nvPr/>
        </p:nvSpPr>
        <p:spPr>
          <a:xfrm>
            <a:off x="7156440" y="3264480"/>
            <a:ext cx="575640" cy="575640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560" name="Diamond 9"/>
          <p:cNvSpPr/>
          <p:nvPr/>
        </p:nvSpPr>
        <p:spPr>
          <a:xfrm>
            <a:off x="10742760" y="4682160"/>
            <a:ext cx="575640" cy="575640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561" name="Rectangle 10"/>
          <p:cNvSpPr/>
          <p:nvPr/>
        </p:nvSpPr>
        <p:spPr>
          <a:xfrm>
            <a:off x="1032120" y="2488320"/>
            <a:ext cx="1880640" cy="709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562" name="Rectangle 11"/>
          <p:cNvSpPr/>
          <p:nvPr/>
        </p:nvSpPr>
        <p:spPr>
          <a:xfrm>
            <a:off x="1032120" y="3198240"/>
            <a:ext cx="1880640" cy="7099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563" name="Rectangle 12"/>
          <p:cNvSpPr/>
          <p:nvPr/>
        </p:nvSpPr>
        <p:spPr>
          <a:xfrm>
            <a:off x="1032120" y="3908160"/>
            <a:ext cx="1880640" cy="7099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564" name="Rectangle 13"/>
          <p:cNvSpPr/>
          <p:nvPr/>
        </p:nvSpPr>
        <p:spPr>
          <a:xfrm>
            <a:off x="1032120" y="4614480"/>
            <a:ext cx="1880640" cy="7099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565" name="TextBox 14"/>
          <p:cNvSpPr/>
          <p:nvPr/>
        </p:nvSpPr>
        <p:spPr>
          <a:xfrm>
            <a:off x="1357560" y="2658960"/>
            <a:ext cx="11797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  <a:ea typeface="Arial Unicode MS"/>
              </a:rPr>
              <a:t>Option 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TextBox 15"/>
          <p:cNvSpPr/>
          <p:nvPr/>
        </p:nvSpPr>
        <p:spPr>
          <a:xfrm>
            <a:off x="1357560" y="4785480"/>
            <a:ext cx="11797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  <a:ea typeface="Arial Unicode MS"/>
              </a:rPr>
              <a:t>Option 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TextBox 16"/>
          <p:cNvSpPr/>
          <p:nvPr/>
        </p:nvSpPr>
        <p:spPr>
          <a:xfrm>
            <a:off x="1357560" y="3369240"/>
            <a:ext cx="11797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  <a:ea typeface="Arial Unicode MS"/>
              </a:rPr>
              <a:t>Option B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TextBox 17"/>
          <p:cNvSpPr/>
          <p:nvPr/>
        </p:nvSpPr>
        <p:spPr>
          <a:xfrm>
            <a:off x="1357560" y="4079160"/>
            <a:ext cx="11797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  <a:ea typeface="Arial Unicode MS"/>
              </a:rPr>
              <a:t>Option 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69" name="Group 19"/>
          <p:cNvGrpSpPr/>
          <p:nvPr/>
        </p:nvGrpSpPr>
        <p:grpSpPr>
          <a:xfrm>
            <a:off x="3210480" y="2497680"/>
            <a:ext cx="5766840" cy="685440"/>
            <a:chOff x="3210480" y="2497680"/>
            <a:chExt cx="5766840" cy="685440"/>
          </a:xfrm>
        </p:grpSpPr>
        <p:sp>
          <p:nvSpPr>
            <p:cNvPr id="570" name="TextBox 19"/>
            <p:cNvSpPr/>
            <p:nvPr/>
          </p:nvSpPr>
          <p:spPr>
            <a:xfrm>
              <a:off x="3210480" y="2727720"/>
              <a:ext cx="57668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Presentations. Easy to change colors, photos and Text.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1" name="TextBox 20"/>
            <p:cNvSpPr/>
            <p:nvPr/>
          </p:nvSpPr>
          <p:spPr>
            <a:xfrm>
              <a:off x="3210480" y="2497680"/>
              <a:ext cx="576684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Your Text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72" name="Group 19"/>
          <p:cNvGrpSpPr/>
          <p:nvPr/>
        </p:nvGrpSpPr>
        <p:grpSpPr>
          <a:xfrm>
            <a:off x="3210480" y="4605840"/>
            <a:ext cx="7225200" cy="685440"/>
            <a:chOff x="3210480" y="4605840"/>
            <a:chExt cx="7225200" cy="685440"/>
          </a:xfrm>
        </p:grpSpPr>
        <p:sp>
          <p:nvSpPr>
            <p:cNvPr id="573" name="TextBox 22"/>
            <p:cNvSpPr/>
            <p:nvPr/>
          </p:nvSpPr>
          <p:spPr>
            <a:xfrm>
              <a:off x="3210480" y="4835880"/>
              <a:ext cx="722520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Presentations. Easy to change colors, photos and Text.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4" name="TextBox 23"/>
            <p:cNvSpPr/>
            <p:nvPr/>
          </p:nvSpPr>
          <p:spPr>
            <a:xfrm>
              <a:off x="3210480" y="4605840"/>
              <a:ext cx="72252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Your Text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75" name="Group 19"/>
          <p:cNvGrpSpPr/>
          <p:nvPr/>
        </p:nvGrpSpPr>
        <p:grpSpPr>
          <a:xfrm>
            <a:off x="3210480" y="3903120"/>
            <a:ext cx="4639680" cy="685440"/>
            <a:chOff x="3210480" y="3903120"/>
            <a:chExt cx="4639680" cy="685440"/>
          </a:xfrm>
        </p:grpSpPr>
        <p:sp>
          <p:nvSpPr>
            <p:cNvPr id="576" name="TextBox 25"/>
            <p:cNvSpPr/>
            <p:nvPr/>
          </p:nvSpPr>
          <p:spPr>
            <a:xfrm>
              <a:off x="3210480" y="4133160"/>
              <a:ext cx="46396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Presentations.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7" name="TextBox 26"/>
            <p:cNvSpPr/>
            <p:nvPr/>
          </p:nvSpPr>
          <p:spPr>
            <a:xfrm>
              <a:off x="3210480" y="3903120"/>
              <a:ext cx="463968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Your Text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78" name="Group 19"/>
          <p:cNvGrpSpPr/>
          <p:nvPr/>
        </p:nvGrpSpPr>
        <p:grpSpPr>
          <a:xfrm>
            <a:off x="3210480" y="3200400"/>
            <a:ext cx="3498120" cy="685440"/>
            <a:chOff x="3210480" y="3200400"/>
            <a:chExt cx="3498120" cy="685440"/>
          </a:xfrm>
        </p:grpSpPr>
        <p:sp>
          <p:nvSpPr>
            <p:cNvPr id="579" name="TextBox 28"/>
            <p:cNvSpPr/>
            <p:nvPr/>
          </p:nvSpPr>
          <p:spPr>
            <a:xfrm>
              <a:off x="3210480" y="3430440"/>
              <a:ext cx="349812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Presentations.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0" name="TextBox 29"/>
            <p:cNvSpPr/>
            <p:nvPr/>
          </p:nvSpPr>
          <p:spPr>
            <a:xfrm>
              <a:off x="3210480" y="3200400"/>
              <a:ext cx="349812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Your Text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81" name="Donut 39"/>
          <p:cNvSpPr/>
          <p:nvPr/>
        </p:nvSpPr>
        <p:spPr>
          <a:xfrm>
            <a:off x="9912960" y="2703240"/>
            <a:ext cx="279720" cy="279720"/>
          </a:xfrm>
          <a:custGeom>
            <a:avLst/>
            <a:gdLst>
              <a:gd name="textAreaLeft" fmla="*/ 0 w 279720"/>
              <a:gd name="textAreaRight" fmla="*/ 280080 w 279720"/>
              <a:gd name="textAreaTop" fmla="*/ 0 h 279720"/>
              <a:gd name="textAreaBottom" fmla="*/ 280080 h 279720"/>
            </a:gdLst>
            <a:ahLst/>
            <a:rect l="textAreaLeft" t="textAreaTop" r="textAreaRight" b="textAreaBottom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582" name="Rectangle 36"/>
          <p:cNvSpPr/>
          <p:nvPr/>
        </p:nvSpPr>
        <p:spPr>
          <a:xfrm>
            <a:off x="7313400" y="3426120"/>
            <a:ext cx="277560" cy="231840"/>
          </a:xfrm>
          <a:custGeom>
            <a:avLst/>
            <a:gdLst>
              <a:gd name="textAreaLeft" fmla="*/ 0 w 277560"/>
              <a:gd name="textAreaRight" fmla="*/ 277920 w 277560"/>
              <a:gd name="textAreaTop" fmla="*/ 0 h 231840"/>
              <a:gd name="textAreaBottom" fmla="*/ 232200 h 231840"/>
            </a:gdLst>
            <a:ahLst/>
            <a:rect l="textAreaLeft" t="textAreaTop" r="textAreaRight" b="textAreaBottom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583" name="Rectangle 16"/>
          <p:cNvSpPr/>
          <p:nvPr/>
        </p:nvSpPr>
        <p:spPr>
          <a:xfrm>
            <a:off x="8902800" y="4149000"/>
            <a:ext cx="302760" cy="199080"/>
          </a:xfrm>
          <a:custGeom>
            <a:avLst/>
            <a:gdLst>
              <a:gd name="textAreaLeft" fmla="*/ 0 w 302760"/>
              <a:gd name="textAreaRight" fmla="*/ 303120 w 302760"/>
              <a:gd name="textAreaTop" fmla="*/ 0 h 199080"/>
              <a:gd name="textAreaBottom" fmla="*/ 199440 h 199080"/>
            </a:gdLst>
            <a:ahLst/>
            <a:rect l="textAreaLeft" t="textAreaTop" r="textAreaRight" b="textAreaBottom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584" name="Oval 21"/>
          <p:cNvSpPr/>
          <p:nvPr/>
        </p:nvSpPr>
        <p:spPr>
          <a:xfrm>
            <a:off x="10900800" y="4816440"/>
            <a:ext cx="286560" cy="288720"/>
          </a:xfrm>
          <a:custGeom>
            <a:avLst/>
            <a:gdLst>
              <a:gd name="textAreaLeft" fmla="*/ 0 w 286560"/>
              <a:gd name="textAreaRight" fmla="*/ 286920 w 286560"/>
              <a:gd name="textAreaTop" fmla="*/ 0 h 288720"/>
              <a:gd name="textAreaBottom" fmla="*/ 289080 h 288720"/>
            </a:gdLst>
            <a:ahLst/>
            <a:rect l="textAreaLeft" t="textAreaTop" r="textAreaRight" b="textAreaBottom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TextBox 15"/>
          <p:cNvSpPr/>
          <p:nvPr/>
        </p:nvSpPr>
        <p:spPr>
          <a:xfrm>
            <a:off x="712080" y="1868760"/>
            <a:ext cx="177300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chemeClr val="lt1"/>
                </a:solidFill>
                <a:latin typeface="Arial"/>
                <a:ea typeface="Arial Unicode MS"/>
              </a:rPr>
              <a:t>SIMPLE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직사각형 16"/>
          <p:cNvSpPr/>
          <p:nvPr/>
        </p:nvSpPr>
        <p:spPr>
          <a:xfrm>
            <a:off x="712080" y="2349720"/>
            <a:ext cx="259020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chemeClr val="accent2"/>
                </a:solidFill>
                <a:latin typeface="Arial"/>
                <a:ea typeface="Arial Unicode MS"/>
              </a:rPr>
              <a:t>PORTFOLIO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직사각형 17"/>
          <p:cNvSpPr/>
          <p:nvPr/>
        </p:nvSpPr>
        <p:spPr>
          <a:xfrm>
            <a:off x="712080" y="2830680"/>
            <a:ext cx="324396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chemeClr val="lt1"/>
                </a:solidFill>
                <a:latin typeface="Arial"/>
                <a:ea typeface="Arial Unicode MS"/>
              </a:rPr>
              <a:t>PRESENTATION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TextBox 10"/>
          <p:cNvSpPr/>
          <p:nvPr/>
        </p:nvSpPr>
        <p:spPr>
          <a:xfrm>
            <a:off x="712080" y="3867120"/>
            <a:ext cx="388800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You can simply impress your audience and add a unique zing and appeal to your Reports and Presentations with our Templates. You can simply impress your audience and add a unique zing and appeal to your Reports and Presentations with our Templates. You can simply impress your audience and add a unique zing and appeal to your Reports and Presentations with our Templates.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Get a modern PowerPoint  Presentation that is beautifully designed.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PlaceHolder 1"/>
          <p:cNvSpPr>
            <a:spLocks noGrp="1"/>
          </p:cNvSpPr>
          <p:nvPr>
            <p:ph/>
          </p:nvPr>
        </p:nvSpPr>
        <p:spPr>
          <a:xfrm>
            <a:off x="597600" y="328680"/>
            <a:ext cx="990720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lt1"/>
                </a:solidFill>
                <a:latin typeface="Arial"/>
                <a:ea typeface="Arial Unicode MS"/>
              </a:rPr>
              <a:t>Images &amp; Contents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90" name="자유형: 도형 20"/>
          <p:cNvSpPr/>
          <p:nvPr/>
        </p:nvSpPr>
        <p:spPr>
          <a:xfrm>
            <a:off x="4867200" y="1665360"/>
            <a:ext cx="3455640" cy="1877760"/>
          </a:xfrm>
          <a:custGeom>
            <a:avLst/>
            <a:gdLst>
              <a:gd name="textAreaLeft" fmla="*/ 0 w 3455640"/>
              <a:gd name="textAreaRight" fmla="*/ 3456000 w 3455640"/>
              <a:gd name="textAreaTop" fmla="*/ 0 h 1877760"/>
              <a:gd name="textAreaBottom" fmla="*/ 1878120 h 1877760"/>
            </a:gdLst>
            <a:ahLst/>
            <a:rect l="textAreaLeft" t="textAreaTop" r="textAreaRight" b="textAreaBottom"/>
            <a:pathLst>
              <a:path w="3456000" h="1878013">
                <a:moveTo>
                  <a:pt x="0" y="0"/>
                </a:moveTo>
                <a:lnTo>
                  <a:pt x="3456000" y="0"/>
                </a:lnTo>
                <a:lnTo>
                  <a:pt x="3456000" y="1878013"/>
                </a:lnTo>
                <a:lnTo>
                  <a:pt x="3371363" y="1878013"/>
                </a:lnTo>
                <a:lnTo>
                  <a:pt x="3371363" y="84637"/>
                </a:lnTo>
                <a:lnTo>
                  <a:pt x="84637" y="84637"/>
                </a:lnTo>
                <a:lnTo>
                  <a:pt x="84637" y="1878013"/>
                </a:lnTo>
                <a:lnTo>
                  <a:pt x="0" y="18780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591" name="자유형: 도형 23"/>
          <p:cNvSpPr/>
          <p:nvPr/>
        </p:nvSpPr>
        <p:spPr>
          <a:xfrm>
            <a:off x="8241480" y="3543480"/>
            <a:ext cx="3455640" cy="2722320"/>
          </a:xfrm>
          <a:custGeom>
            <a:avLst/>
            <a:gdLst>
              <a:gd name="textAreaLeft" fmla="*/ 0 w 3455640"/>
              <a:gd name="textAreaRight" fmla="*/ 3456000 w 3455640"/>
              <a:gd name="textAreaTop" fmla="*/ 0 h 2722320"/>
              <a:gd name="textAreaBottom" fmla="*/ 2722680 h 2722320"/>
            </a:gdLst>
            <a:ahLst/>
            <a:rect l="textAreaLeft" t="textAreaTop" r="textAreaRight" b="textAreaBottom"/>
            <a:pathLst>
              <a:path w="3456000" h="2722562">
                <a:moveTo>
                  <a:pt x="0" y="0"/>
                </a:moveTo>
                <a:lnTo>
                  <a:pt x="84637" y="0"/>
                </a:lnTo>
                <a:lnTo>
                  <a:pt x="84637" y="2637925"/>
                </a:lnTo>
                <a:lnTo>
                  <a:pt x="3371363" y="2637925"/>
                </a:lnTo>
                <a:lnTo>
                  <a:pt x="3371363" y="0"/>
                </a:lnTo>
                <a:lnTo>
                  <a:pt x="3456000" y="0"/>
                </a:lnTo>
                <a:lnTo>
                  <a:pt x="3456000" y="2722562"/>
                </a:lnTo>
                <a:lnTo>
                  <a:pt x="0" y="27225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pic>
        <p:nvPicPr>
          <p:cNvPr id="592" name="Picture Placeholder 3" descr=""/>
          <p:cNvPicPr/>
          <p:nvPr/>
        </p:nvPicPr>
        <p:blipFill>
          <a:blip r:embed="rId1"/>
          <a:stretch/>
        </p:blipFill>
        <p:spPr>
          <a:xfrm>
            <a:off x="5100840" y="1934640"/>
            <a:ext cx="2997000" cy="4106880"/>
          </a:xfrm>
          <a:prstGeom prst="rect">
            <a:avLst/>
          </a:prstGeom>
          <a:ln w="12700">
            <a:noFill/>
          </a:ln>
        </p:spPr>
      </p:pic>
      <p:pic>
        <p:nvPicPr>
          <p:cNvPr id="593" name="Picture Placeholder 5" descr=""/>
          <p:cNvPicPr/>
          <p:nvPr/>
        </p:nvPicPr>
        <p:blipFill>
          <a:blip r:embed="rId2"/>
          <a:stretch/>
        </p:blipFill>
        <p:spPr>
          <a:xfrm>
            <a:off x="8480520" y="1934640"/>
            <a:ext cx="2997000" cy="4106880"/>
          </a:xfrm>
          <a:prstGeom prst="rect">
            <a:avLst/>
          </a:prstGeom>
          <a:ln w="12700">
            <a:noFill/>
          </a:ln>
        </p:spPr>
      </p:pic>
    </p:spTree>
  </p:cSld>
  <p:transition spd="med">
    <p:push dir="u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nodeType="with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nodeType="afterEffect" fill="hold" presetClass="entr" presetID="12" presetSubtype="2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" dur="500"/>
                                        <p:tgtEl>
                                          <p:spTgt spid="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filter="wipe(left)" transition="in">
                                      <p:cBhvr additive="repl">
                                        <p:cTn id="17"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nodeType="withEffect" fill="hold" presetClass="entr" presetID="1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" dur="500"/>
                                        <p:tgtEl>
                                          <p:spTgt spid="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filter="wipe(left)" transition="in">
                                      <p:cBhvr additive="repl">
                                        <p:cTn id="21"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nodeType="withEffect" fill="hold" presetClass="entr" presetID="12" presetSubtype="2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" dur="500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filter="wipe(left)" transition="in">
                                      <p:cBhvr additive="repl">
                                        <p:cTn id="25"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nodeType="withEffect" fill="hold" presetClass="entr" presetID="12" presetSubtype="2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" dur="500"/>
                                        <p:tgtEl>
                                          <p:spTgt spid="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filter="wipe(left)" transition="in">
                                      <p:cBhvr additive="repl">
                                        <p:cTn id="29"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Infographic Style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595" name="Group 2"/>
          <p:cNvGrpSpPr/>
          <p:nvPr/>
        </p:nvGrpSpPr>
        <p:grpSpPr>
          <a:xfrm>
            <a:off x="985320" y="1706040"/>
            <a:ext cx="4536360" cy="4398840"/>
            <a:chOff x="985320" y="1706040"/>
            <a:chExt cx="4536360" cy="4398840"/>
          </a:xfrm>
        </p:grpSpPr>
        <p:grpSp>
          <p:nvGrpSpPr>
            <p:cNvPr id="596" name="Group 3"/>
            <p:cNvGrpSpPr/>
            <p:nvPr/>
          </p:nvGrpSpPr>
          <p:grpSpPr>
            <a:xfrm>
              <a:off x="985320" y="1706040"/>
              <a:ext cx="1693800" cy="1406160"/>
              <a:chOff x="985320" y="1706040"/>
              <a:chExt cx="1693800" cy="1406160"/>
            </a:xfrm>
          </p:grpSpPr>
          <p:sp>
            <p:nvSpPr>
              <p:cNvPr id="597" name="Hexagon 19"/>
              <p:cNvSpPr/>
              <p:nvPr/>
            </p:nvSpPr>
            <p:spPr>
              <a:xfrm>
                <a:off x="985320" y="1706040"/>
                <a:ext cx="1693800" cy="140616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63500">
                <a:solidFill>
                  <a:srgbClr val="19649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horzOverflow="overflow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598" name="Hexagon 20"/>
              <p:cNvSpPr/>
              <p:nvPr/>
            </p:nvSpPr>
            <p:spPr>
              <a:xfrm>
                <a:off x="1079640" y="1776600"/>
                <a:ext cx="1505520" cy="1265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1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horzOverflow="overflow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</p:grpSp>
        <p:grpSp>
          <p:nvGrpSpPr>
            <p:cNvPr id="599" name="Group 4"/>
            <p:cNvGrpSpPr/>
            <p:nvPr/>
          </p:nvGrpSpPr>
          <p:grpSpPr>
            <a:xfrm>
              <a:off x="985320" y="3202560"/>
              <a:ext cx="1693800" cy="1406160"/>
              <a:chOff x="985320" y="3202560"/>
              <a:chExt cx="1693800" cy="1406160"/>
            </a:xfrm>
          </p:grpSpPr>
          <p:sp>
            <p:nvSpPr>
              <p:cNvPr id="600" name="Hexagon 17"/>
              <p:cNvSpPr/>
              <p:nvPr/>
            </p:nvSpPr>
            <p:spPr>
              <a:xfrm>
                <a:off x="985320" y="3202560"/>
                <a:ext cx="1693800" cy="140616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63500">
                <a:solidFill>
                  <a:srgbClr val="0587a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horzOverflow="overflow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601" name="Hexagon 18"/>
              <p:cNvSpPr/>
              <p:nvPr/>
            </p:nvSpPr>
            <p:spPr>
              <a:xfrm>
                <a:off x="1079640" y="3272760"/>
                <a:ext cx="1505520" cy="1265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2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horzOverflow="overflow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</p:grpSp>
        <p:grpSp>
          <p:nvGrpSpPr>
            <p:cNvPr id="602" name="Group 5"/>
            <p:cNvGrpSpPr/>
            <p:nvPr/>
          </p:nvGrpSpPr>
          <p:grpSpPr>
            <a:xfrm>
              <a:off x="985320" y="4698720"/>
              <a:ext cx="1693800" cy="1406160"/>
              <a:chOff x="985320" y="4698720"/>
              <a:chExt cx="1693800" cy="1406160"/>
            </a:xfrm>
          </p:grpSpPr>
          <p:sp>
            <p:nvSpPr>
              <p:cNvPr id="603" name="Hexagon 15"/>
              <p:cNvSpPr/>
              <p:nvPr/>
            </p:nvSpPr>
            <p:spPr>
              <a:xfrm>
                <a:off x="985320" y="4698720"/>
                <a:ext cx="1693800" cy="140616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63500">
                <a:solidFill>
                  <a:srgbClr val="19a5b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horzOverflow="overflow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604" name="Hexagon 16"/>
              <p:cNvSpPr/>
              <p:nvPr/>
            </p:nvSpPr>
            <p:spPr>
              <a:xfrm>
                <a:off x="1079640" y="4768920"/>
                <a:ext cx="1505520" cy="1265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3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horzOverflow="overflow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</p:grpSp>
        <p:grpSp>
          <p:nvGrpSpPr>
            <p:cNvPr id="605" name="Group 6"/>
            <p:cNvGrpSpPr/>
            <p:nvPr/>
          </p:nvGrpSpPr>
          <p:grpSpPr>
            <a:xfrm>
              <a:off x="2406600" y="2472120"/>
              <a:ext cx="1693800" cy="1406160"/>
              <a:chOff x="2406600" y="2472120"/>
              <a:chExt cx="1693800" cy="1406160"/>
            </a:xfrm>
          </p:grpSpPr>
          <p:sp>
            <p:nvSpPr>
              <p:cNvPr id="606" name="Hexagon 13"/>
              <p:cNvSpPr/>
              <p:nvPr/>
            </p:nvSpPr>
            <p:spPr>
              <a:xfrm>
                <a:off x="2406600" y="2472120"/>
                <a:ext cx="1693800" cy="140616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63500">
                <a:solidFill>
                  <a:srgbClr val="1a8ea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horzOverflow="overflow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607" name="Hexagon 14"/>
              <p:cNvSpPr/>
              <p:nvPr/>
            </p:nvSpPr>
            <p:spPr>
              <a:xfrm>
                <a:off x="2500560" y="2542320"/>
                <a:ext cx="1505520" cy="1265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6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horzOverflow="overflow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</p:grpSp>
        <p:grpSp>
          <p:nvGrpSpPr>
            <p:cNvPr id="608" name="Group 7"/>
            <p:cNvGrpSpPr/>
            <p:nvPr/>
          </p:nvGrpSpPr>
          <p:grpSpPr>
            <a:xfrm>
              <a:off x="2406600" y="3968280"/>
              <a:ext cx="1693800" cy="1406160"/>
              <a:chOff x="2406600" y="3968280"/>
              <a:chExt cx="1693800" cy="1406160"/>
            </a:xfrm>
          </p:grpSpPr>
          <p:sp>
            <p:nvSpPr>
              <p:cNvPr id="609" name="Hexagon 11"/>
              <p:cNvSpPr/>
              <p:nvPr/>
            </p:nvSpPr>
            <p:spPr>
              <a:xfrm>
                <a:off x="2406600" y="3968280"/>
                <a:ext cx="1693800" cy="140616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63500">
                <a:solidFill>
                  <a:srgbClr val="53c3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horzOverflow="overflow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610" name="Hexagon 12"/>
              <p:cNvSpPr/>
              <p:nvPr/>
            </p:nvSpPr>
            <p:spPr>
              <a:xfrm>
                <a:off x="2500560" y="4038840"/>
                <a:ext cx="1505520" cy="1265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4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horzOverflow="overflow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</p:grpSp>
        <p:grpSp>
          <p:nvGrpSpPr>
            <p:cNvPr id="611" name="Group 8"/>
            <p:cNvGrpSpPr/>
            <p:nvPr/>
          </p:nvGrpSpPr>
          <p:grpSpPr>
            <a:xfrm>
              <a:off x="3827880" y="3212640"/>
              <a:ext cx="1693800" cy="1406160"/>
              <a:chOff x="3827880" y="3212640"/>
              <a:chExt cx="1693800" cy="1406160"/>
            </a:xfrm>
          </p:grpSpPr>
          <p:sp>
            <p:nvSpPr>
              <p:cNvPr id="612" name="Hexagon 9"/>
              <p:cNvSpPr/>
              <p:nvPr/>
            </p:nvSpPr>
            <p:spPr>
              <a:xfrm>
                <a:off x="3827880" y="3212640"/>
                <a:ext cx="1693800" cy="140616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63500">
                <a:solidFill>
                  <a:srgbClr val="5ab4c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horzOverflow="overflow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613" name="Hexagon 10"/>
              <p:cNvSpPr/>
              <p:nvPr/>
            </p:nvSpPr>
            <p:spPr>
              <a:xfrm>
                <a:off x="3921840" y="3282840"/>
                <a:ext cx="1505520" cy="1265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accent5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horzOverflow="overflow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</p:grpSp>
      </p:grpSp>
      <p:grpSp>
        <p:nvGrpSpPr>
          <p:cNvPr id="614" name="Group 21"/>
          <p:cNvGrpSpPr/>
          <p:nvPr/>
        </p:nvGrpSpPr>
        <p:grpSpPr>
          <a:xfrm>
            <a:off x="3937680" y="3450240"/>
            <a:ext cx="1474200" cy="892440"/>
            <a:chOff x="3937680" y="3450240"/>
            <a:chExt cx="1474200" cy="892440"/>
          </a:xfrm>
        </p:grpSpPr>
        <p:sp>
          <p:nvSpPr>
            <p:cNvPr id="615" name="TextBox 22"/>
            <p:cNvSpPr/>
            <p:nvPr/>
          </p:nvSpPr>
          <p:spPr>
            <a:xfrm>
              <a:off x="3937680" y="3450240"/>
              <a:ext cx="146448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Text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6" name="TextBox 23"/>
            <p:cNvSpPr/>
            <p:nvPr/>
          </p:nvSpPr>
          <p:spPr>
            <a:xfrm>
              <a:off x="3947400" y="3704400"/>
              <a:ext cx="14644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Easy to change colors, photos and Text.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17" name="Group 24"/>
          <p:cNvGrpSpPr/>
          <p:nvPr/>
        </p:nvGrpSpPr>
        <p:grpSpPr>
          <a:xfrm>
            <a:off x="2593440" y="2699640"/>
            <a:ext cx="1409400" cy="898560"/>
            <a:chOff x="2593440" y="2699640"/>
            <a:chExt cx="1409400" cy="898560"/>
          </a:xfrm>
        </p:grpSpPr>
        <p:sp>
          <p:nvSpPr>
            <p:cNvPr id="618" name="TextBox 25"/>
            <p:cNvSpPr/>
            <p:nvPr/>
          </p:nvSpPr>
          <p:spPr>
            <a:xfrm>
              <a:off x="2593440" y="2699640"/>
              <a:ext cx="140004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Text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9" name="TextBox 26"/>
            <p:cNvSpPr/>
            <p:nvPr/>
          </p:nvSpPr>
          <p:spPr>
            <a:xfrm>
              <a:off x="2602800" y="2959920"/>
              <a:ext cx="140004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Easy to change colors, photos and Text.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20" name="Group 27"/>
          <p:cNvGrpSpPr/>
          <p:nvPr/>
        </p:nvGrpSpPr>
        <p:grpSpPr>
          <a:xfrm>
            <a:off x="2593440" y="4200840"/>
            <a:ext cx="1409400" cy="898560"/>
            <a:chOff x="2593440" y="4200840"/>
            <a:chExt cx="1409400" cy="898560"/>
          </a:xfrm>
        </p:grpSpPr>
        <p:sp>
          <p:nvSpPr>
            <p:cNvPr id="621" name="TextBox 28"/>
            <p:cNvSpPr/>
            <p:nvPr/>
          </p:nvSpPr>
          <p:spPr>
            <a:xfrm>
              <a:off x="2593440" y="4200840"/>
              <a:ext cx="140004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Text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2" name="TextBox 29"/>
            <p:cNvSpPr/>
            <p:nvPr/>
          </p:nvSpPr>
          <p:spPr>
            <a:xfrm>
              <a:off x="2602800" y="4461120"/>
              <a:ext cx="140004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Easy to change colors, photos and Text.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23" name="Group 30"/>
          <p:cNvGrpSpPr/>
          <p:nvPr/>
        </p:nvGrpSpPr>
        <p:grpSpPr>
          <a:xfrm>
            <a:off x="1129320" y="4951800"/>
            <a:ext cx="1409760" cy="898200"/>
            <a:chOff x="1129320" y="4951800"/>
            <a:chExt cx="1409760" cy="898200"/>
          </a:xfrm>
        </p:grpSpPr>
        <p:sp>
          <p:nvSpPr>
            <p:cNvPr id="624" name="TextBox 31"/>
            <p:cNvSpPr/>
            <p:nvPr/>
          </p:nvSpPr>
          <p:spPr>
            <a:xfrm>
              <a:off x="1129320" y="4951800"/>
              <a:ext cx="140004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Text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5" name="TextBox 32"/>
            <p:cNvSpPr/>
            <p:nvPr/>
          </p:nvSpPr>
          <p:spPr>
            <a:xfrm>
              <a:off x="1139040" y="5211720"/>
              <a:ext cx="140004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Easy to change colors, photos and Text.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26" name="Group 33"/>
          <p:cNvGrpSpPr/>
          <p:nvPr/>
        </p:nvGrpSpPr>
        <p:grpSpPr>
          <a:xfrm>
            <a:off x="1129320" y="3450240"/>
            <a:ext cx="1409760" cy="898560"/>
            <a:chOff x="1129320" y="3450240"/>
            <a:chExt cx="1409760" cy="898560"/>
          </a:xfrm>
        </p:grpSpPr>
        <p:sp>
          <p:nvSpPr>
            <p:cNvPr id="627" name="TextBox 34"/>
            <p:cNvSpPr/>
            <p:nvPr/>
          </p:nvSpPr>
          <p:spPr>
            <a:xfrm>
              <a:off x="1129320" y="3450240"/>
              <a:ext cx="140004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Text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8" name="TextBox 35"/>
            <p:cNvSpPr/>
            <p:nvPr/>
          </p:nvSpPr>
          <p:spPr>
            <a:xfrm>
              <a:off x="1139040" y="3710520"/>
              <a:ext cx="140004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Easy to change colors, photos and Text.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29" name="Group 36"/>
          <p:cNvGrpSpPr/>
          <p:nvPr/>
        </p:nvGrpSpPr>
        <p:grpSpPr>
          <a:xfrm>
            <a:off x="1129320" y="1949040"/>
            <a:ext cx="1409760" cy="898560"/>
            <a:chOff x="1129320" y="1949040"/>
            <a:chExt cx="1409760" cy="898560"/>
          </a:xfrm>
        </p:grpSpPr>
        <p:sp>
          <p:nvSpPr>
            <p:cNvPr id="630" name="TextBox 37"/>
            <p:cNvSpPr/>
            <p:nvPr/>
          </p:nvSpPr>
          <p:spPr>
            <a:xfrm>
              <a:off x="1129320" y="1949040"/>
              <a:ext cx="140004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Text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1" name="TextBox 38"/>
            <p:cNvSpPr/>
            <p:nvPr/>
          </p:nvSpPr>
          <p:spPr>
            <a:xfrm>
              <a:off x="1139040" y="2209320"/>
              <a:ext cx="140004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Easy to change colors, photos and Text.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32" name="Rounded Rectangle 40"/>
          <p:cNvSpPr/>
          <p:nvPr/>
        </p:nvSpPr>
        <p:spPr>
          <a:xfrm>
            <a:off x="6050160" y="1777320"/>
            <a:ext cx="5177160" cy="100908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633" name="Rounded Rectangle 41"/>
          <p:cNvSpPr/>
          <p:nvPr/>
        </p:nvSpPr>
        <p:spPr>
          <a:xfrm>
            <a:off x="6050160" y="2980800"/>
            <a:ext cx="5177160" cy="131364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634" name="Rounded Rectangle 42"/>
          <p:cNvSpPr/>
          <p:nvPr/>
        </p:nvSpPr>
        <p:spPr>
          <a:xfrm>
            <a:off x="6050160" y="4488480"/>
            <a:ext cx="5177160" cy="160668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grpSp>
        <p:nvGrpSpPr>
          <p:cNvPr id="635" name="Group 42"/>
          <p:cNvGrpSpPr/>
          <p:nvPr/>
        </p:nvGrpSpPr>
        <p:grpSpPr>
          <a:xfrm>
            <a:off x="6293160" y="1901160"/>
            <a:ext cx="4802400" cy="816480"/>
            <a:chOff x="6293160" y="1901160"/>
            <a:chExt cx="4802400" cy="816480"/>
          </a:xfrm>
        </p:grpSpPr>
        <p:sp>
          <p:nvSpPr>
            <p:cNvPr id="636" name="TextBox 43"/>
            <p:cNvSpPr/>
            <p:nvPr/>
          </p:nvSpPr>
          <p:spPr>
            <a:xfrm>
              <a:off x="6293160" y="1901160"/>
              <a:ext cx="48024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8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Content  Here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7" name="TextBox 44"/>
            <p:cNvSpPr/>
            <p:nvPr/>
          </p:nvSpPr>
          <p:spPr>
            <a:xfrm>
              <a:off x="6293160" y="2201040"/>
              <a:ext cx="480240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Presentations. 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38" name="Group 45"/>
          <p:cNvGrpSpPr/>
          <p:nvPr/>
        </p:nvGrpSpPr>
        <p:grpSpPr>
          <a:xfrm>
            <a:off x="6293160" y="3160080"/>
            <a:ext cx="4802400" cy="946800"/>
            <a:chOff x="6293160" y="3160080"/>
            <a:chExt cx="4802400" cy="946800"/>
          </a:xfrm>
        </p:grpSpPr>
        <p:sp>
          <p:nvSpPr>
            <p:cNvPr id="639" name="TextBox 46"/>
            <p:cNvSpPr/>
            <p:nvPr/>
          </p:nvSpPr>
          <p:spPr>
            <a:xfrm>
              <a:off x="6293160" y="3468600"/>
              <a:ext cx="48024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Presentations. Get a modern PowerPoint  Presentation that is beautifully designed.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0" name="TextBox 47"/>
            <p:cNvSpPr/>
            <p:nvPr/>
          </p:nvSpPr>
          <p:spPr>
            <a:xfrm>
              <a:off x="6293160" y="3160080"/>
              <a:ext cx="48024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8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Content  Here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41" name="Group 48"/>
          <p:cNvGrpSpPr/>
          <p:nvPr/>
        </p:nvGrpSpPr>
        <p:grpSpPr>
          <a:xfrm>
            <a:off x="6293160" y="4643640"/>
            <a:ext cx="4802400" cy="1285200"/>
            <a:chOff x="6293160" y="4643640"/>
            <a:chExt cx="4802400" cy="1285200"/>
          </a:xfrm>
        </p:grpSpPr>
        <p:sp>
          <p:nvSpPr>
            <p:cNvPr id="642" name="TextBox 49"/>
            <p:cNvSpPr/>
            <p:nvPr/>
          </p:nvSpPr>
          <p:spPr>
            <a:xfrm>
              <a:off x="6293160" y="4924800"/>
              <a:ext cx="4802400" cy="100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Presentations. Get a modern PowerPoint  Presentation that is beautifully designed. Easy to change colors, photos and Text.  I hope and I believe that this Template will your Time, Money and Reputation.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3" name="TextBox 50"/>
            <p:cNvSpPr/>
            <p:nvPr/>
          </p:nvSpPr>
          <p:spPr>
            <a:xfrm>
              <a:off x="6293160" y="4643640"/>
              <a:ext cx="48024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8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Content  Here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Hexagon 34"/>
          <p:cNvSpPr/>
          <p:nvPr/>
        </p:nvSpPr>
        <p:spPr>
          <a:xfrm rot="19623000">
            <a:off x="7743960" y="3228120"/>
            <a:ext cx="887400" cy="760680"/>
          </a:xfrm>
          <a:prstGeom prst="hexagon">
            <a:avLst>
              <a:gd name="adj" fmla="val 31719"/>
              <a:gd name="vf" fmla="val 11547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645" name="Hexagon 35"/>
          <p:cNvSpPr/>
          <p:nvPr/>
        </p:nvSpPr>
        <p:spPr>
          <a:xfrm rot="19702200">
            <a:off x="9701280" y="2263680"/>
            <a:ext cx="1217160" cy="1043280"/>
          </a:xfrm>
          <a:prstGeom prst="hexagon">
            <a:avLst>
              <a:gd name="adj" fmla="val 30960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646" name="Hexagon 36"/>
          <p:cNvSpPr/>
          <p:nvPr/>
        </p:nvSpPr>
        <p:spPr>
          <a:xfrm rot="19747200">
            <a:off x="3324240" y="2613600"/>
            <a:ext cx="1217520" cy="1044720"/>
          </a:xfrm>
          <a:prstGeom prst="hexagon">
            <a:avLst>
              <a:gd name="adj" fmla="val 28809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647" name="Hexagon 33"/>
          <p:cNvSpPr/>
          <p:nvPr/>
        </p:nvSpPr>
        <p:spPr>
          <a:xfrm rot="19747200">
            <a:off x="1373760" y="3047400"/>
            <a:ext cx="848880" cy="727560"/>
          </a:xfrm>
          <a:prstGeom prst="hexagon">
            <a:avLst>
              <a:gd name="adj" fmla="val 30244"/>
              <a:gd name="vf" fmla="val 11547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648" name="Hexagon 37"/>
          <p:cNvSpPr/>
          <p:nvPr/>
        </p:nvSpPr>
        <p:spPr>
          <a:xfrm rot="19769400">
            <a:off x="5289480" y="1891080"/>
            <a:ext cx="1637640" cy="1381320"/>
          </a:xfrm>
          <a:prstGeom prst="hexagon">
            <a:avLst>
              <a:gd name="adj" fmla="val 30431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649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Infographic Style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50" name="Rectangle 2"/>
          <p:cNvSpPr/>
          <p:nvPr/>
        </p:nvSpPr>
        <p:spPr>
          <a:xfrm>
            <a:off x="0" y="4378680"/>
            <a:ext cx="12191760" cy="24789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grpSp>
        <p:nvGrpSpPr>
          <p:cNvPr id="651" name="Group 3"/>
          <p:cNvGrpSpPr/>
          <p:nvPr/>
        </p:nvGrpSpPr>
        <p:grpSpPr>
          <a:xfrm>
            <a:off x="3135240" y="4568400"/>
            <a:ext cx="1617480" cy="1817280"/>
            <a:chOff x="3135240" y="4568400"/>
            <a:chExt cx="1617480" cy="1817280"/>
          </a:xfrm>
        </p:grpSpPr>
        <p:sp>
          <p:nvSpPr>
            <p:cNvPr id="652" name="TextBox 4"/>
            <p:cNvSpPr/>
            <p:nvPr/>
          </p:nvSpPr>
          <p:spPr>
            <a:xfrm>
              <a:off x="3135240" y="4568400"/>
              <a:ext cx="161748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Text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3" name="TextBox 5"/>
            <p:cNvSpPr/>
            <p:nvPr/>
          </p:nvSpPr>
          <p:spPr>
            <a:xfrm>
              <a:off x="3141000" y="4833000"/>
              <a:ext cx="1611360" cy="155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 . Easy to change colors, photos and Text. 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54" name="Group 7"/>
          <p:cNvGrpSpPr/>
          <p:nvPr/>
        </p:nvGrpSpPr>
        <p:grpSpPr>
          <a:xfrm>
            <a:off x="1003320" y="4568400"/>
            <a:ext cx="1617480" cy="1817280"/>
            <a:chOff x="1003320" y="4568400"/>
            <a:chExt cx="1617480" cy="1817280"/>
          </a:xfrm>
        </p:grpSpPr>
        <p:sp>
          <p:nvSpPr>
            <p:cNvPr id="655" name="TextBox 8"/>
            <p:cNvSpPr/>
            <p:nvPr/>
          </p:nvSpPr>
          <p:spPr>
            <a:xfrm>
              <a:off x="1003320" y="4568400"/>
              <a:ext cx="161748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Text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6" name="TextBox 9"/>
            <p:cNvSpPr/>
            <p:nvPr/>
          </p:nvSpPr>
          <p:spPr>
            <a:xfrm>
              <a:off x="1009080" y="4833000"/>
              <a:ext cx="1611360" cy="155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 . Easy to change colors, photos and Text. 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57" name="Group 10"/>
          <p:cNvGrpSpPr/>
          <p:nvPr/>
        </p:nvGrpSpPr>
        <p:grpSpPr>
          <a:xfrm>
            <a:off x="5267160" y="4568400"/>
            <a:ext cx="1617480" cy="1817280"/>
            <a:chOff x="5267160" y="4568400"/>
            <a:chExt cx="1617480" cy="1817280"/>
          </a:xfrm>
        </p:grpSpPr>
        <p:sp>
          <p:nvSpPr>
            <p:cNvPr id="658" name="TextBox 11"/>
            <p:cNvSpPr/>
            <p:nvPr/>
          </p:nvSpPr>
          <p:spPr>
            <a:xfrm>
              <a:off x="5267160" y="4568400"/>
              <a:ext cx="161748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Text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9" name="TextBox 12"/>
            <p:cNvSpPr/>
            <p:nvPr/>
          </p:nvSpPr>
          <p:spPr>
            <a:xfrm>
              <a:off x="5272920" y="4833000"/>
              <a:ext cx="1611360" cy="155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 . Easy to change colors, photos and Text. 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60" name="Group 13"/>
          <p:cNvGrpSpPr/>
          <p:nvPr/>
        </p:nvGrpSpPr>
        <p:grpSpPr>
          <a:xfrm>
            <a:off x="7399080" y="4556880"/>
            <a:ext cx="1617480" cy="1817280"/>
            <a:chOff x="7399080" y="4556880"/>
            <a:chExt cx="1617480" cy="1817280"/>
          </a:xfrm>
        </p:grpSpPr>
        <p:sp>
          <p:nvSpPr>
            <p:cNvPr id="661" name="TextBox 14"/>
            <p:cNvSpPr/>
            <p:nvPr/>
          </p:nvSpPr>
          <p:spPr>
            <a:xfrm>
              <a:off x="7399080" y="4556880"/>
              <a:ext cx="161748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Text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2" name="TextBox 15"/>
            <p:cNvSpPr/>
            <p:nvPr/>
          </p:nvSpPr>
          <p:spPr>
            <a:xfrm>
              <a:off x="7404840" y="4821480"/>
              <a:ext cx="1611360" cy="155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 . Easy to change colors, photos and Text. 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63" name="Group 16"/>
          <p:cNvGrpSpPr/>
          <p:nvPr/>
        </p:nvGrpSpPr>
        <p:grpSpPr>
          <a:xfrm>
            <a:off x="9531000" y="4568400"/>
            <a:ext cx="1617480" cy="1817280"/>
            <a:chOff x="9531000" y="4568400"/>
            <a:chExt cx="1617480" cy="1817280"/>
          </a:xfrm>
        </p:grpSpPr>
        <p:sp>
          <p:nvSpPr>
            <p:cNvPr id="664" name="TextBox 17"/>
            <p:cNvSpPr/>
            <p:nvPr/>
          </p:nvSpPr>
          <p:spPr>
            <a:xfrm>
              <a:off x="9531000" y="4568400"/>
              <a:ext cx="161748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Text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5" name="TextBox 18"/>
            <p:cNvSpPr/>
            <p:nvPr/>
          </p:nvSpPr>
          <p:spPr>
            <a:xfrm>
              <a:off x="9536760" y="4833000"/>
              <a:ext cx="1611360" cy="155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 . Easy to change colors, photos and Text. 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666" name="Straight Arrow Connector 23"/>
          <p:cNvCxnSpPr/>
          <p:nvPr/>
        </p:nvCxnSpPr>
        <p:spPr>
          <a:xfrm>
            <a:off x="3943800" y="3682440"/>
            <a:ext cx="360" cy="695160"/>
          </a:xfrm>
          <a:prstGeom prst="straightConnector1">
            <a:avLst/>
          </a:prstGeom>
          <a:ln w="31750">
            <a:solidFill>
              <a:srgbClr val="0587af"/>
            </a:solidFill>
            <a:tailEnd len="lg" type="oval" w="lg"/>
          </a:ln>
        </p:spPr>
      </p:cxnSp>
      <p:cxnSp>
        <p:nvCxnSpPr>
          <p:cNvPr id="667" name="Straight Arrow Connector 24"/>
          <p:cNvCxnSpPr/>
          <p:nvPr/>
        </p:nvCxnSpPr>
        <p:spPr>
          <a:xfrm>
            <a:off x="1810800" y="3815640"/>
            <a:ext cx="2880" cy="549720"/>
          </a:xfrm>
          <a:prstGeom prst="straightConnector1">
            <a:avLst/>
          </a:prstGeom>
          <a:ln w="31750">
            <a:solidFill>
              <a:srgbClr val="5ab4c1"/>
            </a:solidFill>
            <a:tailEnd len="lg" type="oval" w="lg"/>
          </a:ln>
        </p:spPr>
      </p:cxnSp>
      <p:cxnSp>
        <p:nvCxnSpPr>
          <p:cNvPr id="668" name="Straight Arrow Connector 25"/>
          <p:cNvCxnSpPr/>
          <p:nvPr/>
        </p:nvCxnSpPr>
        <p:spPr>
          <a:xfrm>
            <a:off x="8207640" y="4024080"/>
            <a:ext cx="360" cy="363600"/>
          </a:xfrm>
          <a:prstGeom prst="straightConnector1">
            <a:avLst/>
          </a:prstGeom>
          <a:ln w="31750">
            <a:solidFill>
              <a:srgbClr val="1a8ea9"/>
            </a:solidFill>
            <a:tailEnd len="lg" type="oval" w="lg"/>
          </a:ln>
        </p:spPr>
      </p:cxnSp>
      <p:cxnSp>
        <p:nvCxnSpPr>
          <p:cNvPr id="669" name="Straight Arrow Connector 26"/>
          <p:cNvCxnSpPr/>
          <p:nvPr/>
        </p:nvCxnSpPr>
        <p:spPr>
          <a:xfrm>
            <a:off x="10313280" y="3368160"/>
            <a:ext cx="9000" cy="1019520"/>
          </a:xfrm>
          <a:prstGeom prst="straightConnector1">
            <a:avLst/>
          </a:prstGeom>
          <a:ln w="31750">
            <a:solidFill>
              <a:srgbClr val="19a5be"/>
            </a:solidFill>
            <a:tailEnd len="lg" type="oval" w="lg"/>
          </a:ln>
        </p:spPr>
      </p:cxnSp>
      <p:cxnSp>
        <p:nvCxnSpPr>
          <p:cNvPr id="670" name="Straight Arrow Connector 27"/>
          <p:cNvCxnSpPr/>
          <p:nvPr/>
        </p:nvCxnSpPr>
        <p:spPr>
          <a:xfrm flipH="1">
            <a:off x="6099120" y="3376080"/>
            <a:ext cx="6480" cy="1002600"/>
          </a:xfrm>
          <a:prstGeom prst="straightConnector1">
            <a:avLst/>
          </a:prstGeom>
          <a:ln w="31750">
            <a:solidFill>
              <a:srgbClr val="196491"/>
            </a:solidFill>
            <a:tailEnd len="lg" type="oval" w="lg"/>
          </a:ln>
        </p:spPr>
      </p:cxnSp>
      <p:sp>
        <p:nvSpPr>
          <p:cNvPr id="671" name="Parallelogram 30"/>
          <p:cNvSpPr/>
          <p:nvPr/>
        </p:nvSpPr>
        <p:spPr>
          <a:xfrm flipH="1">
            <a:off x="10134360" y="2609280"/>
            <a:ext cx="351360" cy="352080"/>
          </a:xfrm>
          <a:custGeom>
            <a:avLst/>
            <a:gdLst>
              <a:gd name="textAreaLeft" fmla="*/ 360 w 351360"/>
              <a:gd name="textAreaRight" fmla="*/ 352080 w 351360"/>
              <a:gd name="textAreaTop" fmla="*/ 0 h 352080"/>
              <a:gd name="textAreaBottom" fmla="*/ 352440 h 352080"/>
            </a:gdLst>
            <a:ahLst/>
            <a:rect l="textAreaLeft" t="textAreaTop" r="textAreaRight" b="textAreaBottom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672" name="Rectangle 130"/>
          <p:cNvSpPr/>
          <p:nvPr/>
        </p:nvSpPr>
        <p:spPr>
          <a:xfrm>
            <a:off x="1612440" y="3268800"/>
            <a:ext cx="338040" cy="339480"/>
          </a:xfrm>
          <a:custGeom>
            <a:avLst/>
            <a:gdLst>
              <a:gd name="textAreaLeft" fmla="*/ 0 w 338040"/>
              <a:gd name="textAreaRight" fmla="*/ 338400 w 338040"/>
              <a:gd name="textAreaTop" fmla="*/ 0 h 339480"/>
              <a:gd name="textAreaBottom" fmla="*/ 339840 h 339480"/>
            </a:gdLst>
            <a:ahLst/>
            <a:rect l="textAreaLeft" t="textAreaTop" r="textAreaRight" b="textAreaBottom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673" name="Rectangle 9"/>
          <p:cNvSpPr/>
          <p:nvPr/>
        </p:nvSpPr>
        <p:spPr>
          <a:xfrm>
            <a:off x="5842800" y="2307960"/>
            <a:ext cx="524880" cy="524160"/>
          </a:xfrm>
          <a:custGeom>
            <a:avLst/>
            <a:gdLst>
              <a:gd name="textAreaLeft" fmla="*/ 0 w 524880"/>
              <a:gd name="textAreaRight" fmla="*/ 525240 w 524880"/>
              <a:gd name="textAreaTop" fmla="*/ 0 h 524160"/>
              <a:gd name="textAreaBottom" fmla="*/ 524520 h 524160"/>
            </a:gdLst>
            <a:ahLst/>
            <a:rect l="textAreaLeft" t="textAreaTop" r="textAreaRight" b="textAreaBottom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674" name="Freeform 18"/>
          <p:cNvSpPr/>
          <p:nvPr/>
        </p:nvSpPr>
        <p:spPr>
          <a:xfrm>
            <a:off x="7974360" y="3402360"/>
            <a:ext cx="426960" cy="344520"/>
          </a:xfrm>
          <a:custGeom>
            <a:avLst/>
            <a:gdLst>
              <a:gd name="textAreaLeft" fmla="*/ 0 w 426960"/>
              <a:gd name="textAreaRight" fmla="*/ 427320 w 426960"/>
              <a:gd name="textAreaTop" fmla="*/ 0 h 344520"/>
              <a:gd name="textAreaBottom" fmla="*/ 344880 h 344520"/>
            </a:gdLst>
            <a:ahLst/>
            <a:rect l="textAreaLeft" t="textAreaTop" r="textAreaRight" b="textAreaBottom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675" name="Round Same Side Corner Rectangle 36"/>
          <p:cNvSpPr/>
          <p:nvPr/>
        </p:nvSpPr>
        <p:spPr>
          <a:xfrm>
            <a:off x="3751560" y="3031200"/>
            <a:ext cx="395640" cy="312840"/>
          </a:xfrm>
          <a:custGeom>
            <a:avLst/>
            <a:gdLst>
              <a:gd name="textAreaLeft" fmla="*/ 0 w 395640"/>
              <a:gd name="textAreaRight" fmla="*/ 396000 w 395640"/>
              <a:gd name="textAreaTop" fmla="*/ 0 h 312840"/>
              <a:gd name="textAreaBottom" fmla="*/ 313200 h 312840"/>
            </a:gdLst>
            <a:ahLst/>
            <a:rect l="textAreaLeft" t="textAreaTop" r="textAreaRight" b="textAreaBottom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TextBox 3"/>
          <p:cNvSpPr/>
          <p:nvPr/>
        </p:nvSpPr>
        <p:spPr>
          <a:xfrm>
            <a:off x="1063800" y="1145880"/>
            <a:ext cx="10063800" cy="100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60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Awesome </a:t>
            </a:r>
            <a:r>
              <a:rPr b="1" lang="en-GB" sz="60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P</a:t>
            </a:r>
            <a:r>
              <a:rPr b="1" lang="en-US" sz="60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resentation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TextBox 4"/>
          <p:cNvSpPr/>
          <p:nvPr/>
        </p:nvSpPr>
        <p:spPr>
          <a:xfrm>
            <a:off x="4193280" y="5478840"/>
            <a:ext cx="3805200" cy="15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en-US" sz="4800" spc="-30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Brush Script Std"/>
                <a:ea typeface="Arial Unicode MS"/>
              </a:rPr>
              <a:t>Infographic Style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TextBox 5"/>
          <p:cNvSpPr/>
          <p:nvPr/>
        </p:nvSpPr>
        <p:spPr>
          <a:xfrm>
            <a:off x="2286720" y="4821120"/>
            <a:ext cx="76179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You can simply impress your audience and add a unique zing and appeal to your Presentations. I hope and I believe that this Template will your Time, Money and Reputation. Easy to change colors, photos and Text.  You can simply impress your audience and add a unique zing and appeal to your Presentations. You can simply impress your audience and add a unique zing and appeal to your Presentations.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Infographic Style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80" name="Rectangle 2"/>
          <p:cNvSpPr/>
          <p:nvPr/>
        </p:nvSpPr>
        <p:spPr>
          <a:xfrm>
            <a:off x="7372440" y="4339080"/>
            <a:ext cx="598680" cy="598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681" name="Rectangle 3"/>
          <p:cNvSpPr/>
          <p:nvPr/>
        </p:nvSpPr>
        <p:spPr>
          <a:xfrm>
            <a:off x="7372440" y="2804760"/>
            <a:ext cx="598680" cy="5986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682" name="Rectangle 4"/>
          <p:cNvSpPr/>
          <p:nvPr/>
        </p:nvSpPr>
        <p:spPr>
          <a:xfrm>
            <a:off x="4165560" y="5106240"/>
            <a:ext cx="598680" cy="598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683" name="Rectangle 5"/>
          <p:cNvSpPr/>
          <p:nvPr/>
        </p:nvSpPr>
        <p:spPr>
          <a:xfrm>
            <a:off x="4165560" y="3571920"/>
            <a:ext cx="598680" cy="5986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684" name="Rectangle 6"/>
          <p:cNvSpPr/>
          <p:nvPr/>
        </p:nvSpPr>
        <p:spPr>
          <a:xfrm>
            <a:off x="4165560" y="2037240"/>
            <a:ext cx="598680" cy="5986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grpSp>
        <p:nvGrpSpPr>
          <p:cNvPr id="685" name="Group 7"/>
          <p:cNvGrpSpPr/>
          <p:nvPr/>
        </p:nvGrpSpPr>
        <p:grpSpPr>
          <a:xfrm>
            <a:off x="828720" y="1887120"/>
            <a:ext cx="3143160" cy="891360"/>
            <a:chOff x="828720" y="1887120"/>
            <a:chExt cx="3143160" cy="891360"/>
          </a:xfrm>
        </p:grpSpPr>
        <p:sp>
          <p:nvSpPr>
            <p:cNvPr id="686" name="TextBox 8"/>
            <p:cNvSpPr/>
            <p:nvPr/>
          </p:nvSpPr>
          <p:spPr>
            <a:xfrm>
              <a:off x="850680" y="2140200"/>
              <a:ext cx="30978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Presentations.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7" name="TextBox 9"/>
            <p:cNvSpPr/>
            <p:nvPr/>
          </p:nvSpPr>
          <p:spPr>
            <a:xfrm>
              <a:off x="828720" y="1887120"/>
              <a:ext cx="314316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Text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88" name="Group 10"/>
          <p:cNvGrpSpPr/>
          <p:nvPr/>
        </p:nvGrpSpPr>
        <p:grpSpPr>
          <a:xfrm>
            <a:off x="828720" y="4956120"/>
            <a:ext cx="3143160" cy="891360"/>
            <a:chOff x="828720" y="4956120"/>
            <a:chExt cx="3143160" cy="891360"/>
          </a:xfrm>
        </p:grpSpPr>
        <p:sp>
          <p:nvSpPr>
            <p:cNvPr id="689" name="TextBox 11"/>
            <p:cNvSpPr/>
            <p:nvPr/>
          </p:nvSpPr>
          <p:spPr>
            <a:xfrm>
              <a:off x="850680" y="5209200"/>
              <a:ext cx="30978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Presentations.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0" name="TextBox 12"/>
            <p:cNvSpPr/>
            <p:nvPr/>
          </p:nvSpPr>
          <p:spPr>
            <a:xfrm>
              <a:off x="828720" y="4956120"/>
              <a:ext cx="314316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Text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91" name="Group 13"/>
          <p:cNvGrpSpPr/>
          <p:nvPr/>
        </p:nvGrpSpPr>
        <p:grpSpPr>
          <a:xfrm>
            <a:off x="828720" y="3421440"/>
            <a:ext cx="3143160" cy="891360"/>
            <a:chOff x="828720" y="3421440"/>
            <a:chExt cx="3143160" cy="891360"/>
          </a:xfrm>
        </p:grpSpPr>
        <p:sp>
          <p:nvSpPr>
            <p:cNvPr id="692" name="TextBox 14"/>
            <p:cNvSpPr/>
            <p:nvPr/>
          </p:nvSpPr>
          <p:spPr>
            <a:xfrm>
              <a:off x="850680" y="3674520"/>
              <a:ext cx="30978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Presentations.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3" name="TextBox 15"/>
            <p:cNvSpPr/>
            <p:nvPr/>
          </p:nvSpPr>
          <p:spPr>
            <a:xfrm>
              <a:off x="828720" y="3421440"/>
              <a:ext cx="314316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Text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94" name="Group 16"/>
          <p:cNvGrpSpPr/>
          <p:nvPr/>
        </p:nvGrpSpPr>
        <p:grpSpPr>
          <a:xfrm>
            <a:off x="8162640" y="2654280"/>
            <a:ext cx="3143160" cy="891360"/>
            <a:chOff x="8162640" y="2654280"/>
            <a:chExt cx="3143160" cy="891360"/>
          </a:xfrm>
        </p:grpSpPr>
        <p:sp>
          <p:nvSpPr>
            <p:cNvPr id="695" name="TextBox 17"/>
            <p:cNvSpPr/>
            <p:nvPr/>
          </p:nvSpPr>
          <p:spPr>
            <a:xfrm>
              <a:off x="8184960" y="2907360"/>
              <a:ext cx="30978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Presentations.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6" name="TextBox 18"/>
            <p:cNvSpPr/>
            <p:nvPr/>
          </p:nvSpPr>
          <p:spPr>
            <a:xfrm>
              <a:off x="8162640" y="2654280"/>
              <a:ext cx="314316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Text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97" name="Group 19"/>
          <p:cNvGrpSpPr/>
          <p:nvPr/>
        </p:nvGrpSpPr>
        <p:grpSpPr>
          <a:xfrm>
            <a:off x="8158320" y="4188600"/>
            <a:ext cx="3143160" cy="891720"/>
            <a:chOff x="8158320" y="4188600"/>
            <a:chExt cx="3143160" cy="891720"/>
          </a:xfrm>
        </p:grpSpPr>
        <p:sp>
          <p:nvSpPr>
            <p:cNvPr id="698" name="TextBox 20"/>
            <p:cNvSpPr/>
            <p:nvPr/>
          </p:nvSpPr>
          <p:spPr>
            <a:xfrm>
              <a:off x="8180280" y="4442040"/>
              <a:ext cx="30978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Presentations.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9" name="TextBox 21"/>
            <p:cNvSpPr/>
            <p:nvPr/>
          </p:nvSpPr>
          <p:spPr>
            <a:xfrm>
              <a:off x="8158320" y="4188600"/>
              <a:ext cx="314316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Text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00" name="Rectangle 7"/>
          <p:cNvSpPr/>
          <p:nvPr/>
        </p:nvSpPr>
        <p:spPr>
          <a:xfrm>
            <a:off x="4304160" y="5232960"/>
            <a:ext cx="321840" cy="321840"/>
          </a:xfrm>
          <a:custGeom>
            <a:avLst/>
            <a:gdLst>
              <a:gd name="textAreaLeft" fmla="*/ 0 w 321840"/>
              <a:gd name="textAreaRight" fmla="*/ 322200 w 321840"/>
              <a:gd name="textAreaTop" fmla="*/ 0 h 321840"/>
              <a:gd name="textAreaBottom" fmla="*/ 322200 h 321840"/>
            </a:gdLst>
            <a:ahLst/>
            <a:rect l="textAreaLeft" t="textAreaTop" r="textAreaRight" b="textAreaBottom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701" name="Rounded Rectangle 10"/>
          <p:cNvSpPr/>
          <p:nvPr/>
        </p:nvSpPr>
        <p:spPr>
          <a:xfrm>
            <a:off x="7560000" y="4487040"/>
            <a:ext cx="253800" cy="335880"/>
          </a:xfrm>
          <a:custGeom>
            <a:avLst/>
            <a:gdLst>
              <a:gd name="textAreaLeft" fmla="*/ 0 w 253800"/>
              <a:gd name="textAreaRight" fmla="*/ 254160 w 253800"/>
              <a:gd name="textAreaTop" fmla="*/ 0 h 335880"/>
              <a:gd name="textAreaBottom" fmla="*/ 336240 h 335880"/>
            </a:gdLst>
            <a:ahLst/>
            <a:rect l="textAreaLeft" t="textAreaTop" r="textAreaRight" b="textAreaBottom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702" name="Rounded Rectangle 5"/>
          <p:cNvSpPr/>
          <p:nvPr/>
        </p:nvSpPr>
        <p:spPr>
          <a:xfrm flipH="1">
            <a:off x="4255560" y="3720960"/>
            <a:ext cx="391320" cy="322920"/>
          </a:xfrm>
          <a:custGeom>
            <a:avLst/>
            <a:gdLst>
              <a:gd name="textAreaLeft" fmla="*/ -360 w 391320"/>
              <a:gd name="textAreaRight" fmla="*/ 391320 w 391320"/>
              <a:gd name="textAreaTop" fmla="*/ 0 h 322920"/>
              <a:gd name="textAreaBottom" fmla="*/ 323280 h 322920"/>
            </a:gdLst>
            <a:ahLst/>
            <a:rect l="textAreaLeft" t="textAreaTop" r="textAreaRight" b="textAreaBottom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703" name="Round Same Side Corner Rectangle 11"/>
          <p:cNvSpPr/>
          <p:nvPr/>
        </p:nvSpPr>
        <p:spPr>
          <a:xfrm rot="9900000">
            <a:off x="7465680" y="2956320"/>
            <a:ext cx="395640" cy="335880"/>
          </a:xfrm>
          <a:custGeom>
            <a:avLst/>
            <a:gdLst>
              <a:gd name="textAreaLeft" fmla="*/ 0 w 395640"/>
              <a:gd name="textAreaRight" fmla="*/ 396000 w 395640"/>
              <a:gd name="textAreaTop" fmla="*/ 0 h 335880"/>
              <a:gd name="textAreaBottom" fmla="*/ 336240 h 335880"/>
            </a:gdLst>
            <a:ahLst/>
            <a:rect l="textAreaLeft" t="textAreaTop" r="textAreaRight" b="textAreaBottom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704" name="Block Arc 10"/>
          <p:cNvSpPr/>
          <p:nvPr/>
        </p:nvSpPr>
        <p:spPr>
          <a:xfrm>
            <a:off x="4256280" y="2207160"/>
            <a:ext cx="431280" cy="291960"/>
          </a:xfrm>
          <a:custGeom>
            <a:avLst/>
            <a:gdLst>
              <a:gd name="textAreaLeft" fmla="*/ 0 w 431280"/>
              <a:gd name="textAreaRight" fmla="*/ 431640 w 431280"/>
              <a:gd name="textAreaTop" fmla="*/ 0 h 291960"/>
              <a:gd name="textAreaBottom" fmla="*/ 292320 h 291960"/>
            </a:gdLst>
            <a:ahLst/>
            <a:rect l="textAreaLeft" t="textAreaTop" r="textAreaRight" b="textAreaBottom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grpSp>
        <p:nvGrpSpPr>
          <p:cNvPr id="705" name="그룹 35"/>
          <p:cNvGrpSpPr/>
          <p:nvPr/>
        </p:nvGrpSpPr>
        <p:grpSpPr>
          <a:xfrm>
            <a:off x="5050800" y="1413720"/>
            <a:ext cx="2088360" cy="5056560"/>
            <a:chOff x="5050800" y="1413720"/>
            <a:chExt cx="2088360" cy="5056560"/>
          </a:xfrm>
        </p:grpSpPr>
        <p:sp>
          <p:nvSpPr>
            <p:cNvPr id="706" name="Rectangle 24"/>
            <p:cNvSpPr/>
            <p:nvPr/>
          </p:nvSpPr>
          <p:spPr>
            <a:xfrm rot="-18000000">
              <a:off x="5326560" y="2518200"/>
              <a:ext cx="1483560" cy="1483560"/>
            </a:xfrm>
            <a:custGeom>
              <a:avLst/>
              <a:gdLst>
                <a:gd name="textAreaLeft" fmla="*/ 0 w 1483560"/>
                <a:gd name="textAreaRight" fmla="*/ 1483920 w 1483560"/>
                <a:gd name="textAreaTop" fmla="*/ 0 h 1483560"/>
                <a:gd name="textAreaBottom" fmla="*/ 1483920 h 1483560"/>
              </a:gdLst>
              <a:ahLst/>
              <a:rect l="textAreaLeft" t="textAreaTop" r="textAreaRight" b="textAreaBottom"/>
              <a:pathLst>
                <a:path w="1368152" h="1368152">
                  <a:moveTo>
                    <a:pt x="0" y="771505"/>
                  </a:moveTo>
                  <a:lnTo>
                    <a:pt x="771506" y="771505"/>
                  </a:lnTo>
                  <a:lnTo>
                    <a:pt x="771506" y="0"/>
                  </a:lnTo>
                  <a:lnTo>
                    <a:pt x="1368152" y="0"/>
                  </a:lnTo>
                  <a:lnTo>
                    <a:pt x="1368152" y="1368152"/>
                  </a:lnTo>
                  <a:lnTo>
                    <a:pt x="0" y="1368152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scene3d>
              <a:camera prst="isometricTopUp">
                <a:rot lat="19697038" lon="2817926" rev="48691"/>
              </a:camera>
              <a:lightRig dir="t" rig="threeP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707" name="Rectangle 32"/>
            <p:cNvSpPr/>
            <p:nvPr/>
          </p:nvSpPr>
          <p:spPr>
            <a:xfrm rot="-18000000">
              <a:off x="5299920" y="1734480"/>
              <a:ext cx="1589760" cy="148356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scene3d>
              <a:camera prst="isometricTopUp">
                <a:rot lat="19697038" lon="2817926" rev="48691"/>
              </a:camera>
              <a:lightRig dir="t" rig="threeP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708" name="Rectangle 24"/>
            <p:cNvSpPr/>
            <p:nvPr/>
          </p:nvSpPr>
          <p:spPr>
            <a:xfrm rot="-18000000">
              <a:off x="5326560" y="3249360"/>
              <a:ext cx="1483560" cy="1483560"/>
            </a:xfrm>
            <a:custGeom>
              <a:avLst/>
              <a:gdLst>
                <a:gd name="textAreaLeft" fmla="*/ 0 w 1483560"/>
                <a:gd name="textAreaRight" fmla="*/ 1483920 w 1483560"/>
                <a:gd name="textAreaTop" fmla="*/ 0 h 1483560"/>
                <a:gd name="textAreaBottom" fmla="*/ 1483920 h 1483560"/>
              </a:gdLst>
              <a:ahLst/>
              <a:rect l="textAreaLeft" t="textAreaTop" r="textAreaRight" b="textAreaBottom"/>
              <a:pathLst>
                <a:path w="1368152" h="1368152">
                  <a:moveTo>
                    <a:pt x="0" y="771505"/>
                  </a:moveTo>
                  <a:lnTo>
                    <a:pt x="771506" y="771505"/>
                  </a:lnTo>
                  <a:lnTo>
                    <a:pt x="771506" y="0"/>
                  </a:lnTo>
                  <a:lnTo>
                    <a:pt x="1368152" y="0"/>
                  </a:lnTo>
                  <a:lnTo>
                    <a:pt x="1368152" y="1368152"/>
                  </a:lnTo>
                  <a:lnTo>
                    <a:pt x="0" y="1368152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scene3d>
              <a:camera prst="isometricTopUp">
                <a:rot lat="19697038" lon="2817926" rev="48691"/>
              </a:camera>
              <a:lightRig dir="t" rig="threeP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709" name="Rectangle 24"/>
            <p:cNvSpPr/>
            <p:nvPr/>
          </p:nvSpPr>
          <p:spPr>
            <a:xfrm rot="-18000000">
              <a:off x="5326560" y="3980520"/>
              <a:ext cx="1483560" cy="1483560"/>
            </a:xfrm>
            <a:custGeom>
              <a:avLst/>
              <a:gdLst>
                <a:gd name="textAreaLeft" fmla="*/ 0 w 1483560"/>
                <a:gd name="textAreaRight" fmla="*/ 1483920 w 1483560"/>
                <a:gd name="textAreaTop" fmla="*/ 0 h 1483560"/>
                <a:gd name="textAreaBottom" fmla="*/ 1483920 h 1483560"/>
              </a:gdLst>
              <a:ahLst/>
              <a:rect l="textAreaLeft" t="textAreaTop" r="textAreaRight" b="textAreaBottom"/>
              <a:pathLst>
                <a:path w="1368152" h="1368152">
                  <a:moveTo>
                    <a:pt x="0" y="771505"/>
                  </a:moveTo>
                  <a:lnTo>
                    <a:pt x="771506" y="771505"/>
                  </a:lnTo>
                  <a:lnTo>
                    <a:pt x="771506" y="0"/>
                  </a:lnTo>
                  <a:lnTo>
                    <a:pt x="1368152" y="0"/>
                  </a:lnTo>
                  <a:lnTo>
                    <a:pt x="1368152" y="1368152"/>
                  </a:lnTo>
                  <a:lnTo>
                    <a:pt x="0" y="136815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scene3d>
              <a:camera prst="isometricTopUp">
                <a:rot lat="19697038" lon="2817926" rev="48691"/>
              </a:camera>
              <a:lightRig dir="t" rig="threeP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710" name="Rectangle 24"/>
            <p:cNvSpPr/>
            <p:nvPr/>
          </p:nvSpPr>
          <p:spPr>
            <a:xfrm rot="-18000000">
              <a:off x="5326560" y="4711320"/>
              <a:ext cx="1483560" cy="1483560"/>
            </a:xfrm>
            <a:custGeom>
              <a:avLst/>
              <a:gdLst>
                <a:gd name="textAreaLeft" fmla="*/ 0 w 1483560"/>
                <a:gd name="textAreaRight" fmla="*/ 1483920 w 1483560"/>
                <a:gd name="textAreaTop" fmla="*/ 0 h 1483560"/>
                <a:gd name="textAreaBottom" fmla="*/ 1483920 h 1483560"/>
              </a:gdLst>
              <a:ahLst/>
              <a:rect l="textAreaLeft" t="textAreaTop" r="textAreaRight" b="textAreaBottom"/>
              <a:pathLst>
                <a:path w="1368152" h="1368152">
                  <a:moveTo>
                    <a:pt x="0" y="771505"/>
                  </a:moveTo>
                  <a:lnTo>
                    <a:pt x="771506" y="771505"/>
                  </a:lnTo>
                  <a:lnTo>
                    <a:pt x="771506" y="0"/>
                  </a:lnTo>
                  <a:lnTo>
                    <a:pt x="1368152" y="0"/>
                  </a:lnTo>
                  <a:lnTo>
                    <a:pt x="1368152" y="1368152"/>
                  </a:lnTo>
                  <a:lnTo>
                    <a:pt x="0" y="1368152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scene3d>
              <a:camera prst="isometricTopUp">
                <a:rot lat="19697038" lon="2817926" rev="48691"/>
              </a:camera>
              <a:lightRig dir="t" rig="threeP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grpSp>
        <p:nvGrpSpPr>
          <p:cNvPr id="711" name="Group 36"/>
          <p:cNvGrpSpPr/>
          <p:nvPr/>
        </p:nvGrpSpPr>
        <p:grpSpPr>
          <a:xfrm>
            <a:off x="5485320" y="1915560"/>
            <a:ext cx="1429560" cy="946800"/>
            <a:chOff x="5485320" y="1915560"/>
            <a:chExt cx="1429560" cy="946800"/>
          </a:xfrm>
        </p:grpSpPr>
        <p:sp>
          <p:nvSpPr>
            <p:cNvPr id="712" name="TextBox 37"/>
            <p:cNvSpPr/>
            <p:nvPr/>
          </p:nvSpPr>
          <p:spPr>
            <a:xfrm>
              <a:off x="5485320" y="1915560"/>
              <a:ext cx="141984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Add Text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3" name="TextBox 38"/>
            <p:cNvSpPr/>
            <p:nvPr/>
          </p:nvSpPr>
          <p:spPr>
            <a:xfrm>
              <a:off x="5495040" y="2132280"/>
              <a:ext cx="1419840" cy="73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Simple PowerPoint Presentation 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4" name="그룹 1"/>
          <p:cNvGrpSpPr/>
          <p:nvPr/>
        </p:nvGrpSpPr>
        <p:grpSpPr>
          <a:xfrm>
            <a:off x="181440" y="1371960"/>
            <a:ext cx="11829600" cy="5183640"/>
            <a:chOff x="181440" y="1371960"/>
            <a:chExt cx="11829600" cy="5183640"/>
          </a:xfrm>
        </p:grpSpPr>
        <p:sp>
          <p:nvSpPr>
            <p:cNvPr id="715" name="Isosceles Triangle 34"/>
            <p:cNvSpPr/>
            <p:nvPr/>
          </p:nvSpPr>
          <p:spPr>
            <a:xfrm flipH="1" flipV="1" rot="10800000">
              <a:off x="181440" y="3961440"/>
              <a:ext cx="11829600" cy="258912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716" name="Isosceles Triangle 35"/>
            <p:cNvSpPr/>
            <p:nvPr/>
          </p:nvSpPr>
          <p:spPr>
            <a:xfrm flipH="1" rot="10800000">
              <a:off x="181440" y="1381320"/>
              <a:ext cx="11829600" cy="258912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717" name="Isosceles Triangle 36"/>
            <p:cNvSpPr/>
            <p:nvPr/>
          </p:nvSpPr>
          <p:spPr>
            <a:xfrm flipH="1" rot="5400000">
              <a:off x="557280" y="1013400"/>
              <a:ext cx="5178600" cy="590508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718" name="Isosceles Triangle 37"/>
            <p:cNvSpPr/>
            <p:nvPr/>
          </p:nvSpPr>
          <p:spPr>
            <a:xfrm rot="16200000">
              <a:off x="6454440" y="1008720"/>
              <a:ext cx="5178600" cy="590508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sp>
        <p:nvSpPr>
          <p:cNvPr id="719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Infographic Style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720" name="Group 2"/>
          <p:cNvGrpSpPr/>
          <p:nvPr/>
        </p:nvGrpSpPr>
        <p:grpSpPr>
          <a:xfrm>
            <a:off x="5423040" y="2861640"/>
            <a:ext cx="1316880" cy="2449800"/>
            <a:chOff x="5423040" y="2861640"/>
            <a:chExt cx="1316880" cy="2449800"/>
          </a:xfrm>
        </p:grpSpPr>
        <p:sp>
          <p:nvSpPr>
            <p:cNvPr id="721" name="Rectangle 3"/>
            <p:cNvSpPr/>
            <p:nvPr/>
          </p:nvSpPr>
          <p:spPr>
            <a:xfrm>
              <a:off x="5529240" y="3103200"/>
              <a:ext cx="1103760" cy="1906560"/>
            </a:xfrm>
            <a:prstGeom prst="rect">
              <a:avLst/>
            </a:prstGeom>
            <a:solidFill>
              <a:schemeClr val="bg1"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grpSp>
          <p:nvGrpSpPr>
            <p:cNvPr id="722" name="Group 4"/>
            <p:cNvGrpSpPr/>
            <p:nvPr/>
          </p:nvGrpSpPr>
          <p:grpSpPr>
            <a:xfrm>
              <a:off x="5423040" y="2861640"/>
              <a:ext cx="1316880" cy="2449800"/>
              <a:chOff x="5423040" y="2861640"/>
              <a:chExt cx="1316880" cy="2449800"/>
            </a:xfrm>
          </p:grpSpPr>
          <p:sp>
            <p:nvSpPr>
              <p:cNvPr id="723" name="Freeform 6"/>
              <p:cNvSpPr/>
              <p:nvPr/>
            </p:nvSpPr>
            <p:spPr>
              <a:xfrm>
                <a:off x="5423040" y="2861640"/>
                <a:ext cx="1316880" cy="2449800"/>
              </a:xfrm>
              <a:custGeom>
                <a:avLst/>
                <a:gdLst>
                  <a:gd name="textAreaLeft" fmla="*/ 0 w 1316880"/>
                  <a:gd name="textAreaRight" fmla="*/ 1317240 w 1316880"/>
                  <a:gd name="textAreaTop" fmla="*/ 0 h 2449800"/>
                  <a:gd name="textAreaBottom" fmla="*/ 2450160 h 2449800"/>
                </a:gdLst>
                <a:ahLst/>
                <a:rect l="textAreaLeft" t="textAreaTop" r="textAreaRight" b="textAreaBottom"/>
                <a:pathLst>
                  <a:path w="566" h="1053">
                    <a:moveTo>
                      <a:pt x="530" y="0"/>
                    </a:moveTo>
                    <a:cubicBezTo>
                      <a:pt x="36" y="0"/>
                      <a:pt x="36" y="0"/>
                      <a:pt x="36" y="0"/>
                    </a:cubicBezTo>
                    <a:cubicBezTo>
                      <a:pt x="16" y="0"/>
                      <a:pt x="0" y="16"/>
                      <a:pt x="0" y="36"/>
                    </a:cubicBezTo>
                    <a:cubicBezTo>
                      <a:pt x="0" y="1017"/>
                      <a:pt x="0" y="1017"/>
                      <a:pt x="0" y="1017"/>
                    </a:cubicBezTo>
                    <a:cubicBezTo>
                      <a:pt x="0" y="1037"/>
                      <a:pt x="16" y="1053"/>
                      <a:pt x="36" y="1053"/>
                    </a:cubicBezTo>
                    <a:cubicBezTo>
                      <a:pt x="530" y="1053"/>
                      <a:pt x="530" y="1053"/>
                      <a:pt x="530" y="1053"/>
                    </a:cubicBezTo>
                    <a:cubicBezTo>
                      <a:pt x="550" y="1053"/>
                      <a:pt x="566" y="1037"/>
                      <a:pt x="566" y="1017"/>
                    </a:cubicBezTo>
                    <a:cubicBezTo>
                      <a:pt x="566" y="36"/>
                      <a:pt x="566" y="36"/>
                      <a:pt x="566" y="36"/>
                    </a:cubicBezTo>
                    <a:cubicBezTo>
                      <a:pt x="566" y="16"/>
                      <a:pt x="550" y="0"/>
                      <a:pt x="530" y="0"/>
                    </a:cubicBezTo>
                    <a:close/>
                    <a:moveTo>
                      <a:pt x="520" y="911"/>
                    </a:moveTo>
                    <a:cubicBezTo>
                      <a:pt x="48" y="911"/>
                      <a:pt x="48" y="911"/>
                      <a:pt x="48" y="911"/>
                    </a:cubicBezTo>
                    <a:cubicBezTo>
                      <a:pt x="48" y="108"/>
                      <a:pt x="48" y="108"/>
                      <a:pt x="48" y="108"/>
                    </a:cubicBezTo>
                    <a:cubicBezTo>
                      <a:pt x="520" y="108"/>
                      <a:pt x="520" y="108"/>
                      <a:pt x="520" y="108"/>
                    </a:cubicBezTo>
                    <a:lnTo>
                      <a:pt x="520" y="911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numCol="1" spcCol="0" horzOverflow="overflow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724" name="Rounded Rectangle 31"/>
              <p:cNvSpPr/>
              <p:nvPr/>
            </p:nvSpPr>
            <p:spPr>
              <a:xfrm>
                <a:off x="5969880" y="2984760"/>
                <a:ext cx="223200" cy="21960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-29520" bIns="-2952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725" name="Oval 7"/>
              <p:cNvSpPr/>
              <p:nvPr/>
            </p:nvSpPr>
            <p:spPr>
              <a:xfrm>
                <a:off x="5975280" y="5044680"/>
                <a:ext cx="212040" cy="212040"/>
              </a:xfrm>
              <a:prstGeom prst="ellipse">
                <a:avLst/>
              </a:prstGeom>
              <a:gradFill rotWithShape="0">
                <a:gsLst>
                  <a:gs pos="0">
                    <a:srgbClr val="262626"/>
                  </a:gs>
                  <a:gs pos="100000">
                    <a:srgbClr val="808080"/>
                  </a:gs>
                </a:gsLst>
                <a:lin ang="13500000"/>
              </a:gradFill>
              <a:ln>
                <a:solidFill>
                  <a:srgbClr val="000000">
                    <a:lumMod val="65000"/>
                    <a:lumOff val="35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</p:grpSp>
      </p:grpSp>
      <p:grpSp>
        <p:nvGrpSpPr>
          <p:cNvPr id="726" name="Group 8"/>
          <p:cNvGrpSpPr/>
          <p:nvPr/>
        </p:nvGrpSpPr>
        <p:grpSpPr>
          <a:xfrm>
            <a:off x="4392000" y="4469400"/>
            <a:ext cx="3377520" cy="451800"/>
            <a:chOff x="4392000" y="4469400"/>
            <a:chExt cx="3377520" cy="451800"/>
          </a:xfrm>
        </p:grpSpPr>
        <p:sp>
          <p:nvSpPr>
            <p:cNvPr id="727" name="Rectangle 36"/>
            <p:cNvSpPr/>
            <p:nvPr/>
          </p:nvSpPr>
          <p:spPr>
            <a:xfrm>
              <a:off x="6810840" y="4469400"/>
              <a:ext cx="958680" cy="319680"/>
            </a:xfrm>
            <a:custGeom>
              <a:avLst/>
              <a:gdLst>
                <a:gd name="textAreaLeft" fmla="*/ 0 w 958680"/>
                <a:gd name="textAreaRight" fmla="*/ 959040 w 958680"/>
                <a:gd name="textAreaTop" fmla="*/ 0 h 319680"/>
                <a:gd name="textAreaBottom" fmla="*/ 320040 h 319680"/>
              </a:gdLst>
              <a:ahLst/>
              <a:rect l="textAreaLeft" t="textAreaTop" r="textAreaRight" b="textAreaBottom"/>
              <a:pathLst>
                <a:path w="1152128" h="384367">
                  <a:moveTo>
                    <a:pt x="0" y="0"/>
                  </a:moveTo>
                  <a:lnTo>
                    <a:pt x="1145869" y="0"/>
                  </a:lnTo>
                  <a:lnTo>
                    <a:pt x="890752" y="182433"/>
                  </a:lnTo>
                  <a:lnTo>
                    <a:pt x="1152128" y="369343"/>
                  </a:lnTo>
                  <a:lnTo>
                    <a:pt x="1152128" y="384367"/>
                  </a:lnTo>
                  <a:lnTo>
                    <a:pt x="0" y="384367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728" name="Parallelogram 11"/>
            <p:cNvSpPr/>
            <p:nvPr/>
          </p:nvSpPr>
          <p:spPr>
            <a:xfrm flipH="1">
              <a:off x="6806520" y="4469400"/>
              <a:ext cx="141480" cy="442440"/>
            </a:xfrm>
            <a:custGeom>
              <a:avLst/>
              <a:gdLst>
                <a:gd name="textAreaLeft" fmla="*/ -360 w 141480"/>
                <a:gd name="textAreaRight" fmla="*/ 141480 w 141480"/>
                <a:gd name="textAreaTop" fmla="*/ 0 h 442440"/>
                <a:gd name="textAreaBottom" fmla="*/ 442800 h 442440"/>
              </a:gdLst>
              <a:ahLst/>
              <a:rect l="textAreaLeft" t="textAreaTop" r="textAreaRight" b="textAreaBottom"/>
              <a:pathLst>
                <a:path w="170329" h="531943">
                  <a:moveTo>
                    <a:pt x="0" y="161829"/>
                  </a:moveTo>
                  <a:lnTo>
                    <a:pt x="170329" y="0"/>
                  </a:lnTo>
                  <a:lnTo>
                    <a:pt x="160510" y="332014"/>
                  </a:lnTo>
                  <a:lnTo>
                    <a:pt x="1670" y="531943"/>
                  </a:lnTo>
                  <a:cubicBezTo>
                    <a:pt x="1113" y="408572"/>
                    <a:pt x="557" y="285200"/>
                    <a:pt x="0" y="161829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729" name="Rectangle 36"/>
            <p:cNvSpPr/>
            <p:nvPr/>
          </p:nvSpPr>
          <p:spPr>
            <a:xfrm flipH="1">
              <a:off x="4391640" y="4481280"/>
              <a:ext cx="958680" cy="319680"/>
            </a:xfrm>
            <a:custGeom>
              <a:avLst/>
              <a:gdLst>
                <a:gd name="textAreaLeft" fmla="*/ -360 w 958680"/>
                <a:gd name="textAreaRight" fmla="*/ 958680 w 958680"/>
                <a:gd name="textAreaTop" fmla="*/ 0 h 319680"/>
                <a:gd name="textAreaBottom" fmla="*/ 320040 h 319680"/>
              </a:gdLst>
              <a:ahLst/>
              <a:rect l="textAreaLeft" t="textAreaTop" r="textAreaRight" b="textAreaBottom"/>
              <a:pathLst>
                <a:path w="1152128" h="384367">
                  <a:moveTo>
                    <a:pt x="0" y="0"/>
                  </a:moveTo>
                  <a:lnTo>
                    <a:pt x="1145869" y="0"/>
                  </a:lnTo>
                  <a:lnTo>
                    <a:pt x="890752" y="182433"/>
                  </a:lnTo>
                  <a:lnTo>
                    <a:pt x="1152128" y="369343"/>
                  </a:lnTo>
                  <a:lnTo>
                    <a:pt x="1152128" y="384367"/>
                  </a:lnTo>
                  <a:lnTo>
                    <a:pt x="0" y="384367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730" name="Parallelogram 11"/>
            <p:cNvSpPr/>
            <p:nvPr/>
          </p:nvSpPr>
          <p:spPr>
            <a:xfrm>
              <a:off x="5214960" y="4478760"/>
              <a:ext cx="141480" cy="442440"/>
            </a:xfrm>
            <a:custGeom>
              <a:avLst/>
              <a:gdLst>
                <a:gd name="textAreaLeft" fmla="*/ 0 w 141480"/>
                <a:gd name="textAreaRight" fmla="*/ 141840 w 141480"/>
                <a:gd name="textAreaTop" fmla="*/ 0 h 442440"/>
                <a:gd name="textAreaBottom" fmla="*/ 442800 h 442440"/>
              </a:gdLst>
              <a:ahLst/>
              <a:rect l="textAreaLeft" t="textAreaTop" r="textAreaRight" b="textAreaBottom"/>
              <a:pathLst>
                <a:path w="170329" h="531943">
                  <a:moveTo>
                    <a:pt x="0" y="161829"/>
                  </a:moveTo>
                  <a:lnTo>
                    <a:pt x="170329" y="0"/>
                  </a:lnTo>
                  <a:lnTo>
                    <a:pt x="160510" y="332014"/>
                  </a:lnTo>
                  <a:lnTo>
                    <a:pt x="1670" y="531943"/>
                  </a:lnTo>
                  <a:cubicBezTo>
                    <a:pt x="1113" y="408572"/>
                    <a:pt x="557" y="285200"/>
                    <a:pt x="0" y="161829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731" name="Rectangle 13"/>
            <p:cNvSpPr/>
            <p:nvPr/>
          </p:nvSpPr>
          <p:spPr>
            <a:xfrm>
              <a:off x="5214960" y="4601520"/>
              <a:ext cx="1737720" cy="3196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grpSp>
        <p:nvGrpSpPr>
          <p:cNvPr id="732" name="Group 14"/>
          <p:cNvGrpSpPr/>
          <p:nvPr/>
        </p:nvGrpSpPr>
        <p:grpSpPr>
          <a:xfrm>
            <a:off x="9039240" y="3673080"/>
            <a:ext cx="2283840" cy="1242000"/>
            <a:chOff x="9039240" y="3673080"/>
            <a:chExt cx="2283840" cy="1242000"/>
          </a:xfrm>
        </p:grpSpPr>
        <p:sp>
          <p:nvSpPr>
            <p:cNvPr id="733" name="TextBox 15"/>
            <p:cNvSpPr/>
            <p:nvPr/>
          </p:nvSpPr>
          <p:spPr>
            <a:xfrm>
              <a:off x="9039240" y="3911040"/>
              <a:ext cx="2283840" cy="100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Presentations. Easy to change colors, photos and Text.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4" name="TextBox 16"/>
            <p:cNvSpPr/>
            <p:nvPr/>
          </p:nvSpPr>
          <p:spPr>
            <a:xfrm>
              <a:off x="9039240" y="3673080"/>
              <a:ext cx="228384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Add Title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35" name="Group 17"/>
          <p:cNvGrpSpPr/>
          <p:nvPr/>
        </p:nvGrpSpPr>
        <p:grpSpPr>
          <a:xfrm>
            <a:off x="823680" y="3673080"/>
            <a:ext cx="2283840" cy="1242000"/>
            <a:chOff x="823680" y="3673080"/>
            <a:chExt cx="2283840" cy="1242000"/>
          </a:xfrm>
        </p:grpSpPr>
        <p:sp>
          <p:nvSpPr>
            <p:cNvPr id="736" name="TextBox 18"/>
            <p:cNvSpPr/>
            <p:nvPr/>
          </p:nvSpPr>
          <p:spPr>
            <a:xfrm>
              <a:off x="823680" y="3911040"/>
              <a:ext cx="2283840" cy="100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Presentations. Easy to change colors, photos and Text.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7" name="TextBox 19"/>
            <p:cNvSpPr/>
            <p:nvPr/>
          </p:nvSpPr>
          <p:spPr>
            <a:xfrm>
              <a:off x="823680" y="3673080"/>
              <a:ext cx="228384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Add Title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38" name="Group 20"/>
          <p:cNvGrpSpPr/>
          <p:nvPr/>
        </p:nvGrpSpPr>
        <p:grpSpPr>
          <a:xfrm>
            <a:off x="4718520" y="5472360"/>
            <a:ext cx="3753360" cy="876240"/>
            <a:chOff x="4718520" y="5472360"/>
            <a:chExt cx="3753360" cy="876240"/>
          </a:xfrm>
        </p:grpSpPr>
        <p:sp>
          <p:nvSpPr>
            <p:cNvPr id="739" name="TextBox 21"/>
            <p:cNvSpPr/>
            <p:nvPr/>
          </p:nvSpPr>
          <p:spPr>
            <a:xfrm>
              <a:off x="4718520" y="5710320"/>
              <a:ext cx="375336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Presentations. Easy to change colors, photos and Text.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0" name="TextBox 22"/>
            <p:cNvSpPr/>
            <p:nvPr/>
          </p:nvSpPr>
          <p:spPr>
            <a:xfrm>
              <a:off x="4718520" y="5472360"/>
              <a:ext cx="375336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Add Title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41" name="Group 23"/>
          <p:cNvGrpSpPr/>
          <p:nvPr/>
        </p:nvGrpSpPr>
        <p:grpSpPr>
          <a:xfrm>
            <a:off x="4727880" y="1602360"/>
            <a:ext cx="3753360" cy="876240"/>
            <a:chOff x="4727880" y="1602360"/>
            <a:chExt cx="3753360" cy="876240"/>
          </a:xfrm>
        </p:grpSpPr>
        <p:sp>
          <p:nvSpPr>
            <p:cNvPr id="742" name="TextBox 24"/>
            <p:cNvSpPr/>
            <p:nvPr/>
          </p:nvSpPr>
          <p:spPr>
            <a:xfrm>
              <a:off x="4727880" y="1840320"/>
              <a:ext cx="375336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Presentations. Easy to change colors, photos and Text.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3" name="TextBox 25"/>
            <p:cNvSpPr/>
            <p:nvPr/>
          </p:nvSpPr>
          <p:spPr>
            <a:xfrm>
              <a:off x="4727880" y="1602360"/>
              <a:ext cx="375336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Add Title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44" name="TextBox 26"/>
          <p:cNvSpPr/>
          <p:nvPr/>
        </p:nvSpPr>
        <p:spPr>
          <a:xfrm>
            <a:off x="5529240" y="3971880"/>
            <a:ext cx="1103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Contents Title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TextBox 27"/>
          <p:cNvSpPr/>
          <p:nvPr/>
        </p:nvSpPr>
        <p:spPr>
          <a:xfrm>
            <a:off x="5214960" y="4581360"/>
            <a:ext cx="1733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Arial"/>
                <a:ea typeface="Arial Unicode MS"/>
              </a:rPr>
              <a:t>Contents Title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Donut 24"/>
          <p:cNvSpPr/>
          <p:nvPr/>
        </p:nvSpPr>
        <p:spPr>
          <a:xfrm>
            <a:off x="5864400" y="3323520"/>
            <a:ext cx="433080" cy="436680"/>
          </a:xfrm>
          <a:custGeom>
            <a:avLst/>
            <a:gdLst>
              <a:gd name="textAreaLeft" fmla="*/ 0 w 433080"/>
              <a:gd name="textAreaRight" fmla="*/ 433440 w 433080"/>
              <a:gd name="textAreaTop" fmla="*/ 0 h 436680"/>
              <a:gd name="textAreaBottom" fmla="*/ 437040 h 436680"/>
            </a:gdLst>
            <a:ahLst/>
            <a:rect l="textAreaLeft" t="textAreaTop" r="textAreaRight" b="textAreaBottom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747" name="Rectangle 36"/>
          <p:cNvSpPr/>
          <p:nvPr/>
        </p:nvSpPr>
        <p:spPr>
          <a:xfrm>
            <a:off x="1760040" y="3112560"/>
            <a:ext cx="411120" cy="343800"/>
          </a:xfrm>
          <a:custGeom>
            <a:avLst/>
            <a:gdLst>
              <a:gd name="textAreaLeft" fmla="*/ 0 w 411120"/>
              <a:gd name="textAreaRight" fmla="*/ 411480 w 411120"/>
              <a:gd name="textAreaTop" fmla="*/ 0 h 343800"/>
              <a:gd name="textAreaBottom" fmla="*/ 344160 h 343800"/>
            </a:gdLst>
            <a:ahLst/>
            <a:rect l="textAreaLeft" t="textAreaTop" r="textAreaRight" b="textAreaBottom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748" name="Rounded Rectangle 27"/>
          <p:cNvSpPr/>
          <p:nvPr/>
        </p:nvSpPr>
        <p:spPr>
          <a:xfrm>
            <a:off x="3960000" y="1866600"/>
            <a:ext cx="424800" cy="326160"/>
          </a:xfrm>
          <a:custGeom>
            <a:avLst/>
            <a:gdLst>
              <a:gd name="textAreaLeft" fmla="*/ 0 w 424800"/>
              <a:gd name="textAreaRight" fmla="*/ 425160 w 424800"/>
              <a:gd name="textAreaTop" fmla="*/ 0 h 326160"/>
              <a:gd name="textAreaBottom" fmla="*/ 326520 h 326160"/>
            </a:gdLst>
            <a:ahLst/>
            <a:rect l="textAreaLeft" t="textAreaTop" r="textAreaRight" b="textAreaBottom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749" name="Rounded Rectangle 7"/>
          <p:cNvSpPr/>
          <p:nvPr/>
        </p:nvSpPr>
        <p:spPr>
          <a:xfrm>
            <a:off x="9965160" y="3074400"/>
            <a:ext cx="431640" cy="372600"/>
          </a:xfrm>
          <a:custGeom>
            <a:avLst/>
            <a:gdLst>
              <a:gd name="textAreaLeft" fmla="*/ 0 w 431640"/>
              <a:gd name="textAreaRight" fmla="*/ 432000 w 431640"/>
              <a:gd name="textAreaTop" fmla="*/ 0 h 372600"/>
              <a:gd name="textAreaBottom" fmla="*/ 372960 h 372600"/>
            </a:gdLst>
            <a:ahLst/>
            <a:rect l="textAreaLeft" t="textAreaTop" r="textAreaRight" b="textAreaBottom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750" name="Oval 21"/>
          <p:cNvSpPr/>
          <p:nvPr/>
        </p:nvSpPr>
        <p:spPr>
          <a:xfrm>
            <a:off x="4060080" y="5743800"/>
            <a:ext cx="424800" cy="428400"/>
          </a:xfrm>
          <a:custGeom>
            <a:avLst/>
            <a:gdLst>
              <a:gd name="textAreaLeft" fmla="*/ 0 w 424800"/>
              <a:gd name="textAreaRight" fmla="*/ 425160 w 424800"/>
              <a:gd name="textAreaTop" fmla="*/ 0 h 428400"/>
              <a:gd name="textAreaBottom" fmla="*/ 428760 h 428400"/>
            </a:gdLst>
            <a:ahLst/>
            <a:rect l="textAreaLeft" t="textAreaTop" r="textAreaRight" b="textAreaBottom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Infographic Style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752" name="Group 2"/>
          <p:cNvGrpSpPr/>
          <p:nvPr/>
        </p:nvGrpSpPr>
        <p:grpSpPr>
          <a:xfrm>
            <a:off x="4170600" y="5354640"/>
            <a:ext cx="3357000" cy="840960"/>
            <a:chOff x="4170600" y="5354640"/>
            <a:chExt cx="3357000" cy="840960"/>
          </a:xfrm>
        </p:grpSpPr>
        <p:sp>
          <p:nvSpPr>
            <p:cNvPr id="753" name="Oval 3"/>
            <p:cNvSpPr/>
            <p:nvPr/>
          </p:nvSpPr>
          <p:spPr>
            <a:xfrm>
              <a:off x="4170600" y="5354640"/>
              <a:ext cx="3357000" cy="840960"/>
            </a:xfrm>
            <a:prstGeom prst="ellipse">
              <a:avLst/>
            </a:prstGeom>
            <a:solidFill>
              <a:schemeClr val="tx1">
                <a:lumMod val="50000"/>
                <a:lumOff val="50000"/>
                <a:alpha val="51000"/>
              </a:schemeClr>
            </a:solidFill>
            <a:ln>
              <a:noFill/>
            </a:ln>
            <a:effectLst>
              <a:softEdge rad="31752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just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754" name="Oval 4"/>
            <p:cNvSpPr/>
            <p:nvPr/>
          </p:nvSpPr>
          <p:spPr>
            <a:xfrm>
              <a:off x="4818600" y="5541120"/>
              <a:ext cx="1728720" cy="432720"/>
            </a:xfrm>
            <a:prstGeom prst="ellipse">
              <a:avLst/>
            </a:prstGeom>
            <a:solidFill>
              <a:schemeClr val="tx1">
                <a:lumMod val="50000"/>
                <a:lumOff val="50000"/>
                <a:alpha val="51000"/>
              </a:schemeClr>
            </a:solidFill>
            <a:ln>
              <a:noFill/>
            </a:ln>
            <a:effectLst>
              <a:softEdge rad="12708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just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sp>
        <p:nvSpPr>
          <p:cNvPr id="755" name="Hexagon 5"/>
          <p:cNvSpPr/>
          <p:nvPr/>
        </p:nvSpPr>
        <p:spPr>
          <a:xfrm rot="19623000">
            <a:off x="7099560" y="2165040"/>
            <a:ext cx="447840" cy="383760"/>
          </a:xfrm>
          <a:prstGeom prst="hexagon">
            <a:avLst>
              <a:gd name="adj" fmla="val 30244"/>
              <a:gd name="vf" fmla="val 11547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756" name="TextBox 6"/>
          <p:cNvSpPr/>
          <p:nvPr/>
        </p:nvSpPr>
        <p:spPr>
          <a:xfrm>
            <a:off x="7617600" y="2375280"/>
            <a:ext cx="3383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You can simply impress your audience and add a unique zing and appeal to your Presentations.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TextBox 7"/>
          <p:cNvSpPr/>
          <p:nvPr/>
        </p:nvSpPr>
        <p:spPr>
          <a:xfrm>
            <a:off x="7607880" y="2119320"/>
            <a:ext cx="3383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Contents _ Graph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58" name="Straight Connector 8"/>
          <p:cNvCxnSpPr/>
          <p:nvPr/>
        </p:nvCxnSpPr>
        <p:spPr>
          <a:xfrm>
            <a:off x="7525440" y="2367360"/>
            <a:ext cx="3600360" cy="3240"/>
          </a:xfrm>
          <a:prstGeom prst="straightConnector1">
            <a:avLst/>
          </a:prstGeom>
          <a:ln>
            <a:solidFill>
              <a:srgbClr val="5ab4c1"/>
            </a:solidFill>
            <a:tailEnd len="med" type="oval" w="med"/>
          </a:ln>
        </p:spPr>
      </p:cxnSp>
      <p:sp>
        <p:nvSpPr>
          <p:cNvPr id="759" name="Hexagon 9"/>
          <p:cNvSpPr/>
          <p:nvPr/>
        </p:nvSpPr>
        <p:spPr>
          <a:xfrm rot="19623000">
            <a:off x="4668480" y="2971800"/>
            <a:ext cx="447840" cy="383760"/>
          </a:xfrm>
          <a:prstGeom prst="hexagon">
            <a:avLst>
              <a:gd name="adj" fmla="val 31719"/>
              <a:gd name="vf" fmla="val 11547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760" name="TextBox 10"/>
          <p:cNvSpPr/>
          <p:nvPr/>
        </p:nvSpPr>
        <p:spPr>
          <a:xfrm>
            <a:off x="1253160" y="3161160"/>
            <a:ext cx="3383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You can simply impress your audience and add a unique zing and appeal to your Presentations.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TextBox 11"/>
          <p:cNvSpPr/>
          <p:nvPr/>
        </p:nvSpPr>
        <p:spPr>
          <a:xfrm>
            <a:off x="1253160" y="2884320"/>
            <a:ext cx="3383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Contents _ Graph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62" name="Straight Connector 12"/>
          <p:cNvCxnSpPr/>
          <p:nvPr/>
        </p:nvCxnSpPr>
        <p:spPr>
          <a:xfrm>
            <a:off x="1109880" y="3161160"/>
            <a:ext cx="3600360" cy="360"/>
          </a:xfrm>
          <a:prstGeom prst="straightConnector1">
            <a:avLst/>
          </a:prstGeom>
          <a:ln>
            <a:solidFill>
              <a:srgbClr val="53c3cd"/>
            </a:solidFill>
            <a:headEnd len="med" type="oval" w="med"/>
          </a:ln>
        </p:spPr>
      </p:cxnSp>
      <p:sp>
        <p:nvSpPr>
          <p:cNvPr id="763" name="Hexagon 13"/>
          <p:cNvSpPr/>
          <p:nvPr/>
        </p:nvSpPr>
        <p:spPr>
          <a:xfrm rot="19702200">
            <a:off x="7102080" y="3752640"/>
            <a:ext cx="447840" cy="383760"/>
          </a:xfrm>
          <a:prstGeom prst="hexagon">
            <a:avLst>
              <a:gd name="adj" fmla="val 30960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764" name="TextBox 14"/>
          <p:cNvSpPr/>
          <p:nvPr/>
        </p:nvSpPr>
        <p:spPr>
          <a:xfrm>
            <a:off x="7617600" y="3956760"/>
            <a:ext cx="3383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You can simply impress your audience and add a unique zing and appeal to your Presentations.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TextBox 15"/>
          <p:cNvSpPr/>
          <p:nvPr/>
        </p:nvSpPr>
        <p:spPr>
          <a:xfrm>
            <a:off x="7607880" y="3700800"/>
            <a:ext cx="3383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Contents _ Graph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66" name="Straight Connector 16"/>
          <p:cNvCxnSpPr/>
          <p:nvPr/>
        </p:nvCxnSpPr>
        <p:spPr>
          <a:xfrm>
            <a:off x="7525440" y="3948840"/>
            <a:ext cx="3600360" cy="3240"/>
          </a:xfrm>
          <a:prstGeom prst="straightConnector1">
            <a:avLst/>
          </a:prstGeom>
          <a:ln>
            <a:solidFill>
              <a:srgbClr val="19a5be"/>
            </a:solidFill>
            <a:tailEnd len="med" type="oval" w="med"/>
          </a:ln>
        </p:spPr>
      </p:cxnSp>
      <p:sp>
        <p:nvSpPr>
          <p:cNvPr id="767" name="Hexagon 17"/>
          <p:cNvSpPr/>
          <p:nvPr/>
        </p:nvSpPr>
        <p:spPr>
          <a:xfrm rot="19747200">
            <a:off x="4682160" y="4442040"/>
            <a:ext cx="447840" cy="384120"/>
          </a:xfrm>
          <a:prstGeom prst="hexagon">
            <a:avLst>
              <a:gd name="adj" fmla="val 28809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768" name="TextBox 18"/>
          <p:cNvSpPr/>
          <p:nvPr/>
        </p:nvSpPr>
        <p:spPr>
          <a:xfrm>
            <a:off x="1253160" y="4634280"/>
            <a:ext cx="3383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You can simply impress your audience and add a unique zing and appeal to your Presentations.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TextBox 19"/>
          <p:cNvSpPr/>
          <p:nvPr/>
        </p:nvSpPr>
        <p:spPr>
          <a:xfrm>
            <a:off x="1253160" y="4357080"/>
            <a:ext cx="3383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Contents _ Graph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70" name="Straight Connector 20"/>
          <p:cNvCxnSpPr/>
          <p:nvPr/>
        </p:nvCxnSpPr>
        <p:spPr>
          <a:xfrm>
            <a:off x="1109880" y="4633920"/>
            <a:ext cx="3600360" cy="360"/>
          </a:xfrm>
          <a:prstGeom prst="straightConnector1">
            <a:avLst/>
          </a:prstGeom>
          <a:ln>
            <a:solidFill>
              <a:srgbClr val="0587af"/>
            </a:solidFill>
            <a:headEnd len="med" type="oval" w="med"/>
          </a:ln>
        </p:spPr>
      </p:cxnSp>
      <p:grpSp>
        <p:nvGrpSpPr>
          <p:cNvPr id="771" name="Group 21"/>
          <p:cNvGrpSpPr/>
          <p:nvPr/>
        </p:nvGrpSpPr>
        <p:grpSpPr>
          <a:xfrm>
            <a:off x="5356800" y="1992960"/>
            <a:ext cx="1402200" cy="3757680"/>
            <a:chOff x="5356800" y="1992960"/>
            <a:chExt cx="1402200" cy="3757680"/>
          </a:xfrm>
        </p:grpSpPr>
        <p:sp>
          <p:nvSpPr>
            <p:cNvPr id="772" name="Rectangle 22"/>
            <p:cNvSpPr/>
            <p:nvPr/>
          </p:nvSpPr>
          <p:spPr>
            <a:xfrm>
              <a:off x="5356800" y="1992960"/>
              <a:ext cx="748800" cy="748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scene3d>
              <a:camera prst="obliqueBottomRight">
                <a:rot lat="21299999" lon="0" rev="0"/>
              </a:camera>
              <a:lightRig dir="t" rig="balanced"/>
            </a:scene3d>
            <a:sp3d extrusionH="527050" prstMaterial="matte">
              <a:extrusionClr>
                <a:schemeClr val="accent5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773" name="Rectangle 23"/>
            <p:cNvSpPr/>
            <p:nvPr/>
          </p:nvSpPr>
          <p:spPr>
            <a:xfrm>
              <a:off x="6010200" y="2734560"/>
              <a:ext cx="748800" cy="748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scene3d>
              <a:camera prst="obliqueBottomRight">
                <a:rot lat="21299999" lon="0" rev="0"/>
              </a:camera>
              <a:lightRig dir="t" rig="balanced"/>
            </a:scene3d>
            <a:sp3d extrusionH="457200" prstMaterial="matte">
              <a:extrusionClr>
                <a:schemeClr val="accent4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774" name="Rectangle 24"/>
            <p:cNvSpPr/>
            <p:nvPr/>
          </p:nvSpPr>
          <p:spPr>
            <a:xfrm>
              <a:off x="5356800" y="3488040"/>
              <a:ext cx="748800" cy="748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scene3d>
              <a:camera prst="obliqueBottomRight"/>
              <a:lightRig dir="t" rig="balanced"/>
            </a:scene3d>
            <a:sp3d extrusionH="508000" prstMaterial="matte">
              <a:extrusionClr>
                <a:schemeClr val="accent3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775" name="Rectangle 25"/>
            <p:cNvSpPr/>
            <p:nvPr/>
          </p:nvSpPr>
          <p:spPr>
            <a:xfrm>
              <a:off x="5356800" y="5001840"/>
              <a:ext cx="748800" cy="74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obliqueTopRight"/>
              <a:lightRig dir="t" rig="balanced"/>
            </a:scene3d>
            <a:sp3d extrusionH="558800" prstMaterial="matte">
              <a:extrusionClr>
                <a:schemeClr val="accent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776" name="Rectangle 26"/>
            <p:cNvSpPr/>
            <p:nvPr/>
          </p:nvSpPr>
          <p:spPr>
            <a:xfrm>
              <a:off x="6010200" y="4252680"/>
              <a:ext cx="748800" cy="74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scene3d>
              <a:camera prst="perspectiveLeft"/>
              <a:lightRig dir="t" rig="balanced"/>
            </a:scene3d>
            <a:sp3d extrusionH="508000" prstMaterial="matte">
              <a:extrusionClr>
                <a:schemeClr val="accent2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sp>
        <p:nvSpPr>
          <p:cNvPr id="777" name="Hexagon 27"/>
          <p:cNvSpPr/>
          <p:nvPr/>
        </p:nvSpPr>
        <p:spPr>
          <a:xfrm rot="19623000">
            <a:off x="7101360" y="5157720"/>
            <a:ext cx="447840" cy="377640"/>
          </a:xfrm>
          <a:prstGeom prst="hexagon">
            <a:avLst>
              <a:gd name="adj" fmla="val 31328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778" name="TextBox 28"/>
          <p:cNvSpPr/>
          <p:nvPr/>
        </p:nvSpPr>
        <p:spPr>
          <a:xfrm>
            <a:off x="7617600" y="5354640"/>
            <a:ext cx="3383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You can simply impress your audience and add a unique zing and appeal to your Presentations.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TextBox 29"/>
          <p:cNvSpPr/>
          <p:nvPr/>
        </p:nvSpPr>
        <p:spPr>
          <a:xfrm>
            <a:off x="7607880" y="5098680"/>
            <a:ext cx="3383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Contents _ Graph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80" name="Straight Connector 30"/>
          <p:cNvCxnSpPr/>
          <p:nvPr/>
        </p:nvCxnSpPr>
        <p:spPr>
          <a:xfrm>
            <a:off x="7525440" y="5346720"/>
            <a:ext cx="3600360" cy="3240"/>
          </a:xfrm>
          <a:prstGeom prst="straightConnector1">
            <a:avLst/>
          </a:prstGeom>
          <a:ln>
            <a:solidFill>
              <a:srgbClr val="196491"/>
            </a:solidFill>
            <a:tailEnd len="med" type="oval" w="med"/>
          </a:ln>
        </p:spPr>
      </p:cxnSp>
      <p:sp>
        <p:nvSpPr>
          <p:cNvPr id="781" name="Rectangle 16"/>
          <p:cNvSpPr/>
          <p:nvPr/>
        </p:nvSpPr>
        <p:spPr>
          <a:xfrm rot="2700000">
            <a:off x="6243120" y="2865960"/>
            <a:ext cx="265680" cy="476280"/>
          </a:xfrm>
          <a:custGeom>
            <a:avLst/>
            <a:gdLst>
              <a:gd name="textAreaLeft" fmla="*/ 0 w 265680"/>
              <a:gd name="textAreaRight" fmla="*/ 266040 w 265680"/>
              <a:gd name="textAreaTop" fmla="*/ 0 h 476280"/>
              <a:gd name="textAreaBottom" fmla="*/ 476640 h 476280"/>
            </a:gdLst>
            <a:ahLst/>
            <a:rect l="textAreaLeft" t="textAreaTop" r="textAreaRight" b="textAreaBottom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782" name="Rectangle 9"/>
          <p:cNvSpPr/>
          <p:nvPr/>
        </p:nvSpPr>
        <p:spPr>
          <a:xfrm>
            <a:off x="5583960" y="2212920"/>
            <a:ext cx="329040" cy="308160"/>
          </a:xfrm>
          <a:custGeom>
            <a:avLst/>
            <a:gdLst>
              <a:gd name="textAreaLeft" fmla="*/ 0 w 329040"/>
              <a:gd name="textAreaRight" fmla="*/ 329400 w 329040"/>
              <a:gd name="textAreaTop" fmla="*/ 0 h 308160"/>
              <a:gd name="textAreaBottom" fmla="*/ 308520 h 308160"/>
            </a:gdLst>
            <a:ahLst/>
            <a:rect l="textAreaLeft" t="textAreaTop" r="textAreaRight" b="textAreaBottom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783" name="Rectangle 36"/>
          <p:cNvSpPr/>
          <p:nvPr/>
        </p:nvSpPr>
        <p:spPr>
          <a:xfrm>
            <a:off x="5523840" y="3707640"/>
            <a:ext cx="389160" cy="325080"/>
          </a:xfrm>
          <a:custGeom>
            <a:avLst/>
            <a:gdLst>
              <a:gd name="textAreaLeft" fmla="*/ 0 w 389160"/>
              <a:gd name="textAreaRight" fmla="*/ 389520 w 389160"/>
              <a:gd name="textAreaTop" fmla="*/ 0 h 325080"/>
              <a:gd name="textAreaBottom" fmla="*/ 325440 h 325080"/>
            </a:gdLst>
            <a:ahLst/>
            <a:rect l="textAreaLeft" t="textAreaTop" r="textAreaRight" b="textAreaBottom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784" name="Round Same Side Corner Rectangle 36"/>
          <p:cNvSpPr/>
          <p:nvPr/>
        </p:nvSpPr>
        <p:spPr>
          <a:xfrm>
            <a:off x="5551920" y="5212080"/>
            <a:ext cx="395640" cy="312840"/>
          </a:xfrm>
          <a:custGeom>
            <a:avLst/>
            <a:gdLst>
              <a:gd name="textAreaLeft" fmla="*/ 0 w 395640"/>
              <a:gd name="textAreaRight" fmla="*/ 396000 w 395640"/>
              <a:gd name="textAreaTop" fmla="*/ 0 h 312840"/>
              <a:gd name="textAreaBottom" fmla="*/ 313200 h 312840"/>
            </a:gdLst>
            <a:ahLst/>
            <a:rect l="textAreaLeft" t="textAreaTop" r="textAreaRight" b="textAreaBottom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785" name="Oval 21"/>
          <p:cNvSpPr/>
          <p:nvPr/>
        </p:nvSpPr>
        <p:spPr>
          <a:xfrm>
            <a:off x="6221520" y="4449600"/>
            <a:ext cx="354240" cy="357120"/>
          </a:xfrm>
          <a:custGeom>
            <a:avLst/>
            <a:gdLst>
              <a:gd name="textAreaLeft" fmla="*/ 0 w 354240"/>
              <a:gd name="textAreaRight" fmla="*/ 354600 w 354240"/>
              <a:gd name="textAreaTop" fmla="*/ 0 h 357120"/>
              <a:gd name="textAreaBottom" fmla="*/ 357480 h 357120"/>
            </a:gdLst>
            <a:ahLst/>
            <a:rect l="textAreaLeft" t="textAreaTop" r="textAreaRight" b="textAreaBottom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786" name="Rectangle 16"/>
          <p:cNvSpPr/>
          <p:nvPr/>
        </p:nvSpPr>
        <p:spPr>
          <a:xfrm rot="2700000">
            <a:off x="4810680" y="3013920"/>
            <a:ext cx="166680" cy="299160"/>
          </a:xfrm>
          <a:custGeom>
            <a:avLst/>
            <a:gdLst>
              <a:gd name="textAreaLeft" fmla="*/ 0 w 166680"/>
              <a:gd name="textAreaRight" fmla="*/ 167040 w 166680"/>
              <a:gd name="textAreaTop" fmla="*/ 0 h 299160"/>
              <a:gd name="textAreaBottom" fmla="*/ 299520 h 299160"/>
            </a:gdLst>
            <a:ahLst/>
            <a:rect l="textAreaLeft" t="textAreaTop" r="textAreaRight" b="textAreaBottom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787" name="Rectangle 9"/>
          <p:cNvSpPr/>
          <p:nvPr/>
        </p:nvSpPr>
        <p:spPr>
          <a:xfrm>
            <a:off x="7232040" y="2248200"/>
            <a:ext cx="206640" cy="193320"/>
          </a:xfrm>
          <a:custGeom>
            <a:avLst/>
            <a:gdLst>
              <a:gd name="textAreaLeft" fmla="*/ 0 w 206640"/>
              <a:gd name="textAreaRight" fmla="*/ 207000 w 206640"/>
              <a:gd name="textAreaTop" fmla="*/ 0 h 193320"/>
              <a:gd name="textAreaBottom" fmla="*/ 193680 h 193320"/>
            </a:gdLst>
            <a:ahLst/>
            <a:rect l="textAreaLeft" t="textAreaTop" r="textAreaRight" b="textAreaBottom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788" name="Rectangle 36"/>
          <p:cNvSpPr/>
          <p:nvPr/>
        </p:nvSpPr>
        <p:spPr>
          <a:xfrm>
            <a:off x="7203960" y="3834000"/>
            <a:ext cx="244440" cy="204120"/>
          </a:xfrm>
          <a:custGeom>
            <a:avLst/>
            <a:gdLst>
              <a:gd name="textAreaLeft" fmla="*/ 0 w 244440"/>
              <a:gd name="textAreaRight" fmla="*/ 244800 w 244440"/>
              <a:gd name="textAreaTop" fmla="*/ 0 h 204120"/>
              <a:gd name="textAreaBottom" fmla="*/ 204480 h 204120"/>
            </a:gdLst>
            <a:ahLst/>
            <a:rect l="textAreaLeft" t="textAreaTop" r="textAreaRight" b="textAreaBottom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789" name="Round Same Side Corner Rectangle 36"/>
          <p:cNvSpPr/>
          <p:nvPr/>
        </p:nvSpPr>
        <p:spPr>
          <a:xfrm>
            <a:off x="7187040" y="5256360"/>
            <a:ext cx="248400" cy="196200"/>
          </a:xfrm>
          <a:custGeom>
            <a:avLst/>
            <a:gdLst>
              <a:gd name="textAreaLeft" fmla="*/ 0 w 248400"/>
              <a:gd name="textAreaRight" fmla="*/ 248760 w 248400"/>
              <a:gd name="textAreaTop" fmla="*/ 0 h 196200"/>
              <a:gd name="textAreaBottom" fmla="*/ 196560 h 196200"/>
            </a:gdLst>
            <a:ahLst/>
            <a:rect l="textAreaLeft" t="textAreaTop" r="textAreaRight" b="textAreaBottom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790" name="Oval 21"/>
          <p:cNvSpPr/>
          <p:nvPr/>
        </p:nvSpPr>
        <p:spPr>
          <a:xfrm>
            <a:off x="4795200" y="4521960"/>
            <a:ext cx="222480" cy="224280"/>
          </a:xfrm>
          <a:custGeom>
            <a:avLst/>
            <a:gdLst>
              <a:gd name="textAreaLeft" fmla="*/ 0 w 222480"/>
              <a:gd name="textAreaRight" fmla="*/ 222840 w 222480"/>
              <a:gd name="textAreaTop" fmla="*/ 0 h 224280"/>
              <a:gd name="textAreaBottom" fmla="*/ 224640 h 224280"/>
            </a:gdLst>
            <a:ahLst/>
            <a:rect l="textAreaLeft" t="textAreaTop" r="textAreaRight" b="textAreaBottom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TextBox 68"/>
          <p:cNvSpPr/>
          <p:nvPr/>
        </p:nvSpPr>
        <p:spPr>
          <a:xfrm>
            <a:off x="718200" y="5406120"/>
            <a:ext cx="58914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You can simply impress your audience and add a unique zing and appeal to your Presentations. I hope and I believe that this Template will your Time, Money and Reputation.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TextBox 69"/>
          <p:cNvSpPr/>
          <p:nvPr/>
        </p:nvSpPr>
        <p:spPr>
          <a:xfrm>
            <a:off x="718200" y="4476600"/>
            <a:ext cx="5214240" cy="85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pc="-1" strike="noStrike">
                <a:solidFill>
                  <a:schemeClr val="accent2"/>
                </a:solidFill>
                <a:latin typeface="Arial"/>
                <a:ea typeface="Arial Unicode MS"/>
              </a:rPr>
              <a:t>We Create Quality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800" spc="-1" strike="noStrike">
                <a:solidFill>
                  <a:schemeClr val="accent2"/>
                </a:solidFill>
                <a:latin typeface="Arial"/>
                <a:ea typeface="Arial Unicode MS"/>
              </a:rPr>
              <a:t>Professional PPT Presentation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TextBox 70"/>
          <p:cNvSpPr/>
          <p:nvPr/>
        </p:nvSpPr>
        <p:spPr>
          <a:xfrm>
            <a:off x="539280" y="1717920"/>
            <a:ext cx="3825000" cy="7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4400" spc="-1" strike="noStrike">
                <a:solidFill>
                  <a:schemeClr val="accent1"/>
                </a:solidFill>
                <a:latin typeface="Arial"/>
                <a:ea typeface="Arial Unicode MS"/>
              </a:rPr>
              <a:t>AWESOME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TextBox 71"/>
          <p:cNvSpPr/>
          <p:nvPr/>
        </p:nvSpPr>
        <p:spPr>
          <a:xfrm>
            <a:off x="539280" y="2375280"/>
            <a:ext cx="382500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en-GB" sz="3600" spc="-1" strike="noStrike">
                <a:solidFill>
                  <a:schemeClr val="dk1"/>
                </a:solidFill>
                <a:latin typeface="Arial"/>
                <a:ea typeface="Arial Unicode MS"/>
              </a:rPr>
              <a:t>PRESENTATION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Freeform: Shape 80"/>
          <p:cNvSpPr/>
          <p:nvPr/>
        </p:nvSpPr>
        <p:spPr>
          <a:xfrm>
            <a:off x="2162880" y="-4320"/>
            <a:ext cx="3158280" cy="1716840"/>
          </a:xfrm>
          <a:custGeom>
            <a:avLst/>
            <a:gdLst>
              <a:gd name="textAreaLeft" fmla="*/ 0 w 3158280"/>
              <a:gd name="textAreaRight" fmla="*/ 3158640 w 3158280"/>
              <a:gd name="textAreaTop" fmla="*/ 0 h 1716840"/>
              <a:gd name="textAreaBottom" fmla="*/ 1717200 h 1716840"/>
            </a:gdLst>
            <a:ahLst/>
            <a:rect l="textAreaLeft" t="textAreaTop" r="textAreaRight" b="textAreaBottom"/>
            <a:pathLst>
              <a:path w="3158515" h="1717370">
                <a:moveTo>
                  <a:pt x="0" y="0"/>
                </a:moveTo>
                <a:lnTo>
                  <a:pt x="2857985" y="4270"/>
                </a:lnTo>
                <a:lnTo>
                  <a:pt x="3158515" y="304800"/>
                </a:lnTo>
                <a:lnTo>
                  <a:pt x="1745945" y="171737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796" name="Diamond 74"/>
          <p:cNvSpPr/>
          <p:nvPr/>
        </p:nvSpPr>
        <p:spPr>
          <a:xfrm>
            <a:off x="6529680" y="640080"/>
            <a:ext cx="1072800" cy="1072800"/>
          </a:xfrm>
          <a:prstGeom prst="diamond">
            <a:avLst/>
          </a:prstGeom>
          <a:solidFill>
            <a:srgbClr val="1964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797" name="Diamond 75"/>
          <p:cNvSpPr/>
          <p:nvPr/>
        </p:nvSpPr>
        <p:spPr>
          <a:xfrm>
            <a:off x="6259320" y="4636800"/>
            <a:ext cx="690840" cy="69084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798" name="Freeform: Shape 81"/>
          <p:cNvSpPr/>
          <p:nvPr/>
        </p:nvSpPr>
        <p:spPr>
          <a:xfrm>
            <a:off x="8775720" y="5135040"/>
            <a:ext cx="3158280" cy="1735920"/>
          </a:xfrm>
          <a:custGeom>
            <a:avLst/>
            <a:gdLst>
              <a:gd name="textAreaLeft" fmla="*/ 0 w 3158280"/>
              <a:gd name="textAreaRight" fmla="*/ 3158640 w 3158280"/>
              <a:gd name="textAreaTop" fmla="*/ 0 h 1735920"/>
              <a:gd name="textAreaBottom" fmla="*/ 1736280 h 1735920"/>
            </a:gdLst>
            <a:ahLst/>
            <a:rect l="textAreaLeft" t="textAreaTop" r="textAreaRight" b="textAreaBottom"/>
            <a:pathLst>
              <a:path w="3158515" h="1736420">
                <a:moveTo>
                  <a:pt x="1412570" y="0"/>
                </a:moveTo>
                <a:lnTo>
                  <a:pt x="3158515" y="1736420"/>
                </a:lnTo>
                <a:lnTo>
                  <a:pt x="310547" y="1723117"/>
                </a:lnTo>
                <a:lnTo>
                  <a:pt x="0" y="1412570"/>
                </a:lnTo>
                <a:lnTo>
                  <a:pt x="1412570" y="0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799" name="Diamond 14"/>
          <p:cNvSpPr/>
          <p:nvPr/>
        </p:nvSpPr>
        <p:spPr>
          <a:xfrm>
            <a:off x="9789840" y="1032840"/>
            <a:ext cx="690840" cy="69084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pic>
        <p:nvPicPr>
          <p:cNvPr id="800" name="Picture Placeholder 2" descr=""/>
          <p:cNvPicPr/>
          <p:nvPr/>
        </p:nvPicPr>
        <p:blipFill>
          <a:blip r:embed="rId1"/>
          <a:stretch/>
        </p:blipFill>
        <p:spPr>
          <a:xfrm>
            <a:off x="4074840" y="448920"/>
            <a:ext cx="2824920" cy="2824920"/>
          </a:xfrm>
          <a:prstGeom prst="rect">
            <a:avLst/>
          </a:prstGeom>
          <a:ln w="0">
            <a:noFill/>
          </a:ln>
        </p:spPr>
      </p:pic>
      <p:pic>
        <p:nvPicPr>
          <p:cNvPr id="801" name="Picture Placeholder 4" descr=""/>
          <p:cNvPicPr/>
          <p:nvPr/>
        </p:nvPicPr>
        <p:blipFill>
          <a:blip r:embed="rId2"/>
          <a:stretch/>
        </p:blipFill>
        <p:spPr>
          <a:xfrm>
            <a:off x="5653800" y="2009520"/>
            <a:ext cx="2824920" cy="2824920"/>
          </a:xfrm>
          <a:prstGeom prst="rect">
            <a:avLst/>
          </a:prstGeom>
          <a:ln w="0">
            <a:noFill/>
          </a:ln>
        </p:spPr>
      </p:pic>
      <p:pic>
        <p:nvPicPr>
          <p:cNvPr id="802" name="Picture Placeholder 6" descr=""/>
          <p:cNvPicPr/>
          <p:nvPr/>
        </p:nvPicPr>
        <p:blipFill>
          <a:blip r:embed="rId3"/>
          <a:stretch/>
        </p:blipFill>
        <p:spPr>
          <a:xfrm>
            <a:off x="7206120" y="3569760"/>
            <a:ext cx="2824920" cy="2824920"/>
          </a:xfrm>
          <a:prstGeom prst="rect">
            <a:avLst/>
          </a:prstGeom>
          <a:ln w="0">
            <a:noFill/>
          </a:ln>
        </p:spPr>
      </p:pic>
      <p:pic>
        <p:nvPicPr>
          <p:cNvPr id="803" name="Picture Placeholder 8" descr=""/>
          <p:cNvPicPr/>
          <p:nvPr/>
        </p:nvPicPr>
        <p:blipFill>
          <a:blip r:embed="rId4"/>
          <a:stretch/>
        </p:blipFill>
        <p:spPr>
          <a:xfrm>
            <a:off x="7232400" y="448920"/>
            <a:ext cx="2824920" cy="2824920"/>
          </a:xfrm>
          <a:prstGeom prst="rect">
            <a:avLst/>
          </a:prstGeom>
          <a:ln w="0">
            <a:noFill/>
          </a:ln>
        </p:spPr>
      </p:pic>
      <p:pic>
        <p:nvPicPr>
          <p:cNvPr id="804" name="Picture Placeholder 10" descr=""/>
          <p:cNvPicPr/>
          <p:nvPr/>
        </p:nvPicPr>
        <p:blipFill>
          <a:blip r:embed="rId5"/>
          <a:stretch/>
        </p:blipFill>
        <p:spPr>
          <a:xfrm>
            <a:off x="8769960" y="14040"/>
            <a:ext cx="3421440" cy="6843600"/>
          </a:xfrm>
          <a:prstGeom prst="rect">
            <a:avLst/>
          </a:prstGeom>
          <a:ln w="1905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Infographic Style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cxnSp>
        <p:nvCxnSpPr>
          <p:cNvPr id="806" name="직선 연결선 4"/>
          <p:cNvCxnSpPr/>
          <p:nvPr/>
        </p:nvCxnSpPr>
        <p:spPr>
          <a:xfrm>
            <a:off x="7394040" y="2564640"/>
            <a:ext cx="3888360" cy="360"/>
          </a:xfrm>
          <a:prstGeom prst="straightConnector1">
            <a:avLst/>
          </a:prstGeom>
          <a:ln w="19050">
            <a:solidFill>
              <a:srgbClr val="ffffff">
                <a:lumMod val="65000"/>
              </a:srgbClr>
            </a:solidFill>
            <a:prstDash val="sysDot"/>
          </a:ln>
        </p:spPr>
      </p:cxnSp>
      <p:cxnSp>
        <p:nvCxnSpPr>
          <p:cNvPr id="807" name="직선 연결선 8"/>
          <p:cNvCxnSpPr/>
          <p:nvPr/>
        </p:nvCxnSpPr>
        <p:spPr>
          <a:xfrm>
            <a:off x="7394040" y="2260080"/>
            <a:ext cx="3888360" cy="360"/>
          </a:xfrm>
          <a:prstGeom prst="straightConnector1">
            <a:avLst/>
          </a:prstGeom>
          <a:ln w="19050">
            <a:solidFill>
              <a:srgbClr val="ffffff">
                <a:lumMod val="65000"/>
              </a:srgbClr>
            </a:solidFill>
            <a:prstDash val="sysDot"/>
          </a:ln>
        </p:spPr>
      </p:cxnSp>
      <p:cxnSp>
        <p:nvCxnSpPr>
          <p:cNvPr id="808" name="직선 연결선 9"/>
          <p:cNvCxnSpPr/>
          <p:nvPr/>
        </p:nvCxnSpPr>
        <p:spPr>
          <a:xfrm>
            <a:off x="1034640" y="2559600"/>
            <a:ext cx="3888360" cy="360"/>
          </a:xfrm>
          <a:prstGeom prst="straightConnector1">
            <a:avLst/>
          </a:prstGeom>
          <a:ln w="19050">
            <a:solidFill>
              <a:srgbClr val="ffffff">
                <a:lumMod val="65000"/>
              </a:srgbClr>
            </a:solidFill>
            <a:prstDash val="sysDot"/>
          </a:ln>
        </p:spPr>
      </p:cxnSp>
      <p:cxnSp>
        <p:nvCxnSpPr>
          <p:cNvPr id="809" name="직선 연결선 10"/>
          <p:cNvCxnSpPr/>
          <p:nvPr/>
        </p:nvCxnSpPr>
        <p:spPr>
          <a:xfrm>
            <a:off x="1034640" y="2255040"/>
            <a:ext cx="3888360" cy="360"/>
          </a:xfrm>
          <a:prstGeom prst="straightConnector1">
            <a:avLst/>
          </a:prstGeom>
          <a:ln w="19050">
            <a:solidFill>
              <a:srgbClr val="ffffff">
                <a:lumMod val="65000"/>
              </a:srgbClr>
            </a:solidFill>
            <a:prstDash val="sysDot"/>
          </a:ln>
        </p:spPr>
      </p:cxnSp>
      <p:sp>
        <p:nvSpPr>
          <p:cNvPr id="810" name="TextBox 7"/>
          <p:cNvSpPr/>
          <p:nvPr/>
        </p:nvSpPr>
        <p:spPr>
          <a:xfrm>
            <a:off x="985680" y="2259360"/>
            <a:ext cx="7768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accent3"/>
                </a:solidFill>
                <a:latin typeface="Arial"/>
                <a:ea typeface="Arial Unicode MS"/>
              </a:rPr>
              <a:t>A Case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TextBox 8"/>
          <p:cNvSpPr/>
          <p:nvPr/>
        </p:nvSpPr>
        <p:spPr>
          <a:xfrm>
            <a:off x="7337520" y="2259360"/>
            <a:ext cx="7830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accent2"/>
                </a:solidFill>
                <a:latin typeface="Arial"/>
                <a:ea typeface="Arial Unicode MS"/>
              </a:rPr>
              <a:t>B Case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12" name="Group 9"/>
          <p:cNvGrpSpPr/>
          <p:nvPr/>
        </p:nvGrpSpPr>
        <p:grpSpPr>
          <a:xfrm>
            <a:off x="745200" y="2789280"/>
            <a:ext cx="3993120" cy="726120"/>
            <a:chOff x="745200" y="2789280"/>
            <a:chExt cx="3993120" cy="726120"/>
          </a:xfrm>
        </p:grpSpPr>
        <p:sp>
          <p:nvSpPr>
            <p:cNvPr id="813" name="TextBox 10"/>
            <p:cNvSpPr/>
            <p:nvPr/>
          </p:nvSpPr>
          <p:spPr>
            <a:xfrm>
              <a:off x="745200" y="2789280"/>
              <a:ext cx="1613880" cy="36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8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 Here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4" name="순서도: 처리 6"/>
            <p:cNvSpPr/>
            <p:nvPr/>
          </p:nvSpPr>
          <p:spPr>
            <a:xfrm>
              <a:off x="1013760" y="3141000"/>
              <a:ext cx="107640" cy="287640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15" name="순서도: 처리 56"/>
            <p:cNvSpPr/>
            <p:nvPr/>
          </p:nvSpPr>
          <p:spPr>
            <a:xfrm>
              <a:off x="1165320" y="3141000"/>
              <a:ext cx="107640" cy="287640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16" name="순서도: 처리 57"/>
            <p:cNvSpPr/>
            <p:nvPr/>
          </p:nvSpPr>
          <p:spPr>
            <a:xfrm>
              <a:off x="1316880" y="3141000"/>
              <a:ext cx="107640" cy="287640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17" name="순서도: 처리 58"/>
            <p:cNvSpPr/>
            <p:nvPr/>
          </p:nvSpPr>
          <p:spPr>
            <a:xfrm>
              <a:off x="1468440" y="3141000"/>
              <a:ext cx="107640" cy="287640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18" name="순서도: 처리 59"/>
            <p:cNvSpPr/>
            <p:nvPr/>
          </p:nvSpPr>
          <p:spPr>
            <a:xfrm>
              <a:off x="1620000" y="3141000"/>
              <a:ext cx="107640" cy="287640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19" name="순서도: 처리 60"/>
            <p:cNvSpPr/>
            <p:nvPr/>
          </p:nvSpPr>
          <p:spPr>
            <a:xfrm>
              <a:off x="1771560" y="3141000"/>
              <a:ext cx="107640" cy="287640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20" name="순서도: 처리 61"/>
            <p:cNvSpPr/>
            <p:nvPr/>
          </p:nvSpPr>
          <p:spPr>
            <a:xfrm>
              <a:off x="1923120" y="3141000"/>
              <a:ext cx="107640" cy="287640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21" name="순서도: 처리 62"/>
            <p:cNvSpPr/>
            <p:nvPr/>
          </p:nvSpPr>
          <p:spPr>
            <a:xfrm>
              <a:off x="2074680" y="3141000"/>
              <a:ext cx="107640" cy="287640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22" name="순서도: 처리 63"/>
            <p:cNvSpPr/>
            <p:nvPr/>
          </p:nvSpPr>
          <p:spPr>
            <a:xfrm>
              <a:off x="2226240" y="3141000"/>
              <a:ext cx="107640" cy="287640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23" name="순서도: 처리 64"/>
            <p:cNvSpPr/>
            <p:nvPr/>
          </p:nvSpPr>
          <p:spPr>
            <a:xfrm>
              <a:off x="2377800" y="3141000"/>
              <a:ext cx="107640" cy="287640"/>
            </a:xfrm>
            <a:prstGeom prst="flowChartProcess">
              <a:avLst/>
            </a:pr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24" name="순서도: 처리 65"/>
            <p:cNvSpPr/>
            <p:nvPr/>
          </p:nvSpPr>
          <p:spPr>
            <a:xfrm>
              <a:off x="2529360" y="3141000"/>
              <a:ext cx="107640" cy="287640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25" name="순서도: 처리 66"/>
            <p:cNvSpPr/>
            <p:nvPr/>
          </p:nvSpPr>
          <p:spPr>
            <a:xfrm>
              <a:off x="2680920" y="3141000"/>
              <a:ext cx="107640" cy="287640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26" name="순서도: 처리 67"/>
            <p:cNvSpPr/>
            <p:nvPr/>
          </p:nvSpPr>
          <p:spPr>
            <a:xfrm>
              <a:off x="2832480" y="3141000"/>
              <a:ext cx="107640" cy="287640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27" name="순서도: 처리 68"/>
            <p:cNvSpPr/>
            <p:nvPr/>
          </p:nvSpPr>
          <p:spPr>
            <a:xfrm>
              <a:off x="2984040" y="3141000"/>
              <a:ext cx="107640" cy="287640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28" name="순서도: 처리 69"/>
            <p:cNvSpPr/>
            <p:nvPr/>
          </p:nvSpPr>
          <p:spPr>
            <a:xfrm>
              <a:off x="3135600" y="3141000"/>
              <a:ext cx="107640" cy="287640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29" name="순서도: 처리 71"/>
            <p:cNvSpPr/>
            <p:nvPr/>
          </p:nvSpPr>
          <p:spPr>
            <a:xfrm>
              <a:off x="3287160" y="3141000"/>
              <a:ext cx="107640" cy="287640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30" name="순서도: 처리 72"/>
            <p:cNvSpPr/>
            <p:nvPr/>
          </p:nvSpPr>
          <p:spPr>
            <a:xfrm>
              <a:off x="3438720" y="3141000"/>
              <a:ext cx="107640" cy="287640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31" name="순서도: 처리 73"/>
            <p:cNvSpPr/>
            <p:nvPr/>
          </p:nvSpPr>
          <p:spPr>
            <a:xfrm>
              <a:off x="3590280" y="3141000"/>
              <a:ext cx="107640" cy="287640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32" name="순서도: 처리 74"/>
            <p:cNvSpPr/>
            <p:nvPr/>
          </p:nvSpPr>
          <p:spPr>
            <a:xfrm>
              <a:off x="3741840" y="3141000"/>
              <a:ext cx="107640" cy="287640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33" name="순서도: 처리 75"/>
            <p:cNvSpPr/>
            <p:nvPr/>
          </p:nvSpPr>
          <p:spPr>
            <a:xfrm>
              <a:off x="3893400" y="3141000"/>
              <a:ext cx="107640" cy="287640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34" name="TextBox 31"/>
            <p:cNvSpPr/>
            <p:nvPr/>
          </p:nvSpPr>
          <p:spPr>
            <a:xfrm>
              <a:off x="4017600" y="3060360"/>
              <a:ext cx="72072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2400" spc="-1" strike="noStrike">
                  <a:solidFill>
                    <a:schemeClr val="accent3"/>
                  </a:solidFill>
                  <a:latin typeface="Arial"/>
                  <a:ea typeface="Arial Unicode MS"/>
                </a:rPr>
                <a:t>50</a:t>
              </a:r>
              <a:r>
                <a:rPr b="1" lang="en-US" sz="1800" spc="-1" strike="noStrike">
                  <a:solidFill>
                    <a:schemeClr val="accent3"/>
                  </a:solidFill>
                  <a:latin typeface="Arial"/>
                  <a:ea typeface="Arial Unicode MS"/>
                </a:rPr>
                <a:t>%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35" name="TextBox 32"/>
          <p:cNvSpPr/>
          <p:nvPr/>
        </p:nvSpPr>
        <p:spPr>
          <a:xfrm>
            <a:off x="745200" y="3529800"/>
            <a:ext cx="16138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Content Here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순서도: 처리 213"/>
          <p:cNvSpPr/>
          <p:nvPr/>
        </p:nvSpPr>
        <p:spPr>
          <a:xfrm>
            <a:off x="1010880" y="3881160"/>
            <a:ext cx="107640" cy="287640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37" name="순서도: 처리 214"/>
          <p:cNvSpPr/>
          <p:nvPr/>
        </p:nvSpPr>
        <p:spPr>
          <a:xfrm>
            <a:off x="1162440" y="3881160"/>
            <a:ext cx="107640" cy="287640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38" name="순서도: 처리 215"/>
          <p:cNvSpPr/>
          <p:nvPr/>
        </p:nvSpPr>
        <p:spPr>
          <a:xfrm>
            <a:off x="1314000" y="3881160"/>
            <a:ext cx="107640" cy="287640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39" name="순서도: 처리 216"/>
          <p:cNvSpPr/>
          <p:nvPr/>
        </p:nvSpPr>
        <p:spPr>
          <a:xfrm>
            <a:off x="1465560" y="3881160"/>
            <a:ext cx="107640" cy="287640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40" name="순서도: 처리 217"/>
          <p:cNvSpPr/>
          <p:nvPr/>
        </p:nvSpPr>
        <p:spPr>
          <a:xfrm>
            <a:off x="1617120" y="3881160"/>
            <a:ext cx="107640" cy="287640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41" name="순서도: 처리 218"/>
          <p:cNvSpPr/>
          <p:nvPr/>
        </p:nvSpPr>
        <p:spPr>
          <a:xfrm>
            <a:off x="1768680" y="3881160"/>
            <a:ext cx="107640" cy="287640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42" name="순서도: 처리 219"/>
          <p:cNvSpPr/>
          <p:nvPr/>
        </p:nvSpPr>
        <p:spPr>
          <a:xfrm>
            <a:off x="1920240" y="3881160"/>
            <a:ext cx="107640" cy="287640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43" name="순서도: 처리 220"/>
          <p:cNvSpPr/>
          <p:nvPr/>
        </p:nvSpPr>
        <p:spPr>
          <a:xfrm>
            <a:off x="2071800" y="3881160"/>
            <a:ext cx="107640" cy="287640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44" name="순서도: 처리 221"/>
          <p:cNvSpPr/>
          <p:nvPr/>
        </p:nvSpPr>
        <p:spPr>
          <a:xfrm>
            <a:off x="2223360" y="3881160"/>
            <a:ext cx="107640" cy="287640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45" name="순서도: 처리 222"/>
          <p:cNvSpPr/>
          <p:nvPr/>
        </p:nvSpPr>
        <p:spPr>
          <a:xfrm>
            <a:off x="2374920" y="3881160"/>
            <a:ext cx="107640" cy="287640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46" name="순서도: 처리 223"/>
          <p:cNvSpPr/>
          <p:nvPr/>
        </p:nvSpPr>
        <p:spPr>
          <a:xfrm>
            <a:off x="2526480" y="3881160"/>
            <a:ext cx="107640" cy="287640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47" name="순서도: 처리 224"/>
          <p:cNvSpPr/>
          <p:nvPr/>
        </p:nvSpPr>
        <p:spPr>
          <a:xfrm>
            <a:off x="2678040" y="3881160"/>
            <a:ext cx="107640" cy="287640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48" name="순서도: 처리 225"/>
          <p:cNvSpPr/>
          <p:nvPr/>
        </p:nvSpPr>
        <p:spPr>
          <a:xfrm>
            <a:off x="2829600" y="3881160"/>
            <a:ext cx="107640" cy="287640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49" name="순서도: 처리 226"/>
          <p:cNvSpPr/>
          <p:nvPr/>
        </p:nvSpPr>
        <p:spPr>
          <a:xfrm>
            <a:off x="2981520" y="3881160"/>
            <a:ext cx="107640" cy="287640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50" name="순서도: 처리 227"/>
          <p:cNvSpPr/>
          <p:nvPr/>
        </p:nvSpPr>
        <p:spPr>
          <a:xfrm>
            <a:off x="3133080" y="3881160"/>
            <a:ext cx="107640" cy="287640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51" name="순서도: 처리 228"/>
          <p:cNvSpPr/>
          <p:nvPr/>
        </p:nvSpPr>
        <p:spPr>
          <a:xfrm>
            <a:off x="3284640" y="3881160"/>
            <a:ext cx="107640" cy="287640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52" name="순서도: 처리 229"/>
          <p:cNvSpPr/>
          <p:nvPr/>
        </p:nvSpPr>
        <p:spPr>
          <a:xfrm>
            <a:off x="3436200" y="3881160"/>
            <a:ext cx="107640" cy="287640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53" name="순서도: 처리 230"/>
          <p:cNvSpPr/>
          <p:nvPr/>
        </p:nvSpPr>
        <p:spPr>
          <a:xfrm>
            <a:off x="3587760" y="3881160"/>
            <a:ext cx="107640" cy="287640"/>
          </a:xfrm>
          <a:prstGeom prst="flowChartProcess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54" name="순서도: 처리 231"/>
          <p:cNvSpPr/>
          <p:nvPr/>
        </p:nvSpPr>
        <p:spPr>
          <a:xfrm>
            <a:off x="3739320" y="3881160"/>
            <a:ext cx="107640" cy="287640"/>
          </a:xfrm>
          <a:prstGeom prst="flowChartProcess">
            <a:avLst/>
          </a:prstGeom>
          <a:solidFill>
            <a:schemeClr val="bg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55" name="순서도: 처리 232"/>
          <p:cNvSpPr/>
          <p:nvPr/>
        </p:nvSpPr>
        <p:spPr>
          <a:xfrm>
            <a:off x="3890880" y="3881160"/>
            <a:ext cx="107640" cy="287640"/>
          </a:xfrm>
          <a:prstGeom prst="flowChartProcess">
            <a:avLst/>
          </a:prstGeom>
          <a:solidFill>
            <a:schemeClr val="bg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56" name="TextBox 53"/>
          <p:cNvSpPr/>
          <p:nvPr/>
        </p:nvSpPr>
        <p:spPr>
          <a:xfrm>
            <a:off x="4014720" y="3800880"/>
            <a:ext cx="7207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accent3"/>
                </a:solidFill>
                <a:latin typeface="Arial"/>
                <a:ea typeface="Arial Unicode MS"/>
              </a:rPr>
              <a:t>75</a:t>
            </a:r>
            <a:r>
              <a:rPr b="1" lang="en-US" sz="1800" spc="-1" strike="noStrike">
                <a:solidFill>
                  <a:schemeClr val="accent3"/>
                </a:solidFill>
                <a:latin typeface="Arial"/>
                <a:ea typeface="Arial Unicode MS"/>
              </a:rPr>
              <a:t>%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57" name="직선 연결선 234"/>
          <p:cNvCxnSpPr/>
          <p:nvPr/>
        </p:nvCxnSpPr>
        <p:spPr>
          <a:xfrm>
            <a:off x="1503720" y="4813920"/>
            <a:ext cx="3384360" cy="360"/>
          </a:xfrm>
          <a:prstGeom prst="straightConnector1">
            <a:avLst/>
          </a:prstGeom>
          <a:ln w="19050">
            <a:solidFill>
              <a:srgbClr val="ffffff">
                <a:lumMod val="65000"/>
              </a:srgbClr>
            </a:solidFill>
            <a:prstDash val="sysDot"/>
          </a:ln>
        </p:spPr>
      </p:cxnSp>
      <p:cxnSp>
        <p:nvCxnSpPr>
          <p:cNvPr id="858" name="직선 연결선 235"/>
          <p:cNvCxnSpPr/>
          <p:nvPr/>
        </p:nvCxnSpPr>
        <p:spPr>
          <a:xfrm>
            <a:off x="1503720" y="4509000"/>
            <a:ext cx="3384360" cy="360"/>
          </a:xfrm>
          <a:prstGeom prst="straightConnector1">
            <a:avLst/>
          </a:prstGeom>
          <a:ln w="19050">
            <a:solidFill>
              <a:srgbClr val="ffffff">
                <a:lumMod val="65000"/>
              </a:srgbClr>
            </a:solidFill>
            <a:prstDash val="sysDot"/>
          </a:ln>
        </p:spPr>
      </p:cxnSp>
      <p:sp>
        <p:nvSpPr>
          <p:cNvPr id="859" name="TextBox 56"/>
          <p:cNvSpPr/>
          <p:nvPr/>
        </p:nvSpPr>
        <p:spPr>
          <a:xfrm>
            <a:off x="1454400" y="4502520"/>
            <a:ext cx="7768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A Case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타원 241"/>
          <p:cNvSpPr/>
          <p:nvPr/>
        </p:nvSpPr>
        <p:spPr>
          <a:xfrm>
            <a:off x="1035000" y="4450320"/>
            <a:ext cx="388080" cy="388080"/>
          </a:xfrm>
          <a:prstGeom prst="ellipse">
            <a:avLst/>
          </a:prstGeom>
          <a:solidFill>
            <a:schemeClr val="accent3">
              <a:alpha val="80000"/>
            </a:schemeClr>
          </a:solidFill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61" name="TextBox 58"/>
          <p:cNvSpPr/>
          <p:nvPr/>
        </p:nvSpPr>
        <p:spPr>
          <a:xfrm>
            <a:off x="1035000" y="4902120"/>
            <a:ext cx="3418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You can simply impress your audience and add a unique zing and appeal to your Reports and Presentations with our Templates.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62" name="Group 59"/>
          <p:cNvGrpSpPr/>
          <p:nvPr/>
        </p:nvGrpSpPr>
        <p:grpSpPr>
          <a:xfrm>
            <a:off x="7104240" y="2809440"/>
            <a:ext cx="4099320" cy="726120"/>
            <a:chOff x="7104240" y="2809440"/>
            <a:chExt cx="4099320" cy="726120"/>
          </a:xfrm>
        </p:grpSpPr>
        <p:sp>
          <p:nvSpPr>
            <p:cNvPr id="863" name="TextBox 60"/>
            <p:cNvSpPr/>
            <p:nvPr/>
          </p:nvSpPr>
          <p:spPr>
            <a:xfrm>
              <a:off x="7104240" y="2809440"/>
              <a:ext cx="1613880" cy="36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8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 Here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4" name="순서도: 처리 250"/>
            <p:cNvSpPr/>
            <p:nvPr/>
          </p:nvSpPr>
          <p:spPr>
            <a:xfrm>
              <a:off x="7479000" y="3160800"/>
              <a:ext cx="107640" cy="287640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65" name="순서도: 처리 251"/>
            <p:cNvSpPr/>
            <p:nvPr/>
          </p:nvSpPr>
          <p:spPr>
            <a:xfrm>
              <a:off x="7630560" y="3160800"/>
              <a:ext cx="107640" cy="287640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66" name="순서도: 처리 252"/>
            <p:cNvSpPr/>
            <p:nvPr/>
          </p:nvSpPr>
          <p:spPr>
            <a:xfrm>
              <a:off x="7782120" y="3160800"/>
              <a:ext cx="107640" cy="287640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67" name="순서도: 처리 253"/>
            <p:cNvSpPr/>
            <p:nvPr/>
          </p:nvSpPr>
          <p:spPr>
            <a:xfrm>
              <a:off x="7933680" y="3160800"/>
              <a:ext cx="107640" cy="287640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68" name="순서도: 처리 254"/>
            <p:cNvSpPr/>
            <p:nvPr/>
          </p:nvSpPr>
          <p:spPr>
            <a:xfrm>
              <a:off x="8085240" y="3160800"/>
              <a:ext cx="107640" cy="287640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69" name="순서도: 처리 255"/>
            <p:cNvSpPr/>
            <p:nvPr/>
          </p:nvSpPr>
          <p:spPr>
            <a:xfrm>
              <a:off x="8236800" y="3160800"/>
              <a:ext cx="107640" cy="287640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70" name="순서도: 처리 256"/>
            <p:cNvSpPr/>
            <p:nvPr/>
          </p:nvSpPr>
          <p:spPr>
            <a:xfrm>
              <a:off x="8388360" y="3160800"/>
              <a:ext cx="107640" cy="287640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71" name="순서도: 처리 257"/>
            <p:cNvSpPr/>
            <p:nvPr/>
          </p:nvSpPr>
          <p:spPr>
            <a:xfrm>
              <a:off x="8539920" y="3160800"/>
              <a:ext cx="107640" cy="287640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72" name="순서도: 처리 258"/>
            <p:cNvSpPr/>
            <p:nvPr/>
          </p:nvSpPr>
          <p:spPr>
            <a:xfrm>
              <a:off x="8691480" y="3160800"/>
              <a:ext cx="107640" cy="287640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73" name="순서도: 처리 259"/>
            <p:cNvSpPr/>
            <p:nvPr/>
          </p:nvSpPr>
          <p:spPr>
            <a:xfrm>
              <a:off x="8843040" y="3160800"/>
              <a:ext cx="107640" cy="287640"/>
            </a:xfrm>
            <a:prstGeom prst="flowChartProcess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74" name="순서도: 처리 260"/>
            <p:cNvSpPr/>
            <p:nvPr/>
          </p:nvSpPr>
          <p:spPr>
            <a:xfrm>
              <a:off x="8994600" y="3160800"/>
              <a:ext cx="107640" cy="287640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75" name="순서도: 처리 261"/>
            <p:cNvSpPr/>
            <p:nvPr/>
          </p:nvSpPr>
          <p:spPr>
            <a:xfrm>
              <a:off x="9146160" y="3160800"/>
              <a:ext cx="107640" cy="287640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76" name="순서도: 처리 262"/>
            <p:cNvSpPr/>
            <p:nvPr/>
          </p:nvSpPr>
          <p:spPr>
            <a:xfrm>
              <a:off x="9297720" y="3160800"/>
              <a:ext cx="107640" cy="287640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77" name="순서도: 처리 263"/>
            <p:cNvSpPr/>
            <p:nvPr/>
          </p:nvSpPr>
          <p:spPr>
            <a:xfrm>
              <a:off x="9449280" y="3160800"/>
              <a:ext cx="107640" cy="287640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78" name="순서도: 처리 264"/>
            <p:cNvSpPr/>
            <p:nvPr/>
          </p:nvSpPr>
          <p:spPr>
            <a:xfrm>
              <a:off x="9600840" y="3160800"/>
              <a:ext cx="107640" cy="287640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79" name="순서도: 처리 265"/>
            <p:cNvSpPr/>
            <p:nvPr/>
          </p:nvSpPr>
          <p:spPr>
            <a:xfrm>
              <a:off x="9752400" y="3160800"/>
              <a:ext cx="107640" cy="287640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80" name="순서도: 처리 266"/>
            <p:cNvSpPr/>
            <p:nvPr/>
          </p:nvSpPr>
          <p:spPr>
            <a:xfrm>
              <a:off x="9903960" y="3160800"/>
              <a:ext cx="107640" cy="287640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81" name="순서도: 처리 267"/>
            <p:cNvSpPr/>
            <p:nvPr/>
          </p:nvSpPr>
          <p:spPr>
            <a:xfrm>
              <a:off x="10055520" y="3160800"/>
              <a:ext cx="107640" cy="287640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82" name="순서도: 처리 268"/>
            <p:cNvSpPr/>
            <p:nvPr/>
          </p:nvSpPr>
          <p:spPr>
            <a:xfrm>
              <a:off x="10207440" y="3160800"/>
              <a:ext cx="107640" cy="287640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83" name="순서도: 처리 269"/>
            <p:cNvSpPr/>
            <p:nvPr/>
          </p:nvSpPr>
          <p:spPr>
            <a:xfrm>
              <a:off x="10359000" y="3160800"/>
              <a:ext cx="107640" cy="287640"/>
            </a:xfrm>
            <a:prstGeom prst="flowChartProcess">
              <a:avLst/>
            </a:prstGeom>
            <a:solidFill>
              <a:schemeClr val="bg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numCol="1" spcCol="0" horzOverflow="overflow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884" name="TextBox 81"/>
            <p:cNvSpPr/>
            <p:nvPr/>
          </p:nvSpPr>
          <p:spPr>
            <a:xfrm>
              <a:off x="10482840" y="3080520"/>
              <a:ext cx="72072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2400" spc="-1" strike="noStrike">
                  <a:solidFill>
                    <a:schemeClr val="accent2"/>
                  </a:solidFill>
                  <a:latin typeface="Arial"/>
                  <a:ea typeface="Arial Unicode MS"/>
                </a:rPr>
                <a:t>50</a:t>
              </a:r>
              <a:r>
                <a:rPr b="1" lang="en-US" sz="1800" spc="-1" strike="noStrike">
                  <a:solidFill>
                    <a:schemeClr val="accent2"/>
                  </a:solidFill>
                  <a:latin typeface="Arial"/>
                  <a:ea typeface="Arial Unicode MS"/>
                </a:rPr>
                <a:t>%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85" name="TextBox 82"/>
          <p:cNvSpPr/>
          <p:nvPr/>
        </p:nvSpPr>
        <p:spPr>
          <a:xfrm>
            <a:off x="7104240" y="3549600"/>
            <a:ext cx="16138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Content Here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순서도: 처리 273"/>
          <p:cNvSpPr/>
          <p:nvPr/>
        </p:nvSpPr>
        <p:spPr>
          <a:xfrm>
            <a:off x="7476120" y="3901320"/>
            <a:ext cx="107640" cy="287640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87" name="순서도: 처리 274"/>
          <p:cNvSpPr/>
          <p:nvPr/>
        </p:nvSpPr>
        <p:spPr>
          <a:xfrm>
            <a:off x="7627680" y="3901320"/>
            <a:ext cx="107640" cy="287640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88" name="순서도: 처리 275"/>
          <p:cNvSpPr/>
          <p:nvPr/>
        </p:nvSpPr>
        <p:spPr>
          <a:xfrm>
            <a:off x="7779240" y="3901320"/>
            <a:ext cx="107640" cy="287640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89" name="순서도: 처리 276"/>
          <p:cNvSpPr/>
          <p:nvPr/>
        </p:nvSpPr>
        <p:spPr>
          <a:xfrm>
            <a:off x="7931160" y="3901320"/>
            <a:ext cx="107640" cy="287640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90" name="순서도: 처리 277"/>
          <p:cNvSpPr/>
          <p:nvPr/>
        </p:nvSpPr>
        <p:spPr>
          <a:xfrm>
            <a:off x="8082720" y="3901320"/>
            <a:ext cx="107640" cy="287640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91" name="순서도: 처리 278"/>
          <p:cNvSpPr/>
          <p:nvPr/>
        </p:nvSpPr>
        <p:spPr>
          <a:xfrm>
            <a:off x="8234280" y="3901320"/>
            <a:ext cx="107640" cy="287640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92" name="순서도: 처리 279"/>
          <p:cNvSpPr/>
          <p:nvPr/>
        </p:nvSpPr>
        <p:spPr>
          <a:xfrm>
            <a:off x="8385840" y="3901320"/>
            <a:ext cx="107640" cy="287640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93" name="순서도: 처리 280"/>
          <p:cNvSpPr/>
          <p:nvPr/>
        </p:nvSpPr>
        <p:spPr>
          <a:xfrm>
            <a:off x="8537400" y="3901320"/>
            <a:ext cx="107640" cy="287640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94" name="순서도: 처리 281"/>
          <p:cNvSpPr/>
          <p:nvPr/>
        </p:nvSpPr>
        <p:spPr>
          <a:xfrm>
            <a:off x="8688960" y="3901320"/>
            <a:ext cx="107640" cy="287640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95" name="순서도: 처리 282"/>
          <p:cNvSpPr/>
          <p:nvPr/>
        </p:nvSpPr>
        <p:spPr>
          <a:xfrm>
            <a:off x="8840520" y="3901320"/>
            <a:ext cx="107640" cy="287640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96" name="순서도: 처리 283"/>
          <p:cNvSpPr/>
          <p:nvPr/>
        </p:nvSpPr>
        <p:spPr>
          <a:xfrm>
            <a:off x="8992080" y="3901320"/>
            <a:ext cx="107640" cy="287640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97" name="순서도: 처리 284"/>
          <p:cNvSpPr/>
          <p:nvPr/>
        </p:nvSpPr>
        <p:spPr>
          <a:xfrm>
            <a:off x="9143640" y="3901320"/>
            <a:ext cx="107640" cy="287640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98" name="순서도: 처리 285"/>
          <p:cNvSpPr/>
          <p:nvPr/>
        </p:nvSpPr>
        <p:spPr>
          <a:xfrm>
            <a:off x="9295200" y="3901320"/>
            <a:ext cx="107640" cy="287640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899" name="순서도: 처리 286"/>
          <p:cNvSpPr/>
          <p:nvPr/>
        </p:nvSpPr>
        <p:spPr>
          <a:xfrm>
            <a:off x="9446760" y="3901320"/>
            <a:ext cx="107640" cy="287640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00" name="순서도: 처리 287"/>
          <p:cNvSpPr/>
          <p:nvPr/>
        </p:nvSpPr>
        <p:spPr>
          <a:xfrm>
            <a:off x="9598320" y="3901320"/>
            <a:ext cx="107640" cy="287640"/>
          </a:xfrm>
          <a:prstGeom prst="flowChartProcess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01" name="순서도: 처리 288"/>
          <p:cNvSpPr/>
          <p:nvPr/>
        </p:nvSpPr>
        <p:spPr>
          <a:xfrm>
            <a:off x="9749880" y="3901320"/>
            <a:ext cx="107640" cy="287640"/>
          </a:xfrm>
          <a:prstGeom prst="flowChartProcess">
            <a:avLst/>
          </a:prstGeom>
          <a:solidFill>
            <a:schemeClr val="bg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02" name="순서도: 처리 289"/>
          <p:cNvSpPr/>
          <p:nvPr/>
        </p:nvSpPr>
        <p:spPr>
          <a:xfrm>
            <a:off x="9901440" y="3901320"/>
            <a:ext cx="107640" cy="287640"/>
          </a:xfrm>
          <a:prstGeom prst="flowChartProcess">
            <a:avLst/>
          </a:prstGeom>
          <a:solidFill>
            <a:schemeClr val="bg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03" name="순서도: 처리 290"/>
          <p:cNvSpPr/>
          <p:nvPr/>
        </p:nvSpPr>
        <p:spPr>
          <a:xfrm>
            <a:off x="10053000" y="3901320"/>
            <a:ext cx="107640" cy="287640"/>
          </a:xfrm>
          <a:prstGeom prst="flowChartProcess">
            <a:avLst/>
          </a:prstGeom>
          <a:solidFill>
            <a:schemeClr val="bg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04" name="순서도: 처리 291"/>
          <p:cNvSpPr/>
          <p:nvPr/>
        </p:nvSpPr>
        <p:spPr>
          <a:xfrm>
            <a:off x="10204560" y="3901320"/>
            <a:ext cx="107640" cy="287640"/>
          </a:xfrm>
          <a:prstGeom prst="flowChartProcess">
            <a:avLst/>
          </a:prstGeom>
          <a:solidFill>
            <a:schemeClr val="bg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05" name="순서도: 처리 292"/>
          <p:cNvSpPr/>
          <p:nvPr/>
        </p:nvSpPr>
        <p:spPr>
          <a:xfrm>
            <a:off x="10356120" y="3901320"/>
            <a:ext cx="107640" cy="287640"/>
          </a:xfrm>
          <a:prstGeom prst="flowChartProcess">
            <a:avLst/>
          </a:prstGeom>
          <a:solidFill>
            <a:schemeClr val="bg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06" name="TextBox 103"/>
          <p:cNvSpPr/>
          <p:nvPr/>
        </p:nvSpPr>
        <p:spPr>
          <a:xfrm>
            <a:off x="10479960" y="3820680"/>
            <a:ext cx="7207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accent2"/>
                </a:solidFill>
                <a:latin typeface="Arial"/>
                <a:ea typeface="Arial Unicode MS"/>
              </a:rPr>
              <a:t>75</a:t>
            </a:r>
            <a:r>
              <a:rPr b="1" lang="en-US" sz="1800" spc="-1" strike="noStrike">
                <a:solidFill>
                  <a:schemeClr val="accent2"/>
                </a:solidFill>
                <a:latin typeface="Arial"/>
                <a:ea typeface="Arial Unicode MS"/>
              </a:rPr>
              <a:t>%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07" name="직선 연결선 294"/>
          <p:cNvCxnSpPr/>
          <p:nvPr/>
        </p:nvCxnSpPr>
        <p:spPr>
          <a:xfrm>
            <a:off x="7863120" y="4833720"/>
            <a:ext cx="3384360" cy="360"/>
          </a:xfrm>
          <a:prstGeom prst="straightConnector1">
            <a:avLst/>
          </a:prstGeom>
          <a:ln w="19050">
            <a:solidFill>
              <a:srgbClr val="ffffff">
                <a:lumMod val="65000"/>
              </a:srgbClr>
            </a:solidFill>
            <a:prstDash val="sysDot"/>
          </a:ln>
        </p:spPr>
      </p:cxnSp>
      <p:cxnSp>
        <p:nvCxnSpPr>
          <p:cNvPr id="908" name="직선 연결선 295"/>
          <p:cNvCxnSpPr/>
          <p:nvPr/>
        </p:nvCxnSpPr>
        <p:spPr>
          <a:xfrm>
            <a:off x="7863120" y="4528800"/>
            <a:ext cx="3384360" cy="360"/>
          </a:xfrm>
          <a:prstGeom prst="straightConnector1">
            <a:avLst/>
          </a:prstGeom>
          <a:ln w="19050">
            <a:solidFill>
              <a:srgbClr val="ffffff">
                <a:lumMod val="65000"/>
              </a:srgbClr>
            </a:solidFill>
            <a:prstDash val="sysDot"/>
          </a:ln>
        </p:spPr>
      </p:cxnSp>
      <p:sp>
        <p:nvSpPr>
          <p:cNvPr id="909" name="TextBox 106"/>
          <p:cNvSpPr/>
          <p:nvPr/>
        </p:nvSpPr>
        <p:spPr>
          <a:xfrm>
            <a:off x="7806600" y="4522320"/>
            <a:ext cx="7830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B Case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타원 297"/>
          <p:cNvSpPr/>
          <p:nvPr/>
        </p:nvSpPr>
        <p:spPr>
          <a:xfrm>
            <a:off x="7394040" y="4470480"/>
            <a:ext cx="388080" cy="388080"/>
          </a:xfrm>
          <a:prstGeom prst="ellipse">
            <a:avLst/>
          </a:prstGeom>
          <a:solidFill>
            <a:schemeClr val="accent2">
              <a:alpha val="80000"/>
            </a:schemeClr>
          </a:solidFill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11" name="TextBox 108"/>
          <p:cNvSpPr/>
          <p:nvPr/>
        </p:nvSpPr>
        <p:spPr>
          <a:xfrm>
            <a:off x="7394040" y="4922280"/>
            <a:ext cx="3418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You can simply impress your audience and add a unique zing and appeal to your Reports and Presentations with our Templates.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Rounded Rectangle 27"/>
          <p:cNvSpPr/>
          <p:nvPr/>
        </p:nvSpPr>
        <p:spPr>
          <a:xfrm>
            <a:off x="1128240" y="4556880"/>
            <a:ext cx="230400" cy="176760"/>
          </a:xfrm>
          <a:custGeom>
            <a:avLst/>
            <a:gdLst>
              <a:gd name="textAreaLeft" fmla="*/ 0 w 230400"/>
              <a:gd name="textAreaRight" fmla="*/ 230760 w 230400"/>
              <a:gd name="textAreaTop" fmla="*/ 0 h 176760"/>
              <a:gd name="textAreaBottom" fmla="*/ 177120 h 176760"/>
            </a:gdLst>
            <a:ahLst/>
            <a:rect l="textAreaLeft" t="textAreaTop" r="textAreaRight" b="textAreaBottom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13" name="Rounded Rectangle 7"/>
          <p:cNvSpPr/>
          <p:nvPr/>
        </p:nvSpPr>
        <p:spPr>
          <a:xfrm>
            <a:off x="7486200" y="4552920"/>
            <a:ext cx="234360" cy="202320"/>
          </a:xfrm>
          <a:custGeom>
            <a:avLst/>
            <a:gdLst>
              <a:gd name="textAreaLeft" fmla="*/ 0 w 234360"/>
              <a:gd name="textAreaRight" fmla="*/ 234720 w 234360"/>
              <a:gd name="textAreaTop" fmla="*/ 0 h 202320"/>
              <a:gd name="textAreaBottom" fmla="*/ 202680 h 202320"/>
            </a:gdLst>
            <a:ahLst/>
            <a:rect l="textAreaLeft" t="textAreaTop" r="textAreaRight" b="textAreaBottom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grpSp>
        <p:nvGrpSpPr>
          <p:cNvPr id="914" name="Group 111"/>
          <p:cNvGrpSpPr/>
          <p:nvPr/>
        </p:nvGrpSpPr>
        <p:grpSpPr>
          <a:xfrm>
            <a:off x="5079240" y="1850400"/>
            <a:ext cx="2076480" cy="4349160"/>
            <a:chOff x="5079240" y="1850400"/>
            <a:chExt cx="2076480" cy="4349160"/>
          </a:xfrm>
        </p:grpSpPr>
        <p:sp>
          <p:nvSpPr>
            <p:cNvPr id="915" name="Freeform 9"/>
            <p:cNvSpPr/>
            <p:nvPr/>
          </p:nvSpPr>
          <p:spPr>
            <a:xfrm>
              <a:off x="5079240" y="1986480"/>
              <a:ext cx="2076480" cy="4213080"/>
            </a:xfrm>
            <a:custGeom>
              <a:avLst/>
              <a:gdLst>
                <a:gd name="textAreaLeft" fmla="*/ 0 w 2076480"/>
                <a:gd name="textAreaRight" fmla="*/ 2076840 w 2076480"/>
                <a:gd name="textAreaTop" fmla="*/ 0 h 4213080"/>
                <a:gd name="textAreaBottom" fmla="*/ 4213440 h 4213080"/>
              </a:gdLst>
              <a:ahLst/>
              <a:rect l="textAreaLeft" t="textAreaTop" r="textAreaRight" b="textAreaBottom"/>
              <a:pathLst>
                <a:path w="10000" h="10000">
                  <a:moveTo>
                    <a:pt x="8779" y="0"/>
                  </a:moveTo>
                  <a:lnTo>
                    <a:pt x="8875" y="0"/>
                  </a:lnTo>
                  <a:lnTo>
                    <a:pt x="8993" y="3"/>
                  </a:lnTo>
                  <a:lnTo>
                    <a:pt x="9111" y="11"/>
                  </a:lnTo>
                  <a:lnTo>
                    <a:pt x="9239" y="24"/>
                  </a:lnTo>
                  <a:lnTo>
                    <a:pt x="9347" y="37"/>
                  </a:lnTo>
                  <a:lnTo>
                    <a:pt x="9448" y="58"/>
                  </a:lnTo>
                  <a:lnTo>
                    <a:pt x="9513" y="79"/>
                  </a:lnTo>
                  <a:lnTo>
                    <a:pt x="9555" y="106"/>
                  </a:lnTo>
                  <a:cubicBezTo>
                    <a:pt x="9561" y="111"/>
                    <a:pt x="9566" y="116"/>
                    <a:pt x="9572" y="121"/>
                  </a:cubicBezTo>
                  <a:cubicBezTo>
                    <a:pt x="9574" y="133"/>
                    <a:pt x="9575" y="144"/>
                    <a:pt x="9577" y="156"/>
                  </a:cubicBezTo>
                  <a:cubicBezTo>
                    <a:pt x="9582" y="171"/>
                    <a:pt x="9588" y="186"/>
                    <a:pt x="9593" y="201"/>
                  </a:cubicBezTo>
                  <a:cubicBezTo>
                    <a:pt x="9597" y="217"/>
                    <a:pt x="9600" y="232"/>
                    <a:pt x="9604" y="248"/>
                  </a:cubicBezTo>
                  <a:cubicBezTo>
                    <a:pt x="9609" y="267"/>
                    <a:pt x="9615" y="285"/>
                    <a:pt x="9620" y="304"/>
                  </a:cubicBezTo>
                  <a:cubicBezTo>
                    <a:pt x="9622" y="320"/>
                    <a:pt x="9623" y="335"/>
                    <a:pt x="9625" y="351"/>
                  </a:cubicBezTo>
                  <a:cubicBezTo>
                    <a:pt x="9629" y="366"/>
                    <a:pt x="9632" y="381"/>
                    <a:pt x="9636" y="396"/>
                  </a:cubicBezTo>
                  <a:lnTo>
                    <a:pt x="9636" y="428"/>
                  </a:lnTo>
                  <a:cubicBezTo>
                    <a:pt x="9623" y="452"/>
                    <a:pt x="9611" y="475"/>
                    <a:pt x="9598" y="499"/>
                  </a:cubicBezTo>
                  <a:cubicBezTo>
                    <a:pt x="9603" y="510"/>
                    <a:pt x="9609" y="522"/>
                    <a:pt x="9614" y="533"/>
                  </a:cubicBezTo>
                  <a:cubicBezTo>
                    <a:pt x="9621" y="549"/>
                    <a:pt x="9629" y="565"/>
                    <a:pt x="9636" y="581"/>
                  </a:cubicBezTo>
                  <a:cubicBezTo>
                    <a:pt x="9645" y="597"/>
                    <a:pt x="9654" y="612"/>
                    <a:pt x="9663" y="628"/>
                  </a:cubicBezTo>
                  <a:lnTo>
                    <a:pt x="9684" y="670"/>
                  </a:lnTo>
                  <a:cubicBezTo>
                    <a:pt x="9688" y="686"/>
                    <a:pt x="9691" y="702"/>
                    <a:pt x="9695" y="718"/>
                  </a:cubicBezTo>
                  <a:lnTo>
                    <a:pt x="9695" y="768"/>
                  </a:lnTo>
                  <a:lnTo>
                    <a:pt x="9689" y="816"/>
                  </a:lnTo>
                  <a:cubicBezTo>
                    <a:pt x="9687" y="831"/>
                    <a:pt x="9686" y="845"/>
                    <a:pt x="9684" y="860"/>
                  </a:cubicBezTo>
                  <a:lnTo>
                    <a:pt x="9684" y="903"/>
                  </a:lnTo>
                  <a:cubicBezTo>
                    <a:pt x="9689" y="913"/>
                    <a:pt x="9695" y="922"/>
                    <a:pt x="9700" y="932"/>
                  </a:cubicBezTo>
                  <a:cubicBezTo>
                    <a:pt x="9713" y="940"/>
                    <a:pt x="9725" y="947"/>
                    <a:pt x="9738" y="955"/>
                  </a:cubicBezTo>
                  <a:lnTo>
                    <a:pt x="9786" y="979"/>
                  </a:lnTo>
                  <a:lnTo>
                    <a:pt x="9839" y="1000"/>
                  </a:lnTo>
                  <a:cubicBezTo>
                    <a:pt x="9855" y="1006"/>
                    <a:pt x="9872" y="1013"/>
                    <a:pt x="9888" y="1019"/>
                  </a:cubicBezTo>
                  <a:lnTo>
                    <a:pt x="9936" y="1037"/>
                  </a:lnTo>
                  <a:cubicBezTo>
                    <a:pt x="9950" y="1047"/>
                    <a:pt x="9965" y="1056"/>
                    <a:pt x="9979" y="1066"/>
                  </a:cubicBezTo>
                  <a:cubicBezTo>
                    <a:pt x="9986" y="1079"/>
                    <a:pt x="9993" y="1093"/>
                    <a:pt x="10000" y="1106"/>
                  </a:cubicBezTo>
                  <a:lnTo>
                    <a:pt x="9898" y="1198"/>
                  </a:lnTo>
                  <a:cubicBezTo>
                    <a:pt x="9871" y="1232"/>
                    <a:pt x="9845" y="1267"/>
                    <a:pt x="9818" y="1301"/>
                  </a:cubicBezTo>
                  <a:cubicBezTo>
                    <a:pt x="9797" y="1336"/>
                    <a:pt x="9775" y="1372"/>
                    <a:pt x="9754" y="1407"/>
                  </a:cubicBezTo>
                  <a:cubicBezTo>
                    <a:pt x="9732" y="1444"/>
                    <a:pt x="9711" y="1481"/>
                    <a:pt x="9689" y="1518"/>
                  </a:cubicBezTo>
                  <a:lnTo>
                    <a:pt x="9620" y="1626"/>
                  </a:lnTo>
                  <a:lnTo>
                    <a:pt x="9545" y="1731"/>
                  </a:lnTo>
                  <a:cubicBezTo>
                    <a:pt x="9532" y="1750"/>
                    <a:pt x="9520" y="1768"/>
                    <a:pt x="9507" y="1787"/>
                  </a:cubicBezTo>
                  <a:cubicBezTo>
                    <a:pt x="9496" y="1807"/>
                    <a:pt x="9486" y="1827"/>
                    <a:pt x="9475" y="1847"/>
                  </a:cubicBezTo>
                  <a:cubicBezTo>
                    <a:pt x="9468" y="1867"/>
                    <a:pt x="9461" y="1888"/>
                    <a:pt x="9454" y="1908"/>
                  </a:cubicBezTo>
                  <a:cubicBezTo>
                    <a:pt x="9441" y="1930"/>
                    <a:pt x="9429" y="1952"/>
                    <a:pt x="9416" y="1974"/>
                  </a:cubicBezTo>
                  <a:cubicBezTo>
                    <a:pt x="9404" y="1994"/>
                    <a:pt x="9391" y="2015"/>
                    <a:pt x="9379" y="2035"/>
                  </a:cubicBezTo>
                  <a:lnTo>
                    <a:pt x="9314" y="2088"/>
                  </a:lnTo>
                  <a:cubicBezTo>
                    <a:pt x="9289" y="2099"/>
                    <a:pt x="9264" y="2111"/>
                    <a:pt x="9239" y="2122"/>
                  </a:cubicBezTo>
                  <a:lnTo>
                    <a:pt x="9143" y="2146"/>
                  </a:lnTo>
                  <a:cubicBezTo>
                    <a:pt x="9107" y="2151"/>
                    <a:pt x="9072" y="2157"/>
                    <a:pt x="9036" y="2162"/>
                  </a:cubicBezTo>
                  <a:lnTo>
                    <a:pt x="8918" y="2175"/>
                  </a:lnTo>
                  <a:lnTo>
                    <a:pt x="8795" y="2185"/>
                  </a:lnTo>
                  <a:lnTo>
                    <a:pt x="8677" y="2201"/>
                  </a:lnTo>
                  <a:lnTo>
                    <a:pt x="8468" y="2220"/>
                  </a:lnTo>
                  <a:lnTo>
                    <a:pt x="8232" y="2241"/>
                  </a:lnTo>
                  <a:lnTo>
                    <a:pt x="7975" y="2251"/>
                  </a:lnTo>
                  <a:lnTo>
                    <a:pt x="7702" y="2262"/>
                  </a:lnTo>
                  <a:lnTo>
                    <a:pt x="7429" y="2264"/>
                  </a:lnTo>
                  <a:lnTo>
                    <a:pt x="7145" y="2267"/>
                  </a:lnTo>
                  <a:lnTo>
                    <a:pt x="6861" y="2267"/>
                  </a:lnTo>
                  <a:cubicBezTo>
                    <a:pt x="6863" y="2328"/>
                    <a:pt x="6865" y="2388"/>
                    <a:pt x="6867" y="2449"/>
                  </a:cubicBezTo>
                  <a:cubicBezTo>
                    <a:pt x="6876" y="2512"/>
                    <a:pt x="6884" y="2574"/>
                    <a:pt x="6893" y="2637"/>
                  </a:cubicBezTo>
                  <a:cubicBezTo>
                    <a:pt x="6907" y="2698"/>
                    <a:pt x="6922" y="2760"/>
                    <a:pt x="6936" y="2821"/>
                  </a:cubicBezTo>
                  <a:cubicBezTo>
                    <a:pt x="6954" y="2879"/>
                    <a:pt x="6972" y="2938"/>
                    <a:pt x="6990" y="2996"/>
                  </a:cubicBezTo>
                  <a:cubicBezTo>
                    <a:pt x="7013" y="3050"/>
                    <a:pt x="7036" y="3105"/>
                    <a:pt x="7059" y="3159"/>
                  </a:cubicBezTo>
                  <a:cubicBezTo>
                    <a:pt x="7082" y="3207"/>
                    <a:pt x="7106" y="3256"/>
                    <a:pt x="7129" y="3304"/>
                  </a:cubicBezTo>
                  <a:cubicBezTo>
                    <a:pt x="7145" y="3344"/>
                    <a:pt x="7161" y="3383"/>
                    <a:pt x="7177" y="3423"/>
                  </a:cubicBezTo>
                  <a:lnTo>
                    <a:pt x="7225" y="3537"/>
                  </a:lnTo>
                  <a:cubicBezTo>
                    <a:pt x="7238" y="3576"/>
                    <a:pt x="7250" y="3614"/>
                    <a:pt x="7263" y="3653"/>
                  </a:cubicBezTo>
                  <a:cubicBezTo>
                    <a:pt x="7279" y="3692"/>
                    <a:pt x="7295" y="3730"/>
                    <a:pt x="7311" y="3769"/>
                  </a:cubicBezTo>
                  <a:cubicBezTo>
                    <a:pt x="7331" y="3808"/>
                    <a:pt x="7350" y="3846"/>
                    <a:pt x="7370" y="3885"/>
                  </a:cubicBezTo>
                  <a:lnTo>
                    <a:pt x="7450" y="3980"/>
                  </a:lnTo>
                  <a:cubicBezTo>
                    <a:pt x="7477" y="4012"/>
                    <a:pt x="7504" y="4043"/>
                    <a:pt x="7531" y="4075"/>
                  </a:cubicBezTo>
                  <a:cubicBezTo>
                    <a:pt x="7561" y="4107"/>
                    <a:pt x="7592" y="4138"/>
                    <a:pt x="7622" y="4170"/>
                  </a:cubicBezTo>
                  <a:lnTo>
                    <a:pt x="7702" y="4262"/>
                  </a:lnTo>
                  <a:cubicBezTo>
                    <a:pt x="7723" y="4293"/>
                    <a:pt x="7745" y="4324"/>
                    <a:pt x="7766" y="4355"/>
                  </a:cubicBezTo>
                  <a:cubicBezTo>
                    <a:pt x="7775" y="4386"/>
                    <a:pt x="7784" y="4416"/>
                    <a:pt x="7793" y="4447"/>
                  </a:cubicBezTo>
                  <a:cubicBezTo>
                    <a:pt x="7777" y="4457"/>
                    <a:pt x="7761" y="4466"/>
                    <a:pt x="7745" y="4476"/>
                  </a:cubicBezTo>
                  <a:lnTo>
                    <a:pt x="7697" y="4503"/>
                  </a:lnTo>
                  <a:cubicBezTo>
                    <a:pt x="7681" y="4513"/>
                    <a:pt x="7665" y="4524"/>
                    <a:pt x="7649" y="4534"/>
                  </a:cubicBezTo>
                  <a:cubicBezTo>
                    <a:pt x="7635" y="4542"/>
                    <a:pt x="7620" y="4550"/>
                    <a:pt x="7606" y="4558"/>
                  </a:cubicBezTo>
                  <a:cubicBezTo>
                    <a:pt x="7593" y="4562"/>
                    <a:pt x="7581" y="4567"/>
                    <a:pt x="7568" y="4571"/>
                  </a:cubicBezTo>
                  <a:cubicBezTo>
                    <a:pt x="7541" y="4575"/>
                    <a:pt x="7515" y="4578"/>
                    <a:pt x="7488" y="4582"/>
                  </a:cubicBezTo>
                  <a:lnTo>
                    <a:pt x="7413" y="4603"/>
                  </a:lnTo>
                  <a:cubicBezTo>
                    <a:pt x="7383" y="4612"/>
                    <a:pt x="7352" y="4620"/>
                    <a:pt x="7322" y="4629"/>
                  </a:cubicBezTo>
                  <a:cubicBezTo>
                    <a:pt x="7295" y="4640"/>
                    <a:pt x="7269" y="4652"/>
                    <a:pt x="7242" y="4663"/>
                  </a:cubicBezTo>
                  <a:cubicBezTo>
                    <a:pt x="7219" y="4675"/>
                    <a:pt x="7195" y="4686"/>
                    <a:pt x="7172" y="4698"/>
                  </a:cubicBezTo>
                  <a:cubicBezTo>
                    <a:pt x="7151" y="4708"/>
                    <a:pt x="7129" y="4717"/>
                    <a:pt x="7108" y="4727"/>
                  </a:cubicBezTo>
                  <a:cubicBezTo>
                    <a:pt x="7090" y="4724"/>
                    <a:pt x="7072" y="4722"/>
                    <a:pt x="7054" y="4719"/>
                  </a:cubicBezTo>
                  <a:cubicBezTo>
                    <a:pt x="7042" y="4623"/>
                    <a:pt x="7029" y="4527"/>
                    <a:pt x="7017" y="4431"/>
                  </a:cubicBezTo>
                  <a:lnTo>
                    <a:pt x="6947" y="4431"/>
                  </a:lnTo>
                  <a:lnTo>
                    <a:pt x="6893" y="4434"/>
                  </a:lnTo>
                  <a:lnTo>
                    <a:pt x="6840" y="4434"/>
                  </a:lnTo>
                  <a:lnTo>
                    <a:pt x="6770" y="4437"/>
                  </a:lnTo>
                  <a:lnTo>
                    <a:pt x="6663" y="4442"/>
                  </a:lnTo>
                  <a:cubicBezTo>
                    <a:pt x="6659" y="4490"/>
                    <a:pt x="6656" y="4539"/>
                    <a:pt x="6652" y="4587"/>
                  </a:cubicBezTo>
                  <a:cubicBezTo>
                    <a:pt x="6649" y="4637"/>
                    <a:pt x="6645" y="4687"/>
                    <a:pt x="6642" y="4737"/>
                  </a:cubicBezTo>
                  <a:cubicBezTo>
                    <a:pt x="6640" y="4786"/>
                    <a:pt x="6638" y="4836"/>
                    <a:pt x="6636" y="4885"/>
                  </a:cubicBezTo>
                  <a:cubicBezTo>
                    <a:pt x="6629" y="4934"/>
                    <a:pt x="6622" y="4984"/>
                    <a:pt x="6615" y="5033"/>
                  </a:cubicBezTo>
                  <a:cubicBezTo>
                    <a:pt x="6601" y="5069"/>
                    <a:pt x="6586" y="5105"/>
                    <a:pt x="6572" y="5141"/>
                  </a:cubicBezTo>
                  <a:lnTo>
                    <a:pt x="6524" y="5252"/>
                  </a:lnTo>
                  <a:cubicBezTo>
                    <a:pt x="6508" y="5285"/>
                    <a:pt x="6492" y="5319"/>
                    <a:pt x="6476" y="5352"/>
                  </a:cubicBezTo>
                  <a:cubicBezTo>
                    <a:pt x="6467" y="5386"/>
                    <a:pt x="6458" y="5421"/>
                    <a:pt x="6449" y="5455"/>
                  </a:cubicBezTo>
                  <a:cubicBezTo>
                    <a:pt x="6451" y="5487"/>
                    <a:pt x="6452" y="5518"/>
                    <a:pt x="6454" y="5550"/>
                  </a:cubicBezTo>
                  <a:cubicBezTo>
                    <a:pt x="6450" y="5552"/>
                    <a:pt x="6447" y="5554"/>
                    <a:pt x="6443" y="5556"/>
                  </a:cubicBezTo>
                  <a:lnTo>
                    <a:pt x="6427" y="5556"/>
                  </a:lnTo>
                  <a:lnTo>
                    <a:pt x="6427" y="5556"/>
                  </a:lnTo>
                  <a:cubicBezTo>
                    <a:pt x="6425" y="5557"/>
                    <a:pt x="6424" y="5557"/>
                    <a:pt x="6422" y="5558"/>
                  </a:cubicBezTo>
                  <a:lnTo>
                    <a:pt x="6422" y="5566"/>
                  </a:lnTo>
                  <a:lnTo>
                    <a:pt x="6422" y="5571"/>
                  </a:lnTo>
                  <a:lnTo>
                    <a:pt x="6422" y="5582"/>
                  </a:lnTo>
                  <a:lnTo>
                    <a:pt x="6422" y="5595"/>
                  </a:lnTo>
                  <a:lnTo>
                    <a:pt x="6347" y="5682"/>
                  </a:lnTo>
                  <a:cubicBezTo>
                    <a:pt x="6327" y="5713"/>
                    <a:pt x="6308" y="5744"/>
                    <a:pt x="6288" y="5775"/>
                  </a:cubicBezTo>
                  <a:cubicBezTo>
                    <a:pt x="6279" y="5807"/>
                    <a:pt x="6270" y="5840"/>
                    <a:pt x="6261" y="5872"/>
                  </a:cubicBezTo>
                  <a:cubicBezTo>
                    <a:pt x="6258" y="5907"/>
                    <a:pt x="6254" y="5943"/>
                    <a:pt x="6251" y="5978"/>
                  </a:cubicBezTo>
                  <a:cubicBezTo>
                    <a:pt x="6246" y="6013"/>
                    <a:pt x="6240" y="6048"/>
                    <a:pt x="6235" y="6083"/>
                  </a:cubicBezTo>
                  <a:lnTo>
                    <a:pt x="6229" y="6194"/>
                  </a:lnTo>
                  <a:lnTo>
                    <a:pt x="6208" y="6302"/>
                  </a:lnTo>
                  <a:cubicBezTo>
                    <a:pt x="6195" y="6339"/>
                    <a:pt x="6183" y="6376"/>
                    <a:pt x="6170" y="6413"/>
                  </a:cubicBezTo>
                  <a:lnTo>
                    <a:pt x="5978" y="7213"/>
                  </a:lnTo>
                  <a:lnTo>
                    <a:pt x="5951" y="7300"/>
                  </a:lnTo>
                  <a:cubicBezTo>
                    <a:pt x="5946" y="7333"/>
                    <a:pt x="5940" y="7365"/>
                    <a:pt x="5935" y="7398"/>
                  </a:cubicBezTo>
                  <a:cubicBezTo>
                    <a:pt x="5933" y="7428"/>
                    <a:pt x="5931" y="7457"/>
                    <a:pt x="5929" y="7487"/>
                  </a:cubicBezTo>
                  <a:lnTo>
                    <a:pt x="5929" y="7585"/>
                  </a:lnTo>
                  <a:lnTo>
                    <a:pt x="5929" y="7672"/>
                  </a:lnTo>
                  <a:cubicBezTo>
                    <a:pt x="5924" y="7699"/>
                    <a:pt x="5918" y="7727"/>
                    <a:pt x="5913" y="7754"/>
                  </a:cubicBezTo>
                  <a:cubicBezTo>
                    <a:pt x="5908" y="7780"/>
                    <a:pt x="5902" y="7805"/>
                    <a:pt x="5897" y="7831"/>
                  </a:cubicBezTo>
                  <a:cubicBezTo>
                    <a:pt x="5886" y="7859"/>
                    <a:pt x="5876" y="7887"/>
                    <a:pt x="5865" y="7915"/>
                  </a:cubicBezTo>
                  <a:lnTo>
                    <a:pt x="5865" y="7997"/>
                  </a:lnTo>
                  <a:cubicBezTo>
                    <a:pt x="5872" y="8022"/>
                    <a:pt x="5879" y="8048"/>
                    <a:pt x="5886" y="8073"/>
                  </a:cubicBezTo>
                  <a:cubicBezTo>
                    <a:pt x="5899" y="8098"/>
                    <a:pt x="5911" y="8122"/>
                    <a:pt x="5924" y="8147"/>
                  </a:cubicBezTo>
                  <a:lnTo>
                    <a:pt x="5972" y="8216"/>
                  </a:lnTo>
                  <a:lnTo>
                    <a:pt x="6020" y="8282"/>
                  </a:lnTo>
                  <a:lnTo>
                    <a:pt x="6069" y="8343"/>
                  </a:lnTo>
                  <a:cubicBezTo>
                    <a:pt x="6092" y="8412"/>
                    <a:pt x="6115" y="8482"/>
                    <a:pt x="6138" y="8551"/>
                  </a:cubicBezTo>
                  <a:lnTo>
                    <a:pt x="6111" y="8572"/>
                  </a:lnTo>
                  <a:cubicBezTo>
                    <a:pt x="6097" y="8576"/>
                    <a:pt x="6083" y="8581"/>
                    <a:pt x="6069" y="8585"/>
                  </a:cubicBezTo>
                  <a:cubicBezTo>
                    <a:pt x="6056" y="8590"/>
                    <a:pt x="6044" y="8594"/>
                    <a:pt x="6031" y="8599"/>
                  </a:cubicBezTo>
                  <a:cubicBezTo>
                    <a:pt x="6020" y="8606"/>
                    <a:pt x="6010" y="8613"/>
                    <a:pt x="5999" y="8620"/>
                  </a:cubicBezTo>
                  <a:cubicBezTo>
                    <a:pt x="6022" y="8623"/>
                    <a:pt x="6046" y="8627"/>
                    <a:pt x="6069" y="8630"/>
                  </a:cubicBezTo>
                  <a:cubicBezTo>
                    <a:pt x="6085" y="8634"/>
                    <a:pt x="6101" y="8639"/>
                    <a:pt x="6117" y="8643"/>
                  </a:cubicBezTo>
                  <a:cubicBezTo>
                    <a:pt x="6131" y="8652"/>
                    <a:pt x="6146" y="8661"/>
                    <a:pt x="6160" y="8670"/>
                  </a:cubicBezTo>
                  <a:cubicBezTo>
                    <a:pt x="6153" y="8687"/>
                    <a:pt x="6145" y="8703"/>
                    <a:pt x="6138" y="8720"/>
                  </a:cubicBezTo>
                  <a:cubicBezTo>
                    <a:pt x="6140" y="8737"/>
                    <a:pt x="6142" y="8753"/>
                    <a:pt x="6144" y="8770"/>
                  </a:cubicBezTo>
                  <a:cubicBezTo>
                    <a:pt x="6156" y="8789"/>
                    <a:pt x="6169" y="8807"/>
                    <a:pt x="6181" y="8826"/>
                  </a:cubicBezTo>
                  <a:cubicBezTo>
                    <a:pt x="6199" y="8842"/>
                    <a:pt x="6217" y="8857"/>
                    <a:pt x="6235" y="8873"/>
                  </a:cubicBezTo>
                  <a:cubicBezTo>
                    <a:pt x="6253" y="8888"/>
                    <a:pt x="6270" y="8903"/>
                    <a:pt x="6288" y="8918"/>
                  </a:cubicBezTo>
                  <a:lnTo>
                    <a:pt x="6352" y="8952"/>
                  </a:lnTo>
                  <a:lnTo>
                    <a:pt x="6465" y="9005"/>
                  </a:lnTo>
                  <a:lnTo>
                    <a:pt x="6583" y="9063"/>
                  </a:lnTo>
                  <a:lnTo>
                    <a:pt x="6706" y="9116"/>
                  </a:lnTo>
                  <a:lnTo>
                    <a:pt x="6781" y="9140"/>
                  </a:lnTo>
                  <a:lnTo>
                    <a:pt x="6867" y="9161"/>
                  </a:lnTo>
                  <a:lnTo>
                    <a:pt x="6958" y="9179"/>
                  </a:lnTo>
                  <a:lnTo>
                    <a:pt x="7043" y="9200"/>
                  </a:lnTo>
                  <a:lnTo>
                    <a:pt x="7134" y="9224"/>
                  </a:lnTo>
                  <a:lnTo>
                    <a:pt x="7220" y="9248"/>
                  </a:lnTo>
                  <a:lnTo>
                    <a:pt x="7290" y="9279"/>
                  </a:lnTo>
                  <a:lnTo>
                    <a:pt x="7343" y="9314"/>
                  </a:lnTo>
                  <a:cubicBezTo>
                    <a:pt x="7357" y="9329"/>
                    <a:pt x="7372" y="9344"/>
                    <a:pt x="7386" y="9359"/>
                  </a:cubicBezTo>
                  <a:cubicBezTo>
                    <a:pt x="7393" y="9376"/>
                    <a:pt x="7401" y="9392"/>
                    <a:pt x="7408" y="9409"/>
                  </a:cubicBezTo>
                  <a:lnTo>
                    <a:pt x="7381" y="9433"/>
                  </a:lnTo>
                  <a:cubicBezTo>
                    <a:pt x="7374" y="9443"/>
                    <a:pt x="7366" y="9454"/>
                    <a:pt x="7359" y="9464"/>
                  </a:cubicBezTo>
                  <a:lnTo>
                    <a:pt x="7333" y="9493"/>
                  </a:lnTo>
                  <a:cubicBezTo>
                    <a:pt x="7317" y="9503"/>
                    <a:pt x="7300" y="9512"/>
                    <a:pt x="7284" y="9522"/>
                  </a:cubicBezTo>
                  <a:lnTo>
                    <a:pt x="7193" y="9546"/>
                  </a:lnTo>
                  <a:lnTo>
                    <a:pt x="7081" y="9559"/>
                  </a:lnTo>
                  <a:lnTo>
                    <a:pt x="6958" y="9562"/>
                  </a:lnTo>
                  <a:lnTo>
                    <a:pt x="6824" y="9559"/>
                  </a:lnTo>
                  <a:lnTo>
                    <a:pt x="6690" y="9551"/>
                  </a:lnTo>
                  <a:lnTo>
                    <a:pt x="6567" y="9546"/>
                  </a:lnTo>
                  <a:lnTo>
                    <a:pt x="6454" y="9538"/>
                  </a:lnTo>
                  <a:lnTo>
                    <a:pt x="6261" y="9525"/>
                  </a:lnTo>
                  <a:lnTo>
                    <a:pt x="6074" y="9493"/>
                  </a:lnTo>
                  <a:lnTo>
                    <a:pt x="5903" y="9454"/>
                  </a:lnTo>
                  <a:lnTo>
                    <a:pt x="5726" y="9401"/>
                  </a:lnTo>
                  <a:lnTo>
                    <a:pt x="5560" y="9351"/>
                  </a:lnTo>
                  <a:lnTo>
                    <a:pt x="5404" y="9295"/>
                  </a:lnTo>
                  <a:lnTo>
                    <a:pt x="5244" y="9245"/>
                  </a:lnTo>
                  <a:lnTo>
                    <a:pt x="5083" y="9250"/>
                  </a:lnTo>
                  <a:cubicBezTo>
                    <a:pt x="5062" y="9248"/>
                    <a:pt x="5040" y="9247"/>
                    <a:pt x="5019" y="9245"/>
                  </a:cubicBezTo>
                  <a:lnTo>
                    <a:pt x="4944" y="9227"/>
                  </a:lnTo>
                  <a:lnTo>
                    <a:pt x="4853" y="9211"/>
                  </a:lnTo>
                  <a:lnTo>
                    <a:pt x="4762" y="9187"/>
                  </a:lnTo>
                  <a:lnTo>
                    <a:pt x="4681" y="9163"/>
                  </a:lnTo>
                  <a:cubicBezTo>
                    <a:pt x="4660" y="9153"/>
                    <a:pt x="4638" y="9144"/>
                    <a:pt x="4617" y="9134"/>
                  </a:cubicBezTo>
                  <a:lnTo>
                    <a:pt x="4585" y="9105"/>
                  </a:lnTo>
                  <a:cubicBezTo>
                    <a:pt x="4581" y="9090"/>
                    <a:pt x="4578" y="9075"/>
                    <a:pt x="4574" y="9060"/>
                  </a:cubicBezTo>
                  <a:cubicBezTo>
                    <a:pt x="4578" y="9042"/>
                    <a:pt x="4581" y="9023"/>
                    <a:pt x="4585" y="9005"/>
                  </a:cubicBezTo>
                  <a:cubicBezTo>
                    <a:pt x="4592" y="8986"/>
                    <a:pt x="4599" y="8966"/>
                    <a:pt x="4606" y="8947"/>
                  </a:cubicBezTo>
                  <a:cubicBezTo>
                    <a:pt x="4617" y="8926"/>
                    <a:pt x="4627" y="8905"/>
                    <a:pt x="4638" y="8884"/>
                  </a:cubicBezTo>
                  <a:cubicBezTo>
                    <a:pt x="4652" y="8863"/>
                    <a:pt x="4667" y="8841"/>
                    <a:pt x="4681" y="8820"/>
                  </a:cubicBezTo>
                  <a:cubicBezTo>
                    <a:pt x="4695" y="8799"/>
                    <a:pt x="4710" y="8778"/>
                    <a:pt x="4724" y="8757"/>
                  </a:cubicBezTo>
                  <a:cubicBezTo>
                    <a:pt x="4735" y="8738"/>
                    <a:pt x="4745" y="8718"/>
                    <a:pt x="4756" y="8699"/>
                  </a:cubicBezTo>
                  <a:cubicBezTo>
                    <a:pt x="4765" y="8681"/>
                    <a:pt x="4774" y="8664"/>
                    <a:pt x="4783" y="8646"/>
                  </a:cubicBezTo>
                  <a:cubicBezTo>
                    <a:pt x="4788" y="8632"/>
                    <a:pt x="4794" y="8618"/>
                    <a:pt x="4799" y="8604"/>
                  </a:cubicBezTo>
                  <a:lnTo>
                    <a:pt x="4676" y="8572"/>
                  </a:lnTo>
                  <a:cubicBezTo>
                    <a:pt x="4647" y="8561"/>
                    <a:pt x="4619" y="8549"/>
                    <a:pt x="4590" y="8538"/>
                  </a:cubicBezTo>
                  <a:cubicBezTo>
                    <a:pt x="4572" y="8526"/>
                    <a:pt x="4555" y="8513"/>
                    <a:pt x="4537" y="8501"/>
                  </a:cubicBezTo>
                  <a:cubicBezTo>
                    <a:pt x="4524" y="8487"/>
                    <a:pt x="4512" y="8473"/>
                    <a:pt x="4499" y="8459"/>
                  </a:cubicBezTo>
                  <a:cubicBezTo>
                    <a:pt x="4495" y="8444"/>
                    <a:pt x="4492" y="8429"/>
                    <a:pt x="4488" y="8414"/>
                  </a:cubicBezTo>
                  <a:lnTo>
                    <a:pt x="4494" y="8366"/>
                  </a:lnTo>
                  <a:cubicBezTo>
                    <a:pt x="4499" y="8349"/>
                    <a:pt x="4505" y="8333"/>
                    <a:pt x="4510" y="8316"/>
                  </a:cubicBezTo>
                  <a:cubicBezTo>
                    <a:pt x="4519" y="8298"/>
                    <a:pt x="4528" y="8281"/>
                    <a:pt x="4537" y="8263"/>
                  </a:cubicBezTo>
                  <a:cubicBezTo>
                    <a:pt x="4546" y="8246"/>
                    <a:pt x="4554" y="8228"/>
                    <a:pt x="4563" y="8211"/>
                  </a:cubicBezTo>
                  <a:cubicBezTo>
                    <a:pt x="4570" y="8192"/>
                    <a:pt x="4578" y="8174"/>
                    <a:pt x="4585" y="8155"/>
                  </a:cubicBezTo>
                  <a:cubicBezTo>
                    <a:pt x="4592" y="8136"/>
                    <a:pt x="4599" y="8116"/>
                    <a:pt x="4606" y="8097"/>
                  </a:cubicBezTo>
                  <a:cubicBezTo>
                    <a:pt x="4608" y="8079"/>
                    <a:pt x="4610" y="8060"/>
                    <a:pt x="4612" y="8042"/>
                  </a:cubicBezTo>
                  <a:cubicBezTo>
                    <a:pt x="4610" y="8023"/>
                    <a:pt x="4608" y="8003"/>
                    <a:pt x="4606" y="7984"/>
                  </a:cubicBezTo>
                  <a:cubicBezTo>
                    <a:pt x="4601" y="7963"/>
                    <a:pt x="4595" y="7941"/>
                    <a:pt x="4590" y="7920"/>
                  </a:cubicBezTo>
                  <a:cubicBezTo>
                    <a:pt x="4588" y="7893"/>
                    <a:pt x="4587" y="7865"/>
                    <a:pt x="4585" y="7838"/>
                  </a:cubicBezTo>
                  <a:lnTo>
                    <a:pt x="4585" y="7746"/>
                  </a:lnTo>
                  <a:cubicBezTo>
                    <a:pt x="4587" y="7713"/>
                    <a:pt x="4588" y="7679"/>
                    <a:pt x="4590" y="7646"/>
                  </a:cubicBezTo>
                  <a:cubicBezTo>
                    <a:pt x="4595" y="7614"/>
                    <a:pt x="4601" y="7583"/>
                    <a:pt x="4606" y="7551"/>
                  </a:cubicBezTo>
                  <a:cubicBezTo>
                    <a:pt x="4613" y="7522"/>
                    <a:pt x="4621" y="7493"/>
                    <a:pt x="4628" y="7464"/>
                  </a:cubicBezTo>
                  <a:cubicBezTo>
                    <a:pt x="4633" y="7417"/>
                    <a:pt x="4639" y="7371"/>
                    <a:pt x="4644" y="7324"/>
                  </a:cubicBezTo>
                  <a:cubicBezTo>
                    <a:pt x="4649" y="7274"/>
                    <a:pt x="4655" y="7223"/>
                    <a:pt x="4660" y="7173"/>
                  </a:cubicBezTo>
                  <a:lnTo>
                    <a:pt x="4660" y="7018"/>
                  </a:lnTo>
                  <a:cubicBezTo>
                    <a:pt x="4658" y="6963"/>
                    <a:pt x="4657" y="6909"/>
                    <a:pt x="4655" y="6854"/>
                  </a:cubicBezTo>
                  <a:cubicBezTo>
                    <a:pt x="4649" y="6800"/>
                    <a:pt x="4644" y="6747"/>
                    <a:pt x="4638" y="6693"/>
                  </a:cubicBezTo>
                  <a:cubicBezTo>
                    <a:pt x="4636" y="6642"/>
                    <a:pt x="4635" y="6591"/>
                    <a:pt x="4633" y="6540"/>
                  </a:cubicBezTo>
                  <a:cubicBezTo>
                    <a:pt x="4631" y="6492"/>
                    <a:pt x="4630" y="6443"/>
                    <a:pt x="4628" y="6395"/>
                  </a:cubicBezTo>
                  <a:lnTo>
                    <a:pt x="4628" y="6310"/>
                  </a:lnTo>
                  <a:cubicBezTo>
                    <a:pt x="4630" y="6282"/>
                    <a:pt x="4631" y="6254"/>
                    <a:pt x="4633" y="6226"/>
                  </a:cubicBezTo>
                  <a:cubicBezTo>
                    <a:pt x="4637" y="6197"/>
                    <a:pt x="4640" y="6168"/>
                    <a:pt x="4644" y="6139"/>
                  </a:cubicBezTo>
                  <a:cubicBezTo>
                    <a:pt x="4649" y="6111"/>
                    <a:pt x="4655" y="6082"/>
                    <a:pt x="4660" y="6054"/>
                  </a:cubicBezTo>
                  <a:cubicBezTo>
                    <a:pt x="4665" y="6025"/>
                    <a:pt x="4671" y="5996"/>
                    <a:pt x="4676" y="5967"/>
                  </a:cubicBezTo>
                  <a:lnTo>
                    <a:pt x="4676" y="5891"/>
                  </a:lnTo>
                  <a:cubicBezTo>
                    <a:pt x="4672" y="5866"/>
                    <a:pt x="4669" y="5842"/>
                    <a:pt x="4665" y="5817"/>
                  </a:cubicBezTo>
                  <a:lnTo>
                    <a:pt x="4638" y="5751"/>
                  </a:lnTo>
                  <a:cubicBezTo>
                    <a:pt x="4620" y="5732"/>
                    <a:pt x="4603" y="5712"/>
                    <a:pt x="4585" y="5693"/>
                  </a:cubicBezTo>
                  <a:lnTo>
                    <a:pt x="4585" y="5709"/>
                  </a:lnTo>
                  <a:cubicBezTo>
                    <a:pt x="4572" y="5719"/>
                    <a:pt x="4560" y="5730"/>
                    <a:pt x="4547" y="5740"/>
                  </a:cubicBezTo>
                  <a:cubicBezTo>
                    <a:pt x="4535" y="5755"/>
                    <a:pt x="4522" y="5770"/>
                    <a:pt x="4510" y="5785"/>
                  </a:cubicBezTo>
                  <a:cubicBezTo>
                    <a:pt x="4503" y="5799"/>
                    <a:pt x="4495" y="5813"/>
                    <a:pt x="4488" y="5827"/>
                  </a:cubicBezTo>
                  <a:cubicBezTo>
                    <a:pt x="4485" y="5842"/>
                    <a:pt x="4481" y="5857"/>
                    <a:pt x="4478" y="5872"/>
                  </a:cubicBezTo>
                  <a:cubicBezTo>
                    <a:pt x="4467" y="5876"/>
                    <a:pt x="4457" y="5881"/>
                    <a:pt x="4446" y="5885"/>
                  </a:cubicBezTo>
                  <a:lnTo>
                    <a:pt x="4408" y="5914"/>
                  </a:lnTo>
                  <a:lnTo>
                    <a:pt x="4371" y="5954"/>
                  </a:lnTo>
                  <a:cubicBezTo>
                    <a:pt x="4357" y="5970"/>
                    <a:pt x="4342" y="5986"/>
                    <a:pt x="4328" y="6002"/>
                  </a:cubicBezTo>
                  <a:cubicBezTo>
                    <a:pt x="4312" y="6020"/>
                    <a:pt x="4296" y="6039"/>
                    <a:pt x="4280" y="6057"/>
                  </a:cubicBezTo>
                  <a:lnTo>
                    <a:pt x="4237" y="6112"/>
                  </a:lnTo>
                  <a:cubicBezTo>
                    <a:pt x="4226" y="6130"/>
                    <a:pt x="4216" y="6147"/>
                    <a:pt x="4205" y="6165"/>
                  </a:cubicBezTo>
                  <a:cubicBezTo>
                    <a:pt x="4191" y="6182"/>
                    <a:pt x="4176" y="6198"/>
                    <a:pt x="4162" y="6215"/>
                  </a:cubicBezTo>
                  <a:cubicBezTo>
                    <a:pt x="4123" y="6263"/>
                    <a:pt x="4083" y="6310"/>
                    <a:pt x="4044" y="6358"/>
                  </a:cubicBezTo>
                  <a:cubicBezTo>
                    <a:pt x="3999" y="6405"/>
                    <a:pt x="3955" y="6453"/>
                    <a:pt x="3910" y="6500"/>
                  </a:cubicBezTo>
                  <a:lnTo>
                    <a:pt x="3787" y="6646"/>
                  </a:lnTo>
                  <a:cubicBezTo>
                    <a:pt x="3751" y="6693"/>
                    <a:pt x="3716" y="6741"/>
                    <a:pt x="3680" y="6788"/>
                  </a:cubicBezTo>
                  <a:cubicBezTo>
                    <a:pt x="3653" y="6834"/>
                    <a:pt x="3626" y="6879"/>
                    <a:pt x="3599" y="6925"/>
                  </a:cubicBezTo>
                  <a:lnTo>
                    <a:pt x="3599" y="6928"/>
                  </a:lnTo>
                  <a:lnTo>
                    <a:pt x="3599" y="6931"/>
                  </a:lnTo>
                  <a:cubicBezTo>
                    <a:pt x="3601" y="6933"/>
                    <a:pt x="3603" y="6934"/>
                    <a:pt x="3605" y="6936"/>
                  </a:cubicBezTo>
                  <a:lnTo>
                    <a:pt x="3605" y="6941"/>
                  </a:lnTo>
                  <a:cubicBezTo>
                    <a:pt x="3610" y="6945"/>
                    <a:pt x="3616" y="6948"/>
                    <a:pt x="3621" y="6952"/>
                  </a:cubicBezTo>
                  <a:cubicBezTo>
                    <a:pt x="3601" y="6948"/>
                    <a:pt x="3582" y="6945"/>
                    <a:pt x="3562" y="6941"/>
                  </a:cubicBezTo>
                  <a:cubicBezTo>
                    <a:pt x="3553" y="6960"/>
                    <a:pt x="3544" y="6978"/>
                    <a:pt x="3535" y="6997"/>
                  </a:cubicBezTo>
                  <a:lnTo>
                    <a:pt x="3492" y="7052"/>
                  </a:lnTo>
                  <a:cubicBezTo>
                    <a:pt x="3480" y="7069"/>
                    <a:pt x="3467" y="7085"/>
                    <a:pt x="3455" y="7102"/>
                  </a:cubicBezTo>
                  <a:lnTo>
                    <a:pt x="3407" y="7150"/>
                  </a:lnTo>
                  <a:cubicBezTo>
                    <a:pt x="3394" y="7161"/>
                    <a:pt x="3382" y="7173"/>
                    <a:pt x="3369" y="7184"/>
                  </a:cubicBezTo>
                  <a:lnTo>
                    <a:pt x="3348" y="7226"/>
                  </a:lnTo>
                  <a:lnTo>
                    <a:pt x="3348" y="7266"/>
                  </a:lnTo>
                  <a:lnTo>
                    <a:pt x="3348" y="7308"/>
                  </a:lnTo>
                  <a:cubicBezTo>
                    <a:pt x="3351" y="7320"/>
                    <a:pt x="3355" y="7333"/>
                    <a:pt x="3358" y="7345"/>
                  </a:cubicBezTo>
                  <a:cubicBezTo>
                    <a:pt x="3355" y="7356"/>
                    <a:pt x="3351" y="7366"/>
                    <a:pt x="3348" y="7377"/>
                  </a:cubicBezTo>
                  <a:cubicBezTo>
                    <a:pt x="3330" y="7409"/>
                    <a:pt x="3312" y="7442"/>
                    <a:pt x="3294" y="7474"/>
                  </a:cubicBezTo>
                  <a:cubicBezTo>
                    <a:pt x="3271" y="7508"/>
                    <a:pt x="3247" y="7541"/>
                    <a:pt x="3224" y="7575"/>
                  </a:cubicBezTo>
                  <a:lnTo>
                    <a:pt x="3160" y="7672"/>
                  </a:lnTo>
                  <a:cubicBezTo>
                    <a:pt x="3142" y="7705"/>
                    <a:pt x="3125" y="7737"/>
                    <a:pt x="3107" y="7770"/>
                  </a:cubicBezTo>
                  <a:cubicBezTo>
                    <a:pt x="3093" y="7803"/>
                    <a:pt x="3078" y="7835"/>
                    <a:pt x="3064" y="7868"/>
                  </a:cubicBezTo>
                  <a:lnTo>
                    <a:pt x="3037" y="7970"/>
                  </a:lnTo>
                  <a:lnTo>
                    <a:pt x="3037" y="8076"/>
                  </a:lnTo>
                  <a:cubicBezTo>
                    <a:pt x="3048" y="8113"/>
                    <a:pt x="3058" y="8150"/>
                    <a:pt x="3069" y="8187"/>
                  </a:cubicBezTo>
                  <a:cubicBezTo>
                    <a:pt x="3073" y="8206"/>
                    <a:pt x="3076" y="8226"/>
                    <a:pt x="3080" y="8245"/>
                  </a:cubicBezTo>
                  <a:cubicBezTo>
                    <a:pt x="3075" y="8264"/>
                    <a:pt x="3069" y="8284"/>
                    <a:pt x="3064" y="8303"/>
                  </a:cubicBezTo>
                  <a:cubicBezTo>
                    <a:pt x="3053" y="8321"/>
                    <a:pt x="3043" y="8338"/>
                    <a:pt x="3032" y="8356"/>
                  </a:cubicBezTo>
                  <a:cubicBezTo>
                    <a:pt x="3018" y="8374"/>
                    <a:pt x="3003" y="8391"/>
                    <a:pt x="2989" y="8409"/>
                  </a:cubicBezTo>
                  <a:cubicBezTo>
                    <a:pt x="2980" y="8425"/>
                    <a:pt x="2971" y="8440"/>
                    <a:pt x="2962" y="8456"/>
                  </a:cubicBezTo>
                  <a:cubicBezTo>
                    <a:pt x="2955" y="8469"/>
                    <a:pt x="2948" y="8483"/>
                    <a:pt x="2941" y="8496"/>
                  </a:cubicBezTo>
                  <a:cubicBezTo>
                    <a:pt x="2943" y="8507"/>
                    <a:pt x="2944" y="8519"/>
                    <a:pt x="2946" y="8530"/>
                  </a:cubicBezTo>
                  <a:lnTo>
                    <a:pt x="3198" y="8767"/>
                  </a:lnTo>
                  <a:lnTo>
                    <a:pt x="3198" y="8836"/>
                  </a:lnTo>
                  <a:lnTo>
                    <a:pt x="3171" y="8884"/>
                  </a:lnTo>
                  <a:lnTo>
                    <a:pt x="3133" y="8934"/>
                  </a:lnTo>
                  <a:cubicBezTo>
                    <a:pt x="3119" y="8952"/>
                    <a:pt x="3105" y="8971"/>
                    <a:pt x="3091" y="8989"/>
                  </a:cubicBezTo>
                  <a:cubicBezTo>
                    <a:pt x="3078" y="9008"/>
                    <a:pt x="3066" y="9026"/>
                    <a:pt x="3053" y="9045"/>
                  </a:cubicBezTo>
                  <a:cubicBezTo>
                    <a:pt x="3041" y="9062"/>
                    <a:pt x="3028" y="9080"/>
                    <a:pt x="3016" y="9097"/>
                  </a:cubicBezTo>
                  <a:cubicBezTo>
                    <a:pt x="3009" y="9113"/>
                    <a:pt x="3001" y="9129"/>
                    <a:pt x="2994" y="9145"/>
                  </a:cubicBezTo>
                  <a:cubicBezTo>
                    <a:pt x="2996" y="9158"/>
                    <a:pt x="2997" y="9171"/>
                    <a:pt x="2999" y="9184"/>
                  </a:cubicBezTo>
                  <a:cubicBezTo>
                    <a:pt x="3013" y="9213"/>
                    <a:pt x="3028" y="9243"/>
                    <a:pt x="3042" y="9272"/>
                  </a:cubicBezTo>
                  <a:lnTo>
                    <a:pt x="3107" y="9364"/>
                  </a:lnTo>
                  <a:lnTo>
                    <a:pt x="3176" y="9454"/>
                  </a:lnTo>
                  <a:cubicBezTo>
                    <a:pt x="3197" y="9486"/>
                    <a:pt x="3219" y="9517"/>
                    <a:pt x="3240" y="9549"/>
                  </a:cubicBezTo>
                  <a:cubicBezTo>
                    <a:pt x="3256" y="9581"/>
                    <a:pt x="3273" y="9612"/>
                    <a:pt x="3289" y="9644"/>
                  </a:cubicBezTo>
                  <a:cubicBezTo>
                    <a:pt x="3300" y="9676"/>
                    <a:pt x="3310" y="9709"/>
                    <a:pt x="3321" y="9741"/>
                  </a:cubicBezTo>
                  <a:cubicBezTo>
                    <a:pt x="3323" y="9774"/>
                    <a:pt x="3324" y="9806"/>
                    <a:pt x="3326" y="9839"/>
                  </a:cubicBezTo>
                  <a:cubicBezTo>
                    <a:pt x="3317" y="9872"/>
                    <a:pt x="3308" y="9906"/>
                    <a:pt x="3299" y="9939"/>
                  </a:cubicBezTo>
                  <a:lnTo>
                    <a:pt x="3160" y="9974"/>
                  </a:lnTo>
                  <a:lnTo>
                    <a:pt x="3016" y="9992"/>
                  </a:lnTo>
                  <a:lnTo>
                    <a:pt x="2855" y="10000"/>
                  </a:lnTo>
                  <a:lnTo>
                    <a:pt x="2700" y="9997"/>
                  </a:lnTo>
                  <a:lnTo>
                    <a:pt x="2539" y="9979"/>
                  </a:lnTo>
                  <a:lnTo>
                    <a:pt x="2384" y="9955"/>
                  </a:lnTo>
                  <a:lnTo>
                    <a:pt x="2239" y="9921"/>
                  </a:lnTo>
                  <a:lnTo>
                    <a:pt x="2105" y="9881"/>
                  </a:lnTo>
                  <a:cubicBezTo>
                    <a:pt x="2066" y="9865"/>
                    <a:pt x="2026" y="9850"/>
                    <a:pt x="1987" y="9834"/>
                  </a:cubicBezTo>
                  <a:lnTo>
                    <a:pt x="1901" y="9781"/>
                  </a:lnTo>
                  <a:lnTo>
                    <a:pt x="1837" y="9723"/>
                  </a:lnTo>
                  <a:lnTo>
                    <a:pt x="1837" y="9514"/>
                  </a:lnTo>
                  <a:cubicBezTo>
                    <a:pt x="1828" y="9503"/>
                    <a:pt x="1819" y="9491"/>
                    <a:pt x="1810" y="9480"/>
                  </a:cubicBezTo>
                  <a:cubicBezTo>
                    <a:pt x="1798" y="9465"/>
                    <a:pt x="1785" y="9450"/>
                    <a:pt x="1773" y="9435"/>
                  </a:cubicBezTo>
                  <a:cubicBezTo>
                    <a:pt x="1764" y="9417"/>
                    <a:pt x="1755" y="9400"/>
                    <a:pt x="1746" y="9382"/>
                  </a:cubicBezTo>
                  <a:lnTo>
                    <a:pt x="1725" y="9316"/>
                  </a:lnTo>
                  <a:lnTo>
                    <a:pt x="1725" y="9248"/>
                  </a:lnTo>
                  <a:cubicBezTo>
                    <a:pt x="1732" y="9224"/>
                    <a:pt x="1739" y="9201"/>
                    <a:pt x="1746" y="9177"/>
                  </a:cubicBezTo>
                  <a:cubicBezTo>
                    <a:pt x="1751" y="9160"/>
                    <a:pt x="1757" y="9143"/>
                    <a:pt x="1762" y="9126"/>
                  </a:cubicBezTo>
                  <a:lnTo>
                    <a:pt x="1762" y="9071"/>
                  </a:lnTo>
                  <a:cubicBezTo>
                    <a:pt x="1755" y="9052"/>
                    <a:pt x="1748" y="9032"/>
                    <a:pt x="1741" y="9013"/>
                  </a:cubicBezTo>
                  <a:cubicBezTo>
                    <a:pt x="1736" y="8993"/>
                    <a:pt x="1730" y="8972"/>
                    <a:pt x="1725" y="8952"/>
                  </a:cubicBezTo>
                  <a:cubicBezTo>
                    <a:pt x="1721" y="8929"/>
                    <a:pt x="1718" y="8907"/>
                    <a:pt x="1714" y="8884"/>
                  </a:cubicBezTo>
                  <a:lnTo>
                    <a:pt x="1714" y="8810"/>
                  </a:lnTo>
                  <a:cubicBezTo>
                    <a:pt x="1721" y="8784"/>
                    <a:pt x="1728" y="8759"/>
                    <a:pt x="1735" y="8733"/>
                  </a:cubicBezTo>
                  <a:lnTo>
                    <a:pt x="1762" y="8667"/>
                  </a:lnTo>
                  <a:cubicBezTo>
                    <a:pt x="1775" y="8647"/>
                    <a:pt x="1787" y="8626"/>
                    <a:pt x="1800" y="8606"/>
                  </a:cubicBezTo>
                  <a:cubicBezTo>
                    <a:pt x="1812" y="8586"/>
                    <a:pt x="1825" y="8566"/>
                    <a:pt x="1837" y="8546"/>
                  </a:cubicBezTo>
                  <a:cubicBezTo>
                    <a:pt x="1848" y="8521"/>
                    <a:pt x="1858" y="8497"/>
                    <a:pt x="1869" y="8472"/>
                  </a:cubicBezTo>
                  <a:lnTo>
                    <a:pt x="1869" y="7820"/>
                  </a:lnTo>
                  <a:lnTo>
                    <a:pt x="1998" y="7020"/>
                  </a:lnTo>
                  <a:cubicBezTo>
                    <a:pt x="2085" y="6872"/>
                    <a:pt x="2173" y="6725"/>
                    <a:pt x="2260" y="6577"/>
                  </a:cubicBezTo>
                  <a:cubicBezTo>
                    <a:pt x="2265" y="6458"/>
                    <a:pt x="2271" y="6340"/>
                    <a:pt x="2276" y="6221"/>
                  </a:cubicBezTo>
                  <a:lnTo>
                    <a:pt x="2453" y="5735"/>
                  </a:lnTo>
                  <a:lnTo>
                    <a:pt x="2501" y="5606"/>
                  </a:lnTo>
                  <a:cubicBezTo>
                    <a:pt x="2514" y="5565"/>
                    <a:pt x="2526" y="5525"/>
                    <a:pt x="2539" y="5484"/>
                  </a:cubicBezTo>
                  <a:cubicBezTo>
                    <a:pt x="2546" y="5444"/>
                    <a:pt x="2553" y="5403"/>
                    <a:pt x="2560" y="5363"/>
                  </a:cubicBezTo>
                  <a:cubicBezTo>
                    <a:pt x="2571" y="5324"/>
                    <a:pt x="2581" y="5286"/>
                    <a:pt x="2592" y="5247"/>
                  </a:cubicBezTo>
                  <a:lnTo>
                    <a:pt x="2598" y="5202"/>
                  </a:lnTo>
                  <a:lnTo>
                    <a:pt x="2592" y="5154"/>
                  </a:lnTo>
                  <a:cubicBezTo>
                    <a:pt x="2590" y="5138"/>
                    <a:pt x="2589" y="5123"/>
                    <a:pt x="2587" y="5107"/>
                  </a:cubicBezTo>
                  <a:lnTo>
                    <a:pt x="2587" y="5059"/>
                  </a:lnTo>
                  <a:cubicBezTo>
                    <a:pt x="2596" y="5044"/>
                    <a:pt x="2605" y="5030"/>
                    <a:pt x="2614" y="5015"/>
                  </a:cubicBezTo>
                  <a:lnTo>
                    <a:pt x="2592" y="5015"/>
                  </a:lnTo>
                  <a:lnTo>
                    <a:pt x="2587" y="5015"/>
                  </a:lnTo>
                  <a:lnTo>
                    <a:pt x="2582" y="5015"/>
                  </a:lnTo>
                  <a:lnTo>
                    <a:pt x="2582" y="5020"/>
                  </a:lnTo>
                  <a:lnTo>
                    <a:pt x="2571" y="5020"/>
                  </a:lnTo>
                  <a:lnTo>
                    <a:pt x="2571" y="5015"/>
                  </a:lnTo>
                  <a:cubicBezTo>
                    <a:pt x="2569" y="5014"/>
                    <a:pt x="2568" y="5013"/>
                    <a:pt x="2566" y="5012"/>
                  </a:cubicBezTo>
                  <a:cubicBezTo>
                    <a:pt x="2564" y="5009"/>
                    <a:pt x="2562" y="5007"/>
                    <a:pt x="2560" y="5004"/>
                  </a:cubicBezTo>
                  <a:lnTo>
                    <a:pt x="2566" y="4980"/>
                  </a:lnTo>
                  <a:cubicBezTo>
                    <a:pt x="2559" y="4975"/>
                    <a:pt x="2551" y="4969"/>
                    <a:pt x="2544" y="4964"/>
                  </a:cubicBezTo>
                  <a:lnTo>
                    <a:pt x="2517" y="4946"/>
                  </a:lnTo>
                  <a:cubicBezTo>
                    <a:pt x="2503" y="4942"/>
                    <a:pt x="2489" y="4937"/>
                    <a:pt x="2475" y="4933"/>
                  </a:cubicBezTo>
                  <a:cubicBezTo>
                    <a:pt x="2464" y="4928"/>
                    <a:pt x="2453" y="4922"/>
                    <a:pt x="2442" y="4917"/>
                  </a:cubicBezTo>
                  <a:cubicBezTo>
                    <a:pt x="2435" y="4913"/>
                    <a:pt x="2428" y="4908"/>
                    <a:pt x="2421" y="4904"/>
                  </a:cubicBezTo>
                  <a:lnTo>
                    <a:pt x="2421" y="4605"/>
                  </a:lnTo>
                  <a:cubicBezTo>
                    <a:pt x="2425" y="4443"/>
                    <a:pt x="2428" y="4282"/>
                    <a:pt x="2432" y="4120"/>
                  </a:cubicBezTo>
                  <a:cubicBezTo>
                    <a:pt x="2439" y="4085"/>
                    <a:pt x="2446" y="4049"/>
                    <a:pt x="2453" y="4014"/>
                  </a:cubicBezTo>
                  <a:cubicBezTo>
                    <a:pt x="2451" y="3980"/>
                    <a:pt x="2450" y="3945"/>
                    <a:pt x="2448" y="3911"/>
                  </a:cubicBezTo>
                  <a:cubicBezTo>
                    <a:pt x="2443" y="3877"/>
                    <a:pt x="2437" y="3842"/>
                    <a:pt x="2432" y="3808"/>
                  </a:cubicBezTo>
                  <a:cubicBezTo>
                    <a:pt x="2425" y="3773"/>
                    <a:pt x="2417" y="3738"/>
                    <a:pt x="2410" y="3703"/>
                  </a:cubicBezTo>
                  <a:cubicBezTo>
                    <a:pt x="2414" y="3668"/>
                    <a:pt x="2417" y="3632"/>
                    <a:pt x="2421" y="3597"/>
                  </a:cubicBezTo>
                  <a:cubicBezTo>
                    <a:pt x="2425" y="3558"/>
                    <a:pt x="2428" y="3520"/>
                    <a:pt x="2432" y="3481"/>
                  </a:cubicBezTo>
                  <a:cubicBezTo>
                    <a:pt x="2437" y="3441"/>
                    <a:pt x="2443" y="3402"/>
                    <a:pt x="2448" y="3362"/>
                  </a:cubicBezTo>
                  <a:cubicBezTo>
                    <a:pt x="2450" y="3321"/>
                    <a:pt x="2451" y="3279"/>
                    <a:pt x="2453" y="3238"/>
                  </a:cubicBezTo>
                  <a:cubicBezTo>
                    <a:pt x="2451" y="3199"/>
                    <a:pt x="2450" y="3161"/>
                    <a:pt x="2448" y="3122"/>
                  </a:cubicBezTo>
                  <a:lnTo>
                    <a:pt x="2421" y="3017"/>
                  </a:lnTo>
                  <a:cubicBezTo>
                    <a:pt x="2401" y="2912"/>
                    <a:pt x="2382" y="2808"/>
                    <a:pt x="2362" y="2703"/>
                  </a:cubicBezTo>
                  <a:cubicBezTo>
                    <a:pt x="2358" y="2720"/>
                    <a:pt x="2355" y="2736"/>
                    <a:pt x="2351" y="2753"/>
                  </a:cubicBezTo>
                  <a:lnTo>
                    <a:pt x="2314" y="2790"/>
                  </a:lnTo>
                  <a:cubicBezTo>
                    <a:pt x="2303" y="2800"/>
                    <a:pt x="2293" y="2811"/>
                    <a:pt x="2282" y="2821"/>
                  </a:cubicBezTo>
                  <a:lnTo>
                    <a:pt x="2255" y="2848"/>
                  </a:lnTo>
                  <a:cubicBezTo>
                    <a:pt x="2250" y="2858"/>
                    <a:pt x="2244" y="2867"/>
                    <a:pt x="2239" y="2877"/>
                  </a:cubicBezTo>
                  <a:cubicBezTo>
                    <a:pt x="2238" y="2886"/>
                    <a:pt x="2237" y="2894"/>
                    <a:pt x="2236" y="2903"/>
                  </a:cubicBezTo>
                  <a:lnTo>
                    <a:pt x="2217" y="2922"/>
                  </a:lnTo>
                  <a:cubicBezTo>
                    <a:pt x="2206" y="2933"/>
                    <a:pt x="2196" y="2945"/>
                    <a:pt x="2185" y="2956"/>
                  </a:cubicBezTo>
                  <a:lnTo>
                    <a:pt x="2148" y="2996"/>
                  </a:lnTo>
                  <a:cubicBezTo>
                    <a:pt x="2141" y="3011"/>
                    <a:pt x="2133" y="3025"/>
                    <a:pt x="2126" y="3040"/>
                  </a:cubicBezTo>
                  <a:lnTo>
                    <a:pt x="2105" y="3088"/>
                  </a:lnTo>
                  <a:cubicBezTo>
                    <a:pt x="2101" y="3100"/>
                    <a:pt x="2098" y="3113"/>
                    <a:pt x="2094" y="3125"/>
                  </a:cubicBezTo>
                  <a:cubicBezTo>
                    <a:pt x="2092" y="3135"/>
                    <a:pt x="2091" y="3144"/>
                    <a:pt x="2089" y="3154"/>
                  </a:cubicBezTo>
                  <a:cubicBezTo>
                    <a:pt x="2085" y="3157"/>
                    <a:pt x="2082" y="3161"/>
                    <a:pt x="2078" y="3164"/>
                  </a:cubicBezTo>
                  <a:lnTo>
                    <a:pt x="1971" y="3215"/>
                  </a:lnTo>
                  <a:lnTo>
                    <a:pt x="1869" y="3257"/>
                  </a:lnTo>
                  <a:lnTo>
                    <a:pt x="1773" y="3296"/>
                  </a:lnTo>
                  <a:cubicBezTo>
                    <a:pt x="1741" y="3308"/>
                    <a:pt x="1708" y="3319"/>
                    <a:pt x="1676" y="3331"/>
                  </a:cubicBezTo>
                  <a:lnTo>
                    <a:pt x="1559" y="3362"/>
                  </a:lnTo>
                  <a:lnTo>
                    <a:pt x="1414" y="3389"/>
                  </a:lnTo>
                  <a:lnTo>
                    <a:pt x="1296" y="3399"/>
                  </a:lnTo>
                  <a:lnTo>
                    <a:pt x="1194" y="3391"/>
                  </a:lnTo>
                  <a:lnTo>
                    <a:pt x="1093" y="3376"/>
                  </a:lnTo>
                  <a:lnTo>
                    <a:pt x="1007" y="3344"/>
                  </a:lnTo>
                  <a:cubicBezTo>
                    <a:pt x="978" y="3333"/>
                    <a:pt x="950" y="3321"/>
                    <a:pt x="921" y="3310"/>
                  </a:cubicBezTo>
                  <a:cubicBezTo>
                    <a:pt x="896" y="3297"/>
                    <a:pt x="871" y="3283"/>
                    <a:pt x="846" y="3270"/>
                  </a:cubicBezTo>
                  <a:lnTo>
                    <a:pt x="777" y="3225"/>
                  </a:lnTo>
                  <a:cubicBezTo>
                    <a:pt x="757" y="3211"/>
                    <a:pt x="738" y="3197"/>
                    <a:pt x="718" y="3183"/>
                  </a:cubicBezTo>
                  <a:cubicBezTo>
                    <a:pt x="700" y="3171"/>
                    <a:pt x="682" y="3158"/>
                    <a:pt x="664" y="3146"/>
                  </a:cubicBezTo>
                  <a:cubicBezTo>
                    <a:pt x="650" y="3135"/>
                    <a:pt x="635" y="3125"/>
                    <a:pt x="621" y="3114"/>
                  </a:cubicBezTo>
                  <a:cubicBezTo>
                    <a:pt x="609" y="3108"/>
                    <a:pt x="596" y="3102"/>
                    <a:pt x="584" y="3096"/>
                  </a:cubicBezTo>
                  <a:cubicBezTo>
                    <a:pt x="548" y="3075"/>
                    <a:pt x="513" y="3053"/>
                    <a:pt x="477" y="3032"/>
                  </a:cubicBezTo>
                  <a:lnTo>
                    <a:pt x="386" y="2959"/>
                  </a:lnTo>
                  <a:lnTo>
                    <a:pt x="311" y="2869"/>
                  </a:lnTo>
                  <a:cubicBezTo>
                    <a:pt x="293" y="2837"/>
                    <a:pt x="275" y="2806"/>
                    <a:pt x="257" y="2774"/>
                  </a:cubicBezTo>
                  <a:cubicBezTo>
                    <a:pt x="243" y="2739"/>
                    <a:pt x="228" y="2703"/>
                    <a:pt x="214" y="2668"/>
                  </a:cubicBezTo>
                  <a:cubicBezTo>
                    <a:pt x="209" y="2631"/>
                    <a:pt x="203" y="2594"/>
                    <a:pt x="198" y="2557"/>
                  </a:cubicBezTo>
                  <a:lnTo>
                    <a:pt x="198" y="2449"/>
                  </a:lnTo>
                  <a:lnTo>
                    <a:pt x="225" y="2341"/>
                  </a:lnTo>
                  <a:cubicBezTo>
                    <a:pt x="230" y="2324"/>
                    <a:pt x="236" y="2308"/>
                    <a:pt x="241" y="2291"/>
                  </a:cubicBezTo>
                  <a:cubicBezTo>
                    <a:pt x="239" y="2275"/>
                    <a:pt x="238" y="2259"/>
                    <a:pt x="236" y="2243"/>
                  </a:cubicBezTo>
                  <a:lnTo>
                    <a:pt x="236" y="2196"/>
                  </a:lnTo>
                  <a:lnTo>
                    <a:pt x="236" y="2151"/>
                  </a:lnTo>
                  <a:cubicBezTo>
                    <a:pt x="239" y="2139"/>
                    <a:pt x="243" y="2126"/>
                    <a:pt x="246" y="2114"/>
                  </a:cubicBezTo>
                  <a:cubicBezTo>
                    <a:pt x="228" y="2087"/>
                    <a:pt x="211" y="2059"/>
                    <a:pt x="193" y="2032"/>
                  </a:cubicBezTo>
                  <a:cubicBezTo>
                    <a:pt x="172" y="2002"/>
                    <a:pt x="150" y="1972"/>
                    <a:pt x="129" y="1942"/>
                  </a:cubicBezTo>
                  <a:cubicBezTo>
                    <a:pt x="111" y="1911"/>
                    <a:pt x="93" y="1881"/>
                    <a:pt x="75" y="1850"/>
                  </a:cubicBezTo>
                  <a:lnTo>
                    <a:pt x="27" y="1760"/>
                  </a:lnTo>
                  <a:cubicBezTo>
                    <a:pt x="18" y="1730"/>
                    <a:pt x="9" y="1701"/>
                    <a:pt x="0" y="1671"/>
                  </a:cubicBezTo>
                  <a:lnTo>
                    <a:pt x="107" y="1618"/>
                  </a:lnTo>
                  <a:lnTo>
                    <a:pt x="257" y="1576"/>
                  </a:lnTo>
                  <a:lnTo>
                    <a:pt x="412" y="1541"/>
                  </a:lnTo>
                  <a:lnTo>
                    <a:pt x="595" y="1518"/>
                  </a:lnTo>
                  <a:lnTo>
                    <a:pt x="777" y="1507"/>
                  </a:lnTo>
                  <a:cubicBezTo>
                    <a:pt x="793" y="1512"/>
                    <a:pt x="809" y="1518"/>
                    <a:pt x="825" y="1523"/>
                  </a:cubicBezTo>
                  <a:cubicBezTo>
                    <a:pt x="843" y="1526"/>
                    <a:pt x="860" y="1530"/>
                    <a:pt x="878" y="1533"/>
                  </a:cubicBezTo>
                  <a:cubicBezTo>
                    <a:pt x="898" y="1536"/>
                    <a:pt x="917" y="1538"/>
                    <a:pt x="937" y="1541"/>
                  </a:cubicBezTo>
                  <a:cubicBezTo>
                    <a:pt x="955" y="1545"/>
                    <a:pt x="973" y="1550"/>
                    <a:pt x="991" y="1554"/>
                  </a:cubicBezTo>
                  <a:cubicBezTo>
                    <a:pt x="1007" y="1561"/>
                    <a:pt x="1023" y="1569"/>
                    <a:pt x="1039" y="1576"/>
                  </a:cubicBezTo>
                  <a:lnTo>
                    <a:pt x="1093" y="1615"/>
                  </a:lnTo>
                  <a:cubicBezTo>
                    <a:pt x="1105" y="1630"/>
                    <a:pt x="1118" y="1645"/>
                    <a:pt x="1130" y="1660"/>
                  </a:cubicBezTo>
                  <a:lnTo>
                    <a:pt x="1087" y="1694"/>
                  </a:lnTo>
                  <a:cubicBezTo>
                    <a:pt x="1082" y="1706"/>
                    <a:pt x="1076" y="1717"/>
                    <a:pt x="1071" y="1729"/>
                  </a:cubicBezTo>
                  <a:cubicBezTo>
                    <a:pt x="1076" y="1740"/>
                    <a:pt x="1082" y="1752"/>
                    <a:pt x="1087" y="1763"/>
                  </a:cubicBezTo>
                  <a:cubicBezTo>
                    <a:pt x="1092" y="1774"/>
                    <a:pt x="1098" y="1786"/>
                    <a:pt x="1103" y="1797"/>
                  </a:cubicBezTo>
                  <a:cubicBezTo>
                    <a:pt x="1107" y="1809"/>
                    <a:pt x="1110" y="1822"/>
                    <a:pt x="1114" y="1834"/>
                  </a:cubicBezTo>
                  <a:cubicBezTo>
                    <a:pt x="1112" y="1846"/>
                    <a:pt x="1111" y="1859"/>
                    <a:pt x="1109" y="1871"/>
                  </a:cubicBezTo>
                  <a:cubicBezTo>
                    <a:pt x="1096" y="1885"/>
                    <a:pt x="1084" y="1899"/>
                    <a:pt x="1071" y="1913"/>
                  </a:cubicBezTo>
                  <a:lnTo>
                    <a:pt x="900" y="1948"/>
                  </a:lnTo>
                  <a:lnTo>
                    <a:pt x="900" y="1985"/>
                  </a:lnTo>
                  <a:cubicBezTo>
                    <a:pt x="902" y="1997"/>
                    <a:pt x="903" y="2010"/>
                    <a:pt x="905" y="2022"/>
                  </a:cubicBezTo>
                  <a:cubicBezTo>
                    <a:pt x="909" y="2036"/>
                    <a:pt x="912" y="2050"/>
                    <a:pt x="916" y="2064"/>
                  </a:cubicBezTo>
                  <a:lnTo>
                    <a:pt x="916" y="2103"/>
                  </a:lnTo>
                  <a:cubicBezTo>
                    <a:pt x="912" y="2116"/>
                    <a:pt x="909" y="2130"/>
                    <a:pt x="905" y="2143"/>
                  </a:cubicBezTo>
                  <a:cubicBezTo>
                    <a:pt x="900" y="2154"/>
                    <a:pt x="894" y="2164"/>
                    <a:pt x="889" y="2175"/>
                  </a:cubicBezTo>
                  <a:cubicBezTo>
                    <a:pt x="875" y="2184"/>
                    <a:pt x="860" y="2192"/>
                    <a:pt x="846" y="2201"/>
                  </a:cubicBezTo>
                  <a:lnTo>
                    <a:pt x="889" y="2241"/>
                  </a:lnTo>
                  <a:cubicBezTo>
                    <a:pt x="905" y="2253"/>
                    <a:pt x="921" y="2266"/>
                    <a:pt x="937" y="2278"/>
                  </a:cubicBezTo>
                  <a:cubicBezTo>
                    <a:pt x="955" y="2289"/>
                    <a:pt x="973" y="2301"/>
                    <a:pt x="991" y="2312"/>
                  </a:cubicBezTo>
                  <a:lnTo>
                    <a:pt x="1044" y="2336"/>
                  </a:lnTo>
                  <a:cubicBezTo>
                    <a:pt x="1060" y="2339"/>
                    <a:pt x="1077" y="2343"/>
                    <a:pt x="1093" y="2346"/>
                  </a:cubicBezTo>
                  <a:cubicBezTo>
                    <a:pt x="1105" y="2337"/>
                    <a:pt x="1118" y="2329"/>
                    <a:pt x="1130" y="2320"/>
                  </a:cubicBezTo>
                  <a:lnTo>
                    <a:pt x="1157" y="2275"/>
                  </a:lnTo>
                  <a:cubicBezTo>
                    <a:pt x="1169" y="2257"/>
                    <a:pt x="1182" y="2238"/>
                    <a:pt x="1194" y="2220"/>
                  </a:cubicBezTo>
                  <a:cubicBezTo>
                    <a:pt x="1205" y="2199"/>
                    <a:pt x="1216" y="2177"/>
                    <a:pt x="1227" y="2156"/>
                  </a:cubicBezTo>
                  <a:cubicBezTo>
                    <a:pt x="1234" y="2133"/>
                    <a:pt x="1241" y="2111"/>
                    <a:pt x="1248" y="2088"/>
                  </a:cubicBezTo>
                  <a:lnTo>
                    <a:pt x="1275" y="2022"/>
                  </a:lnTo>
                  <a:cubicBezTo>
                    <a:pt x="1280" y="2002"/>
                    <a:pt x="1286" y="1981"/>
                    <a:pt x="1291" y="1961"/>
                  </a:cubicBezTo>
                  <a:cubicBezTo>
                    <a:pt x="1293" y="1945"/>
                    <a:pt x="1294" y="1929"/>
                    <a:pt x="1296" y="1913"/>
                  </a:cubicBezTo>
                  <a:cubicBezTo>
                    <a:pt x="1294" y="1902"/>
                    <a:pt x="1293" y="1890"/>
                    <a:pt x="1291" y="1879"/>
                  </a:cubicBezTo>
                  <a:lnTo>
                    <a:pt x="1318" y="1876"/>
                  </a:lnTo>
                  <a:cubicBezTo>
                    <a:pt x="1321" y="1874"/>
                    <a:pt x="1325" y="1873"/>
                    <a:pt x="1328" y="1871"/>
                  </a:cubicBezTo>
                  <a:cubicBezTo>
                    <a:pt x="1333" y="1869"/>
                    <a:pt x="1339" y="1868"/>
                    <a:pt x="1344" y="1866"/>
                  </a:cubicBezTo>
                  <a:cubicBezTo>
                    <a:pt x="1346" y="1864"/>
                    <a:pt x="1348" y="1863"/>
                    <a:pt x="1350" y="1861"/>
                  </a:cubicBezTo>
                  <a:cubicBezTo>
                    <a:pt x="1353" y="1859"/>
                    <a:pt x="1357" y="1857"/>
                    <a:pt x="1360" y="1855"/>
                  </a:cubicBezTo>
                  <a:cubicBezTo>
                    <a:pt x="1362" y="1852"/>
                    <a:pt x="1364" y="1850"/>
                    <a:pt x="1366" y="1847"/>
                  </a:cubicBezTo>
                  <a:cubicBezTo>
                    <a:pt x="1370" y="1843"/>
                    <a:pt x="1373" y="1838"/>
                    <a:pt x="1377" y="1834"/>
                  </a:cubicBezTo>
                  <a:cubicBezTo>
                    <a:pt x="1373" y="1823"/>
                    <a:pt x="1370" y="1811"/>
                    <a:pt x="1366" y="1800"/>
                  </a:cubicBezTo>
                  <a:cubicBezTo>
                    <a:pt x="1370" y="1784"/>
                    <a:pt x="1373" y="1768"/>
                    <a:pt x="1377" y="1752"/>
                  </a:cubicBezTo>
                  <a:cubicBezTo>
                    <a:pt x="1384" y="1735"/>
                    <a:pt x="1391" y="1719"/>
                    <a:pt x="1398" y="1702"/>
                  </a:cubicBezTo>
                  <a:cubicBezTo>
                    <a:pt x="1409" y="1685"/>
                    <a:pt x="1419" y="1669"/>
                    <a:pt x="1430" y="1652"/>
                  </a:cubicBezTo>
                  <a:cubicBezTo>
                    <a:pt x="1441" y="1639"/>
                    <a:pt x="1451" y="1626"/>
                    <a:pt x="1462" y="1613"/>
                  </a:cubicBezTo>
                  <a:cubicBezTo>
                    <a:pt x="1476" y="1602"/>
                    <a:pt x="1491" y="1592"/>
                    <a:pt x="1505" y="1581"/>
                  </a:cubicBezTo>
                  <a:lnTo>
                    <a:pt x="1575" y="1554"/>
                  </a:lnTo>
                  <a:lnTo>
                    <a:pt x="1666" y="1536"/>
                  </a:lnTo>
                  <a:cubicBezTo>
                    <a:pt x="1698" y="1533"/>
                    <a:pt x="1730" y="1531"/>
                    <a:pt x="1762" y="1528"/>
                  </a:cubicBezTo>
                  <a:lnTo>
                    <a:pt x="1864" y="1518"/>
                  </a:lnTo>
                  <a:lnTo>
                    <a:pt x="1971" y="1507"/>
                  </a:lnTo>
                  <a:lnTo>
                    <a:pt x="2067" y="1486"/>
                  </a:lnTo>
                  <a:lnTo>
                    <a:pt x="2266" y="1438"/>
                  </a:lnTo>
                  <a:lnTo>
                    <a:pt x="2480" y="1386"/>
                  </a:lnTo>
                  <a:lnTo>
                    <a:pt x="2700" y="1333"/>
                  </a:lnTo>
                  <a:lnTo>
                    <a:pt x="2892" y="1277"/>
                  </a:lnTo>
                  <a:cubicBezTo>
                    <a:pt x="2880" y="1272"/>
                    <a:pt x="2867" y="1267"/>
                    <a:pt x="2855" y="1262"/>
                  </a:cubicBezTo>
                  <a:cubicBezTo>
                    <a:pt x="2882" y="1257"/>
                    <a:pt x="2908" y="1251"/>
                    <a:pt x="2935" y="1246"/>
                  </a:cubicBezTo>
                  <a:lnTo>
                    <a:pt x="2994" y="1222"/>
                  </a:lnTo>
                  <a:lnTo>
                    <a:pt x="3053" y="1193"/>
                  </a:lnTo>
                  <a:cubicBezTo>
                    <a:pt x="3069" y="1182"/>
                    <a:pt x="3085" y="1172"/>
                    <a:pt x="3101" y="1161"/>
                  </a:cubicBezTo>
                  <a:cubicBezTo>
                    <a:pt x="3119" y="1151"/>
                    <a:pt x="3137" y="1140"/>
                    <a:pt x="3155" y="1130"/>
                  </a:cubicBezTo>
                  <a:lnTo>
                    <a:pt x="3208" y="1106"/>
                  </a:lnTo>
                  <a:cubicBezTo>
                    <a:pt x="3219" y="1125"/>
                    <a:pt x="3229" y="1145"/>
                    <a:pt x="3240" y="1164"/>
                  </a:cubicBezTo>
                  <a:cubicBezTo>
                    <a:pt x="3258" y="1182"/>
                    <a:pt x="3276" y="1201"/>
                    <a:pt x="3294" y="1219"/>
                  </a:cubicBezTo>
                  <a:cubicBezTo>
                    <a:pt x="3317" y="1236"/>
                    <a:pt x="3341" y="1252"/>
                    <a:pt x="3364" y="1269"/>
                  </a:cubicBezTo>
                  <a:lnTo>
                    <a:pt x="3433" y="1320"/>
                  </a:lnTo>
                  <a:lnTo>
                    <a:pt x="3492" y="1367"/>
                  </a:lnTo>
                  <a:lnTo>
                    <a:pt x="3610" y="1478"/>
                  </a:lnTo>
                  <a:cubicBezTo>
                    <a:pt x="3646" y="1518"/>
                    <a:pt x="3681" y="1559"/>
                    <a:pt x="3717" y="1599"/>
                  </a:cubicBezTo>
                  <a:cubicBezTo>
                    <a:pt x="3749" y="1640"/>
                    <a:pt x="3782" y="1680"/>
                    <a:pt x="3814" y="1721"/>
                  </a:cubicBezTo>
                  <a:lnTo>
                    <a:pt x="3937" y="1919"/>
                  </a:lnTo>
                  <a:cubicBezTo>
                    <a:pt x="3974" y="1988"/>
                    <a:pt x="4012" y="2056"/>
                    <a:pt x="4049" y="2125"/>
                  </a:cubicBezTo>
                  <a:cubicBezTo>
                    <a:pt x="4079" y="2193"/>
                    <a:pt x="4110" y="2262"/>
                    <a:pt x="4140" y="2330"/>
                  </a:cubicBezTo>
                  <a:cubicBezTo>
                    <a:pt x="4167" y="2401"/>
                    <a:pt x="4194" y="2471"/>
                    <a:pt x="4221" y="2542"/>
                  </a:cubicBezTo>
                  <a:cubicBezTo>
                    <a:pt x="4251" y="2615"/>
                    <a:pt x="4282" y="2688"/>
                    <a:pt x="4312" y="2761"/>
                  </a:cubicBezTo>
                  <a:cubicBezTo>
                    <a:pt x="4344" y="2835"/>
                    <a:pt x="4376" y="2908"/>
                    <a:pt x="4408" y="2982"/>
                  </a:cubicBezTo>
                  <a:cubicBezTo>
                    <a:pt x="4429" y="3026"/>
                    <a:pt x="4451" y="3070"/>
                    <a:pt x="4472" y="3114"/>
                  </a:cubicBezTo>
                  <a:cubicBezTo>
                    <a:pt x="4494" y="3159"/>
                    <a:pt x="4515" y="3204"/>
                    <a:pt x="4537" y="3249"/>
                  </a:cubicBezTo>
                  <a:cubicBezTo>
                    <a:pt x="4553" y="3295"/>
                    <a:pt x="4569" y="3340"/>
                    <a:pt x="4585" y="3386"/>
                  </a:cubicBezTo>
                  <a:cubicBezTo>
                    <a:pt x="4599" y="3433"/>
                    <a:pt x="4614" y="3479"/>
                    <a:pt x="4628" y="3526"/>
                  </a:cubicBezTo>
                  <a:cubicBezTo>
                    <a:pt x="4639" y="3576"/>
                    <a:pt x="4649" y="3626"/>
                    <a:pt x="4660" y="3676"/>
                  </a:cubicBezTo>
                  <a:cubicBezTo>
                    <a:pt x="4665" y="3728"/>
                    <a:pt x="4671" y="3780"/>
                    <a:pt x="4676" y="3832"/>
                  </a:cubicBezTo>
                  <a:lnTo>
                    <a:pt x="5083" y="3861"/>
                  </a:lnTo>
                  <a:cubicBezTo>
                    <a:pt x="5106" y="3858"/>
                    <a:pt x="5130" y="3854"/>
                    <a:pt x="5153" y="3851"/>
                  </a:cubicBezTo>
                  <a:cubicBezTo>
                    <a:pt x="5180" y="3846"/>
                    <a:pt x="5206" y="3842"/>
                    <a:pt x="5233" y="3837"/>
                  </a:cubicBezTo>
                  <a:cubicBezTo>
                    <a:pt x="5262" y="3835"/>
                    <a:pt x="5290" y="3832"/>
                    <a:pt x="5319" y="3830"/>
                  </a:cubicBezTo>
                  <a:lnTo>
                    <a:pt x="5404" y="3827"/>
                  </a:lnTo>
                  <a:cubicBezTo>
                    <a:pt x="5429" y="3830"/>
                    <a:pt x="5454" y="3834"/>
                    <a:pt x="5479" y="3837"/>
                  </a:cubicBezTo>
                  <a:lnTo>
                    <a:pt x="5554" y="3861"/>
                  </a:lnTo>
                  <a:lnTo>
                    <a:pt x="5624" y="3840"/>
                  </a:lnTo>
                  <a:cubicBezTo>
                    <a:pt x="5653" y="3837"/>
                    <a:pt x="5681" y="3833"/>
                    <a:pt x="5710" y="3830"/>
                  </a:cubicBezTo>
                  <a:lnTo>
                    <a:pt x="5790" y="3827"/>
                  </a:lnTo>
                  <a:cubicBezTo>
                    <a:pt x="5820" y="3824"/>
                    <a:pt x="5851" y="3822"/>
                    <a:pt x="5881" y="3819"/>
                  </a:cubicBezTo>
                  <a:cubicBezTo>
                    <a:pt x="5908" y="3815"/>
                    <a:pt x="5934" y="3810"/>
                    <a:pt x="5961" y="3806"/>
                  </a:cubicBezTo>
                  <a:lnTo>
                    <a:pt x="6149" y="3758"/>
                  </a:lnTo>
                  <a:lnTo>
                    <a:pt x="6347" y="3703"/>
                  </a:lnTo>
                  <a:lnTo>
                    <a:pt x="6545" y="3653"/>
                  </a:lnTo>
                  <a:cubicBezTo>
                    <a:pt x="6542" y="3622"/>
                    <a:pt x="6538" y="3591"/>
                    <a:pt x="6535" y="3560"/>
                  </a:cubicBezTo>
                  <a:cubicBezTo>
                    <a:pt x="6522" y="3530"/>
                    <a:pt x="6510" y="3501"/>
                    <a:pt x="6497" y="3471"/>
                  </a:cubicBezTo>
                  <a:cubicBezTo>
                    <a:pt x="6477" y="3440"/>
                    <a:pt x="6458" y="3409"/>
                    <a:pt x="6438" y="3378"/>
                  </a:cubicBezTo>
                  <a:cubicBezTo>
                    <a:pt x="6411" y="3348"/>
                    <a:pt x="6385" y="3318"/>
                    <a:pt x="6358" y="3288"/>
                  </a:cubicBezTo>
                  <a:lnTo>
                    <a:pt x="6277" y="3204"/>
                  </a:lnTo>
                  <a:cubicBezTo>
                    <a:pt x="6249" y="3176"/>
                    <a:pt x="6220" y="3148"/>
                    <a:pt x="6192" y="3120"/>
                  </a:cubicBezTo>
                  <a:cubicBezTo>
                    <a:pt x="6169" y="3094"/>
                    <a:pt x="6145" y="3069"/>
                    <a:pt x="6122" y="3043"/>
                  </a:cubicBezTo>
                  <a:lnTo>
                    <a:pt x="5908" y="2784"/>
                  </a:lnTo>
                  <a:lnTo>
                    <a:pt x="5710" y="2531"/>
                  </a:lnTo>
                  <a:lnTo>
                    <a:pt x="5522" y="2267"/>
                  </a:lnTo>
                  <a:lnTo>
                    <a:pt x="5201" y="1705"/>
                  </a:lnTo>
                  <a:lnTo>
                    <a:pt x="5104" y="1602"/>
                  </a:lnTo>
                  <a:lnTo>
                    <a:pt x="4992" y="1496"/>
                  </a:lnTo>
                  <a:lnTo>
                    <a:pt x="4879" y="1394"/>
                  </a:lnTo>
                  <a:lnTo>
                    <a:pt x="4778" y="1298"/>
                  </a:lnTo>
                  <a:cubicBezTo>
                    <a:pt x="4749" y="1248"/>
                    <a:pt x="4721" y="1198"/>
                    <a:pt x="4692" y="1148"/>
                  </a:cubicBezTo>
                  <a:lnTo>
                    <a:pt x="4746" y="1130"/>
                  </a:lnTo>
                  <a:cubicBezTo>
                    <a:pt x="4758" y="1138"/>
                    <a:pt x="4771" y="1145"/>
                    <a:pt x="4783" y="1153"/>
                  </a:cubicBezTo>
                  <a:lnTo>
                    <a:pt x="4847" y="1174"/>
                  </a:lnTo>
                  <a:cubicBezTo>
                    <a:pt x="4865" y="1180"/>
                    <a:pt x="4883" y="1187"/>
                    <a:pt x="4901" y="1193"/>
                  </a:cubicBezTo>
                  <a:cubicBezTo>
                    <a:pt x="4921" y="1198"/>
                    <a:pt x="4940" y="1204"/>
                    <a:pt x="4960" y="1209"/>
                  </a:cubicBezTo>
                  <a:cubicBezTo>
                    <a:pt x="4953" y="1218"/>
                    <a:pt x="4945" y="1226"/>
                    <a:pt x="4938" y="1235"/>
                  </a:cubicBezTo>
                  <a:lnTo>
                    <a:pt x="5099" y="1288"/>
                  </a:lnTo>
                  <a:lnTo>
                    <a:pt x="5206" y="1288"/>
                  </a:lnTo>
                  <a:lnTo>
                    <a:pt x="5345" y="1285"/>
                  </a:lnTo>
                  <a:lnTo>
                    <a:pt x="5506" y="1280"/>
                  </a:lnTo>
                  <a:lnTo>
                    <a:pt x="5672" y="1280"/>
                  </a:lnTo>
                  <a:lnTo>
                    <a:pt x="5838" y="1280"/>
                  </a:lnTo>
                  <a:lnTo>
                    <a:pt x="5994" y="1280"/>
                  </a:lnTo>
                  <a:lnTo>
                    <a:pt x="6133" y="1288"/>
                  </a:lnTo>
                  <a:lnTo>
                    <a:pt x="6240" y="1293"/>
                  </a:lnTo>
                  <a:cubicBezTo>
                    <a:pt x="6265" y="1297"/>
                    <a:pt x="6290" y="1300"/>
                    <a:pt x="6315" y="1304"/>
                  </a:cubicBezTo>
                  <a:lnTo>
                    <a:pt x="6395" y="1328"/>
                  </a:lnTo>
                  <a:cubicBezTo>
                    <a:pt x="6411" y="1338"/>
                    <a:pt x="6427" y="1347"/>
                    <a:pt x="6443" y="1357"/>
                  </a:cubicBezTo>
                  <a:cubicBezTo>
                    <a:pt x="6452" y="1365"/>
                    <a:pt x="6461" y="1372"/>
                    <a:pt x="6470" y="1380"/>
                  </a:cubicBezTo>
                  <a:cubicBezTo>
                    <a:pt x="6477" y="1390"/>
                    <a:pt x="6485" y="1399"/>
                    <a:pt x="6492" y="1409"/>
                  </a:cubicBezTo>
                  <a:lnTo>
                    <a:pt x="6518" y="1441"/>
                  </a:lnTo>
                  <a:lnTo>
                    <a:pt x="6561" y="1478"/>
                  </a:lnTo>
                  <a:cubicBezTo>
                    <a:pt x="6572" y="1483"/>
                    <a:pt x="6582" y="1489"/>
                    <a:pt x="6593" y="1494"/>
                  </a:cubicBezTo>
                  <a:cubicBezTo>
                    <a:pt x="6607" y="1496"/>
                    <a:pt x="6622" y="1497"/>
                    <a:pt x="6636" y="1499"/>
                  </a:cubicBezTo>
                  <a:lnTo>
                    <a:pt x="6685" y="1502"/>
                  </a:lnTo>
                  <a:cubicBezTo>
                    <a:pt x="6703" y="1504"/>
                    <a:pt x="6720" y="1505"/>
                    <a:pt x="6738" y="1507"/>
                  </a:cubicBezTo>
                  <a:cubicBezTo>
                    <a:pt x="6756" y="1509"/>
                    <a:pt x="6774" y="1510"/>
                    <a:pt x="6792" y="1512"/>
                  </a:cubicBezTo>
                  <a:lnTo>
                    <a:pt x="6845" y="1565"/>
                  </a:lnTo>
                  <a:cubicBezTo>
                    <a:pt x="6856" y="1567"/>
                    <a:pt x="6866" y="1568"/>
                    <a:pt x="6877" y="1570"/>
                  </a:cubicBezTo>
                  <a:lnTo>
                    <a:pt x="6947" y="1570"/>
                  </a:lnTo>
                  <a:lnTo>
                    <a:pt x="7038" y="1576"/>
                  </a:lnTo>
                  <a:lnTo>
                    <a:pt x="7134" y="1576"/>
                  </a:lnTo>
                  <a:cubicBezTo>
                    <a:pt x="7164" y="1577"/>
                    <a:pt x="7195" y="1577"/>
                    <a:pt x="7225" y="1578"/>
                  </a:cubicBezTo>
                  <a:lnTo>
                    <a:pt x="7300" y="1581"/>
                  </a:lnTo>
                  <a:cubicBezTo>
                    <a:pt x="7331" y="1585"/>
                    <a:pt x="7361" y="1590"/>
                    <a:pt x="7392" y="1594"/>
                  </a:cubicBezTo>
                  <a:lnTo>
                    <a:pt x="7504" y="1610"/>
                  </a:lnTo>
                  <a:lnTo>
                    <a:pt x="7616" y="1623"/>
                  </a:lnTo>
                  <a:lnTo>
                    <a:pt x="7724" y="1636"/>
                  </a:lnTo>
                  <a:cubicBezTo>
                    <a:pt x="7754" y="1639"/>
                    <a:pt x="7785" y="1641"/>
                    <a:pt x="7815" y="1644"/>
                  </a:cubicBezTo>
                  <a:lnTo>
                    <a:pt x="7922" y="1647"/>
                  </a:lnTo>
                  <a:lnTo>
                    <a:pt x="8040" y="1647"/>
                  </a:lnTo>
                  <a:lnTo>
                    <a:pt x="8163" y="1644"/>
                  </a:lnTo>
                  <a:lnTo>
                    <a:pt x="8275" y="1644"/>
                  </a:lnTo>
                  <a:lnTo>
                    <a:pt x="8377" y="1652"/>
                  </a:lnTo>
                  <a:cubicBezTo>
                    <a:pt x="8386" y="1642"/>
                    <a:pt x="8395" y="1633"/>
                    <a:pt x="8404" y="1623"/>
                  </a:cubicBezTo>
                  <a:cubicBezTo>
                    <a:pt x="8418" y="1616"/>
                    <a:pt x="8433" y="1609"/>
                    <a:pt x="8447" y="1602"/>
                  </a:cubicBezTo>
                  <a:cubicBezTo>
                    <a:pt x="8461" y="1594"/>
                    <a:pt x="8476" y="1586"/>
                    <a:pt x="8490" y="1578"/>
                  </a:cubicBezTo>
                  <a:cubicBezTo>
                    <a:pt x="8499" y="1571"/>
                    <a:pt x="8507" y="1564"/>
                    <a:pt x="8516" y="1557"/>
                  </a:cubicBezTo>
                  <a:cubicBezTo>
                    <a:pt x="8525" y="1547"/>
                    <a:pt x="8534" y="1538"/>
                    <a:pt x="8543" y="1528"/>
                  </a:cubicBezTo>
                  <a:cubicBezTo>
                    <a:pt x="8545" y="1518"/>
                    <a:pt x="8546" y="1509"/>
                    <a:pt x="8548" y="1499"/>
                  </a:cubicBezTo>
                  <a:cubicBezTo>
                    <a:pt x="8546" y="1492"/>
                    <a:pt x="8545" y="1485"/>
                    <a:pt x="8543" y="1478"/>
                  </a:cubicBezTo>
                  <a:lnTo>
                    <a:pt x="8543" y="1454"/>
                  </a:lnTo>
                  <a:cubicBezTo>
                    <a:pt x="8545" y="1444"/>
                    <a:pt x="8546" y="1435"/>
                    <a:pt x="8548" y="1425"/>
                  </a:cubicBezTo>
                  <a:cubicBezTo>
                    <a:pt x="8555" y="1411"/>
                    <a:pt x="8563" y="1397"/>
                    <a:pt x="8570" y="1383"/>
                  </a:cubicBezTo>
                  <a:cubicBezTo>
                    <a:pt x="8590" y="1362"/>
                    <a:pt x="8609" y="1341"/>
                    <a:pt x="8629" y="1320"/>
                  </a:cubicBezTo>
                  <a:cubicBezTo>
                    <a:pt x="8652" y="1299"/>
                    <a:pt x="8675" y="1277"/>
                    <a:pt x="8698" y="1256"/>
                  </a:cubicBezTo>
                  <a:cubicBezTo>
                    <a:pt x="8714" y="1235"/>
                    <a:pt x="8731" y="1214"/>
                    <a:pt x="8747" y="1193"/>
                  </a:cubicBezTo>
                  <a:lnTo>
                    <a:pt x="8768" y="1148"/>
                  </a:lnTo>
                  <a:cubicBezTo>
                    <a:pt x="8775" y="1130"/>
                    <a:pt x="8783" y="1111"/>
                    <a:pt x="8790" y="1093"/>
                  </a:cubicBezTo>
                  <a:cubicBezTo>
                    <a:pt x="8793" y="1074"/>
                    <a:pt x="8797" y="1056"/>
                    <a:pt x="8800" y="1037"/>
                  </a:cubicBezTo>
                  <a:cubicBezTo>
                    <a:pt x="8807" y="1019"/>
                    <a:pt x="8815" y="1002"/>
                    <a:pt x="8822" y="984"/>
                  </a:cubicBezTo>
                  <a:cubicBezTo>
                    <a:pt x="8829" y="968"/>
                    <a:pt x="8836" y="953"/>
                    <a:pt x="8843" y="937"/>
                  </a:cubicBezTo>
                  <a:cubicBezTo>
                    <a:pt x="8852" y="924"/>
                    <a:pt x="8861" y="910"/>
                    <a:pt x="8870" y="897"/>
                  </a:cubicBezTo>
                  <a:cubicBezTo>
                    <a:pt x="8884" y="887"/>
                    <a:pt x="8899" y="878"/>
                    <a:pt x="8913" y="868"/>
                  </a:cubicBezTo>
                  <a:cubicBezTo>
                    <a:pt x="8929" y="858"/>
                    <a:pt x="8945" y="847"/>
                    <a:pt x="8961" y="837"/>
                  </a:cubicBezTo>
                  <a:lnTo>
                    <a:pt x="8993" y="802"/>
                  </a:lnTo>
                  <a:lnTo>
                    <a:pt x="9014" y="757"/>
                  </a:lnTo>
                  <a:lnTo>
                    <a:pt x="9014" y="723"/>
                  </a:lnTo>
                  <a:lnTo>
                    <a:pt x="9014" y="694"/>
                  </a:lnTo>
                  <a:cubicBezTo>
                    <a:pt x="9012" y="683"/>
                    <a:pt x="9011" y="673"/>
                    <a:pt x="9009" y="662"/>
                  </a:cubicBezTo>
                  <a:cubicBezTo>
                    <a:pt x="9007" y="652"/>
                    <a:pt x="9006" y="641"/>
                    <a:pt x="9004" y="631"/>
                  </a:cubicBezTo>
                  <a:cubicBezTo>
                    <a:pt x="9007" y="619"/>
                    <a:pt x="9011" y="606"/>
                    <a:pt x="9014" y="594"/>
                  </a:cubicBezTo>
                  <a:lnTo>
                    <a:pt x="8886" y="538"/>
                  </a:lnTo>
                  <a:lnTo>
                    <a:pt x="8757" y="478"/>
                  </a:lnTo>
                  <a:lnTo>
                    <a:pt x="8650" y="412"/>
                  </a:lnTo>
                  <a:cubicBezTo>
                    <a:pt x="8620" y="387"/>
                    <a:pt x="8589" y="363"/>
                    <a:pt x="8559" y="338"/>
                  </a:cubicBezTo>
                  <a:cubicBezTo>
                    <a:pt x="8534" y="310"/>
                    <a:pt x="8509" y="281"/>
                    <a:pt x="8484" y="253"/>
                  </a:cubicBezTo>
                  <a:cubicBezTo>
                    <a:pt x="8456" y="207"/>
                    <a:pt x="8427" y="162"/>
                    <a:pt x="8399" y="116"/>
                  </a:cubicBezTo>
                  <a:lnTo>
                    <a:pt x="8468" y="92"/>
                  </a:lnTo>
                  <a:cubicBezTo>
                    <a:pt x="8495" y="89"/>
                    <a:pt x="8521" y="85"/>
                    <a:pt x="8548" y="82"/>
                  </a:cubicBezTo>
                  <a:lnTo>
                    <a:pt x="8640" y="61"/>
                  </a:lnTo>
                  <a:lnTo>
                    <a:pt x="8698" y="3"/>
                  </a:lnTo>
                  <a:lnTo>
                    <a:pt x="8779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916" name="Freeform 19"/>
            <p:cNvSpPr/>
            <p:nvPr/>
          </p:nvSpPr>
          <p:spPr>
            <a:xfrm>
              <a:off x="5600160" y="1850400"/>
              <a:ext cx="474120" cy="636480"/>
            </a:xfrm>
            <a:custGeom>
              <a:avLst/>
              <a:gdLst>
                <a:gd name="textAreaLeft" fmla="*/ 0 w 474120"/>
                <a:gd name="textAreaRight" fmla="*/ 474480 w 474120"/>
                <a:gd name="textAreaTop" fmla="*/ 0 h 636480"/>
                <a:gd name="textAreaBottom" fmla="*/ 636840 h 636480"/>
              </a:gdLst>
              <a:ahLst/>
              <a:rect l="textAreaLeft" t="textAreaTop" r="textAreaRight" b="textAreaBottom"/>
              <a:pathLst>
                <a:path w="417" h="560">
                  <a:moveTo>
                    <a:pt x="220" y="0"/>
                  </a:moveTo>
                  <a:lnTo>
                    <a:pt x="273" y="17"/>
                  </a:lnTo>
                  <a:lnTo>
                    <a:pt x="284" y="25"/>
                  </a:lnTo>
                  <a:lnTo>
                    <a:pt x="290" y="37"/>
                  </a:lnTo>
                  <a:lnTo>
                    <a:pt x="295" y="48"/>
                  </a:lnTo>
                  <a:lnTo>
                    <a:pt x="301" y="61"/>
                  </a:lnTo>
                  <a:lnTo>
                    <a:pt x="306" y="73"/>
                  </a:lnTo>
                  <a:lnTo>
                    <a:pt x="339" y="92"/>
                  </a:lnTo>
                  <a:lnTo>
                    <a:pt x="351" y="104"/>
                  </a:lnTo>
                  <a:lnTo>
                    <a:pt x="364" y="121"/>
                  </a:lnTo>
                  <a:lnTo>
                    <a:pt x="376" y="140"/>
                  </a:lnTo>
                  <a:lnTo>
                    <a:pt x="385" y="160"/>
                  </a:lnTo>
                  <a:lnTo>
                    <a:pt x="393" y="175"/>
                  </a:lnTo>
                  <a:lnTo>
                    <a:pt x="393" y="224"/>
                  </a:lnTo>
                  <a:lnTo>
                    <a:pt x="396" y="240"/>
                  </a:lnTo>
                  <a:lnTo>
                    <a:pt x="402" y="251"/>
                  </a:lnTo>
                  <a:lnTo>
                    <a:pt x="407" y="262"/>
                  </a:lnTo>
                  <a:lnTo>
                    <a:pt x="411" y="272"/>
                  </a:lnTo>
                  <a:lnTo>
                    <a:pt x="415" y="281"/>
                  </a:lnTo>
                  <a:lnTo>
                    <a:pt x="417" y="292"/>
                  </a:lnTo>
                  <a:lnTo>
                    <a:pt x="417" y="305"/>
                  </a:lnTo>
                  <a:lnTo>
                    <a:pt x="416" y="321"/>
                  </a:lnTo>
                  <a:lnTo>
                    <a:pt x="412" y="343"/>
                  </a:lnTo>
                  <a:lnTo>
                    <a:pt x="408" y="365"/>
                  </a:lnTo>
                  <a:lnTo>
                    <a:pt x="408" y="385"/>
                  </a:lnTo>
                  <a:lnTo>
                    <a:pt x="408" y="400"/>
                  </a:lnTo>
                  <a:lnTo>
                    <a:pt x="409" y="413"/>
                  </a:lnTo>
                  <a:lnTo>
                    <a:pt x="409" y="426"/>
                  </a:lnTo>
                  <a:lnTo>
                    <a:pt x="407" y="437"/>
                  </a:lnTo>
                  <a:lnTo>
                    <a:pt x="402" y="448"/>
                  </a:lnTo>
                  <a:lnTo>
                    <a:pt x="390" y="460"/>
                  </a:lnTo>
                  <a:lnTo>
                    <a:pt x="372" y="474"/>
                  </a:lnTo>
                  <a:lnTo>
                    <a:pt x="372" y="508"/>
                  </a:lnTo>
                  <a:lnTo>
                    <a:pt x="380" y="510"/>
                  </a:lnTo>
                  <a:lnTo>
                    <a:pt x="382" y="514"/>
                  </a:lnTo>
                  <a:lnTo>
                    <a:pt x="382" y="521"/>
                  </a:lnTo>
                  <a:lnTo>
                    <a:pt x="382" y="530"/>
                  </a:lnTo>
                  <a:lnTo>
                    <a:pt x="374" y="539"/>
                  </a:lnTo>
                  <a:lnTo>
                    <a:pt x="369" y="547"/>
                  </a:lnTo>
                  <a:lnTo>
                    <a:pt x="361" y="554"/>
                  </a:lnTo>
                  <a:lnTo>
                    <a:pt x="352" y="560"/>
                  </a:lnTo>
                  <a:lnTo>
                    <a:pt x="336" y="552"/>
                  </a:lnTo>
                  <a:lnTo>
                    <a:pt x="314" y="545"/>
                  </a:lnTo>
                  <a:lnTo>
                    <a:pt x="288" y="539"/>
                  </a:lnTo>
                  <a:lnTo>
                    <a:pt x="260" y="532"/>
                  </a:lnTo>
                  <a:lnTo>
                    <a:pt x="232" y="526"/>
                  </a:lnTo>
                  <a:lnTo>
                    <a:pt x="205" y="519"/>
                  </a:lnTo>
                  <a:lnTo>
                    <a:pt x="179" y="512"/>
                  </a:lnTo>
                  <a:lnTo>
                    <a:pt x="158" y="503"/>
                  </a:lnTo>
                  <a:lnTo>
                    <a:pt x="141" y="494"/>
                  </a:lnTo>
                  <a:lnTo>
                    <a:pt x="132" y="481"/>
                  </a:lnTo>
                  <a:lnTo>
                    <a:pt x="130" y="474"/>
                  </a:lnTo>
                  <a:lnTo>
                    <a:pt x="130" y="465"/>
                  </a:lnTo>
                  <a:lnTo>
                    <a:pt x="130" y="457"/>
                  </a:lnTo>
                  <a:lnTo>
                    <a:pt x="128" y="451"/>
                  </a:lnTo>
                  <a:lnTo>
                    <a:pt x="115" y="431"/>
                  </a:lnTo>
                  <a:lnTo>
                    <a:pt x="96" y="411"/>
                  </a:lnTo>
                  <a:lnTo>
                    <a:pt x="75" y="390"/>
                  </a:lnTo>
                  <a:lnTo>
                    <a:pt x="53" y="371"/>
                  </a:lnTo>
                  <a:lnTo>
                    <a:pt x="36" y="352"/>
                  </a:lnTo>
                  <a:lnTo>
                    <a:pt x="22" y="332"/>
                  </a:lnTo>
                  <a:lnTo>
                    <a:pt x="12" y="307"/>
                  </a:lnTo>
                  <a:lnTo>
                    <a:pt x="4" y="279"/>
                  </a:lnTo>
                  <a:lnTo>
                    <a:pt x="0" y="248"/>
                  </a:lnTo>
                  <a:lnTo>
                    <a:pt x="0" y="216"/>
                  </a:lnTo>
                  <a:lnTo>
                    <a:pt x="4" y="187"/>
                  </a:lnTo>
                  <a:lnTo>
                    <a:pt x="11" y="158"/>
                  </a:lnTo>
                  <a:lnTo>
                    <a:pt x="20" y="135"/>
                  </a:lnTo>
                  <a:lnTo>
                    <a:pt x="33" y="116"/>
                  </a:lnTo>
                  <a:lnTo>
                    <a:pt x="26" y="105"/>
                  </a:lnTo>
                  <a:lnTo>
                    <a:pt x="30" y="105"/>
                  </a:lnTo>
                  <a:lnTo>
                    <a:pt x="39" y="101"/>
                  </a:lnTo>
                  <a:lnTo>
                    <a:pt x="45" y="93"/>
                  </a:lnTo>
                  <a:lnTo>
                    <a:pt x="51" y="84"/>
                  </a:lnTo>
                  <a:lnTo>
                    <a:pt x="56" y="77"/>
                  </a:lnTo>
                  <a:lnTo>
                    <a:pt x="62" y="70"/>
                  </a:lnTo>
                  <a:lnTo>
                    <a:pt x="83" y="59"/>
                  </a:lnTo>
                  <a:lnTo>
                    <a:pt x="104" y="51"/>
                  </a:lnTo>
                  <a:lnTo>
                    <a:pt x="126" y="40"/>
                  </a:lnTo>
                  <a:lnTo>
                    <a:pt x="128" y="40"/>
                  </a:lnTo>
                  <a:lnTo>
                    <a:pt x="132" y="24"/>
                  </a:lnTo>
                  <a:lnTo>
                    <a:pt x="141" y="25"/>
                  </a:lnTo>
                  <a:lnTo>
                    <a:pt x="148" y="26"/>
                  </a:lnTo>
                  <a:lnTo>
                    <a:pt x="154" y="27"/>
                  </a:lnTo>
                  <a:lnTo>
                    <a:pt x="162" y="30"/>
                  </a:lnTo>
                  <a:lnTo>
                    <a:pt x="163" y="25"/>
                  </a:lnTo>
                  <a:lnTo>
                    <a:pt x="165" y="21"/>
                  </a:lnTo>
                  <a:lnTo>
                    <a:pt x="166" y="18"/>
                  </a:lnTo>
                  <a:lnTo>
                    <a:pt x="168" y="17"/>
                  </a:lnTo>
                  <a:lnTo>
                    <a:pt x="171" y="16"/>
                  </a:lnTo>
                  <a:lnTo>
                    <a:pt x="175" y="15"/>
                  </a:lnTo>
                  <a:lnTo>
                    <a:pt x="181" y="13"/>
                  </a:lnTo>
                  <a:lnTo>
                    <a:pt x="194" y="9"/>
                  </a:lnTo>
                  <a:lnTo>
                    <a:pt x="207" y="5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917" name="Freeform 28"/>
            <p:cNvSpPr/>
            <p:nvPr/>
          </p:nvSpPr>
          <p:spPr>
            <a:xfrm>
              <a:off x="5923800" y="2495160"/>
              <a:ext cx="384120" cy="1133640"/>
            </a:xfrm>
            <a:custGeom>
              <a:avLst/>
              <a:gdLst>
                <a:gd name="textAreaLeft" fmla="*/ 0 w 384120"/>
                <a:gd name="textAreaRight" fmla="*/ 384480 w 384120"/>
                <a:gd name="textAreaTop" fmla="*/ 0 h 1133640"/>
                <a:gd name="textAreaBottom" fmla="*/ 1134000 h 1133640"/>
              </a:gdLst>
              <a:ahLst/>
              <a:rect l="textAreaLeft" t="textAreaTop" r="textAreaRight" b="textAreaBottom"/>
              <a:pathLst>
                <a:path w="323" h="952">
                  <a:moveTo>
                    <a:pt x="69" y="0"/>
                  </a:moveTo>
                  <a:lnTo>
                    <a:pt x="83" y="8"/>
                  </a:lnTo>
                  <a:lnTo>
                    <a:pt x="91" y="15"/>
                  </a:lnTo>
                  <a:lnTo>
                    <a:pt x="95" y="19"/>
                  </a:lnTo>
                  <a:lnTo>
                    <a:pt x="95" y="21"/>
                  </a:lnTo>
                  <a:lnTo>
                    <a:pt x="91" y="37"/>
                  </a:lnTo>
                  <a:lnTo>
                    <a:pt x="90" y="48"/>
                  </a:lnTo>
                  <a:lnTo>
                    <a:pt x="88" y="55"/>
                  </a:lnTo>
                  <a:lnTo>
                    <a:pt x="88" y="59"/>
                  </a:lnTo>
                  <a:lnTo>
                    <a:pt x="88" y="60"/>
                  </a:lnTo>
                  <a:lnTo>
                    <a:pt x="92" y="73"/>
                  </a:lnTo>
                  <a:lnTo>
                    <a:pt x="96" y="90"/>
                  </a:lnTo>
                  <a:lnTo>
                    <a:pt x="104" y="103"/>
                  </a:lnTo>
                  <a:lnTo>
                    <a:pt x="110" y="113"/>
                  </a:lnTo>
                  <a:lnTo>
                    <a:pt x="115" y="121"/>
                  </a:lnTo>
                  <a:lnTo>
                    <a:pt x="118" y="122"/>
                  </a:lnTo>
                  <a:lnTo>
                    <a:pt x="132" y="138"/>
                  </a:lnTo>
                  <a:lnTo>
                    <a:pt x="141" y="148"/>
                  </a:lnTo>
                  <a:lnTo>
                    <a:pt x="147" y="156"/>
                  </a:lnTo>
                  <a:lnTo>
                    <a:pt x="148" y="158"/>
                  </a:lnTo>
                  <a:lnTo>
                    <a:pt x="161" y="186"/>
                  </a:lnTo>
                  <a:lnTo>
                    <a:pt x="174" y="215"/>
                  </a:lnTo>
                  <a:lnTo>
                    <a:pt x="187" y="245"/>
                  </a:lnTo>
                  <a:lnTo>
                    <a:pt x="198" y="275"/>
                  </a:lnTo>
                  <a:lnTo>
                    <a:pt x="209" y="305"/>
                  </a:lnTo>
                  <a:lnTo>
                    <a:pt x="219" y="333"/>
                  </a:lnTo>
                  <a:lnTo>
                    <a:pt x="228" y="359"/>
                  </a:lnTo>
                  <a:lnTo>
                    <a:pt x="236" y="382"/>
                  </a:lnTo>
                  <a:lnTo>
                    <a:pt x="241" y="402"/>
                  </a:lnTo>
                  <a:lnTo>
                    <a:pt x="246" y="416"/>
                  </a:lnTo>
                  <a:lnTo>
                    <a:pt x="249" y="425"/>
                  </a:lnTo>
                  <a:lnTo>
                    <a:pt x="250" y="429"/>
                  </a:lnTo>
                  <a:lnTo>
                    <a:pt x="258" y="452"/>
                  </a:lnTo>
                  <a:lnTo>
                    <a:pt x="264" y="481"/>
                  </a:lnTo>
                  <a:lnTo>
                    <a:pt x="272" y="513"/>
                  </a:lnTo>
                  <a:lnTo>
                    <a:pt x="279" y="548"/>
                  </a:lnTo>
                  <a:lnTo>
                    <a:pt x="285" y="586"/>
                  </a:lnTo>
                  <a:lnTo>
                    <a:pt x="292" y="623"/>
                  </a:lnTo>
                  <a:lnTo>
                    <a:pt x="297" y="662"/>
                  </a:lnTo>
                  <a:lnTo>
                    <a:pt x="302" y="698"/>
                  </a:lnTo>
                  <a:lnTo>
                    <a:pt x="307" y="735"/>
                  </a:lnTo>
                  <a:lnTo>
                    <a:pt x="312" y="767"/>
                  </a:lnTo>
                  <a:lnTo>
                    <a:pt x="315" y="795"/>
                  </a:lnTo>
                  <a:lnTo>
                    <a:pt x="319" y="820"/>
                  </a:lnTo>
                  <a:lnTo>
                    <a:pt x="320" y="838"/>
                  </a:lnTo>
                  <a:lnTo>
                    <a:pt x="323" y="850"/>
                  </a:lnTo>
                  <a:lnTo>
                    <a:pt x="323" y="854"/>
                  </a:lnTo>
                  <a:lnTo>
                    <a:pt x="273" y="952"/>
                  </a:lnTo>
                  <a:lnTo>
                    <a:pt x="182" y="879"/>
                  </a:lnTo>
                  <a:lnTo>
                    <a:pt x="178" y="860"/>
                  </a:lnTo>
                  <a:lnTo>
                    <a:pt x="171" y="798"/>
                  </a:lnTo>
                  <a:lnTo>
                    <a:pt x="165" y="709"/>
                  </a:lnTo>
                  <a:lnTo>
                    <a:pt x="162" y="668"/>
                  </a:lnTo>
                  <a:lnTo>
                    <a:pt x="158" y="630"/>
                  </a:lnTo>
                  <a:lnTo>
                    <a:pt x="156" y="596"/>
                  </a:lnTo>
                  <a:lnTo>
                    <a:pt x="152" y="565"/>
                  </a:lnTo>
                  <a:lnTo>
                    <a:pt x="149" y="540"/>
                  </a:lnTo>
                  <a:lnTo>
                    <a:pt x="147" y="521"/>
                  </a:lnTo>
                  <a:lnTo>
                    <a:pt x="145" y="509"/>
                  </a:lnTo>
                  <a:lnTo>
                    <a:pt x="145" y="504"/>
                  </a:lnTo>
                  <a:lnTo>
                    <a:pt x="141" y="483"/>
                  </a:lnTo>
                  <a:lnTo>
                    <a:pt x="137" y="461"/>
                  </a:lnTo>
                  <a:lnTo>
                    <a:pt x="132" y="439"/>
                  </a:lnTo>
                  <a:lnTo>
                    <a:pt x="127" y="420"/>
                  </a:lnTo>
                  <a:lnTo>
                    <a:pt x="122" y="402"/>
                  </a:lnTo>
                  <a:lnTo>
                    <a:pt x="118" y="389"/>
                  </a:lnTo>
                  <a:lnTo>
                    <a:pt x="115" y="380"/>
                  </a:lnTo>
                  <a:lnTo>
                    <a:pt x="115" y="376"/>
                  </a:lnTo>
                  <a:lnTo>
                    <a:pt x="86" y="288"/>
                  </a:lnTo>
                  <a:lnTo>
                    <a:pt x="58" y="209"/>
                  </a:lnTo>
                  <a:lnTo>
                    <a:pt x="52" y="190"/>
                  </a:lnTo>
                  <a:lnTo>
                    <a:pt x="48" y="169"/>
                  </a:lnTo>
                  <a:lnTo>
                    <a:pt x="47" y="148"/>
                  </a:lnTo>
                  <a:lnTo>
                    <a:pt x="46" y="129"/>
                  </a:lnTo>
                  <a:lnTo>
                    <a:pt x="47" y="111"/>
                  </a:lnTo>
                  <a:lnTo>
                    <a:pt x="48" y="96"/>
                  </a:lnTo>
                  <a:lnTo>
                    <a:pt x="48" y="87"/>
                  </a:lnTo>
                  <a:lnTo>
                    <a:pt x="49" y="83"/>
                  </a:lnTo>
                  <a:lnTo>
                    <a:pt x="38" y="73"/>
                  </a:lnTo>
                  <a:lnTo>
                    <a:pt x="26" y="63"/>
                  </a:lnTo>
                  <a:lnTo>
                    <a:pt x="16" y="52"/>
                  </a:lnTo>
                  <a:lnTo>
                    <a:pt x="8" y="45"/>
                  </a:lnTo>
                  <a:lnTo>
                    <a:pt x="2" y="39"/>
                  </a:lnTo>
                  <a:lnTo>
                    <a:pt x="0" y="37"/>
                  </a:lnTo>
                  <a:lnTo>
                    <a:pt x="9" y="24"/>
                  </a:lnTo>
                  <a:lnTo>
                    <a:pt x="17" y="13"/>
                  </a:lnTo>
                  <a:lnTo>
                    <a:pt x="21" y="10"/>
                  </a:lnTo>
                  <a:lnTo>
                    <a:pt x="24" y="7"/>
                  </a:lnTo>
                  <a:lnTo>
                    <a:pt x="40" y="8"/>
                  </a:lnTo>
                  <a:lnTo>
                    <a:pt x="53" y="7"/>
                  </a:lnTo>
                  <a:lnTo>
                    <a:pt x="61" y="6"/>
                  </a:lnTo>
                  <a:lnTo>
                    <a:pt x="66" y="3"/>
                  </a:lnTo>
                  <a:lnTo>
                    <a:pt x="69" y="2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918" name="Freeform 46"/>
            <p:cNvSpPr/>
            <p:nvPr/>
          </p:nvSpPr>
          <p:spPr>
            <a:xfrm>
              <a:off x="5131080" y="2905920"/>
              <a:ext cx="158040" cy="221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221040"/>
                <a:gd name="textAreaBottom" fmla="*/ 221400 h 221040"/>
              </a:gdLst>
              <a:ahLst/>
              <a:rect l="textAreaLeft" t="textAreaTop" r="textAreaRight" b="textAreaBottom"/>
              <a:pathLst>
                <a:path w="149" h="209">
                  <a:moveTo>
                    <a:pt x="115" y="0"/>
                  </a:moveTo>
                  <a:lnTo>
                    <a:pt x="128" y="19"/>
                  </a:lnTo>
                  <a:lnTo>
                    <a:pt x="137" y="39"/>
                  </a:lnTo>
                  <a:lnTo>
                    <a:pt x="142" y="55"/>
                  </a:lnTo>
                  <a:lnTo>
                    <a:pt x="146" y="70"/>
                  </a:lnTo>
                  <a:lnTo>
                    <a:pt x="147" y="79"/>
                  </a:lnTo>
                  <a:lnTo>
                    <a:pt x="149" y="83"/>
                  </a:lnTo>
                  <a:lnTo>
                    <a:pt x="146" y="99"/>
                  </a:lnTo>
                  <a:lnTo>
                    <a:pt x="142" y="117"/>
                  </a:lnTo>
                  <a:lnTo>
                    <a:pt x="138" y="133"/>
                  </a:lnTo>
                  <a:lnTo>
                    <a:pt x="133" y="146"/>
                  </a:lnTo>
                  <a:lnTo>
                    <a:pt x="131" y="155"/>
                  </a:lnTo>
                  <a:lnTo>
                    <a:pt x="129" y="158"/>
                  </a:lnTo>
                  <a:lnTo>
                    <a:pt x="118" y="178"/>
                  </a:lnTo>
                  <a:lnTo>
                    <a:pt x="107" y="193"/>
                  </a:lnTo>
                  <a:lnTo>
                    <a:pt x="97" y="202"/>
                  </a:lnTo>
                  <a:lnTo>
                    <a:pt x="88" y="207"/>
                  </a:lnTo>
                  <a:lnTo>
                    <a:pt x="79" y="209"/>
                  </a:lnTo>
                  <a:lnTo>
                    <a:pt x="72" y="209"/>
                  </a:lnTo>
                  <a:lnTo>
                    <a:pt x="67" y="208"/>
                  </a:lnTo>
                  <a:lnTo>
                    <a:pt x="66" y="207"/>
                  </a:lnTo>
                  <a:lnTo>
                    <a:pt x="42" y="185"/>
                  </a:lnTo>
                  <a:lnTo>
                    <a:pt x="26" y="163"/>
                  </a:lnTo>
                  <a:lnTo>
                    <a:pt x="14" y="139"/>
                  </a:lnTo>
                  <a:lnTo>
                    <a:pt x="8" y="119"/>
                  </a:lnTo>
                  <a:lnTo>
                    <a:pt x="4" y="101"/>
                  </a:lnTo>
                  <a:lnTo>
                    <a:pt x="4" y="85"/>
                  </a:lnTo>
                  <a:lnTo>
                    <a:pt x="4" y="76"/>
                  </a:lnTo>
                  <a:lnTo>
                    <a:pt x="4" y="72"/>
                  </a:lnTo>
                  <a:lnTo>
                    <a:pt x="0" y="6"/>
                  </a:lnTo>
                  <a:lnTo>
                    <a:pt x="6" y="32"/>
                  </a:lnTo>
                  <a:lnTo>
                    <a:pt x="13" y="50"/>
                  </a:lnTo>
                  <a:lnTo>
                    <a:pt x="19" y="63"/>
                  </a:lnTo>
                  <a:lnTo>
                    <a:pt x="26" y="70"/>
                  </a:lnTo>
                  <a:lnTo>
                    <a:pt x="31" y="73"/>
                  </a:lnTo>
                  <a:lnTo>
                    <a:pt x="35" y="76"/>
                  </a:lnTo>
                  <a:lnTo>
                    <a:pt x="36" y="76"/>
                  </a:lnTo>
                  <a:lnTo>
                    <a:pt x="36" y="85"/>
                  </a:lnTo>
                  <a:lnTo>
                    <a:pt x="42" y="88"/>
                  </a:lnTo>
                  <a:lnTo>
                    <a:pt x="52" y="89"/>
                  </a:lnTo>
                  <a:lnTo>
                    <a:pt x="62" y="89"/>
                  </a:lnTo>
                  <a:lnTo>
                    <a:pt x="70" y="89"/>
                  </a:lnTo>
                  <a:lnTo>
                    <a:pt x="72" y="89"/>
                  </a:lnTo>
                  <a:lnTo>
                    <a:pt x="88" y="86"/>
                  </a:lnTo>
                  <a:lnTo>
                    <a:pt x="98" y="80"/>
                  </a:lnTo>
                  <a:lnTo>
                    <a:pt x="107" y="70"/>
                  </a:lnTo>
                  <a:lnTo>
                    <a:pt x="112" y="57"/>
                  </a:lnTo>
                  <a:lnTo>
                    <a:pt x="115" y="44"/>
                  </a:lnTo>
                  <a:lnTo>
                    <a:pt x="116" y="31"/>
                  </a:lnTo>
                  <a:lnTo>
                    <a:pt x="116" y="19"/>
                  </a:lnTo>
                  <a:lnTo>
                    <a:pt x="116" y="9"/>
                  </a:lnTo>
                  <a:lnTo>
                    <a:pt x="116" y="2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919" name="Freeform 55"/>
            <p:cNvSpPr/>
            <p:nvPr/>
          </p:nvSpPr>
          <p:spPr>
            <a:xfrm>
              <a:off x="6931080" y="2263320"/>
              <a:ext cx="173880" cy="159480"/>
            </a:xfrm>
            <a:custGeom>
              <a:avLst/>
              <a:gdLst>
                <a:gd name="textAreaLeft" fmla="*/ 0 w 173880"/>
                <a:gd name="textAreaRight" fmla="*/ 174240 w 173880"/>
                <a:gd name="textAreaTop" fmla="*/ 0 h 159480"/>
                <a:gd name="textAreaBottom" fmla="*/ 159840 h 159480"/>
              </a:gdLst>
              <a:ahLst/>
              <a:rect l="textAreaLeft" t="textAreaTop" r="textAreaRight" b="textAreaBottom"/>
              <a:pathLst>
                <a:path w="145" h="134">
                  <a:moveTo>
                    <a:pt x="11" y="0"/>
                  </a:moveTo>
                  <a:lnTo>
                    <a:pt x="30" y="14"/>
                  </a:lnTo>
                  <a:lnTo>
                    <a:pt x="51" y="24"/>
                  </a:lnTo>
                  <a:lnTo>
                    <a:pt x="71" y="29"/>
                  </a:lnTo>
                  <a:lnTo>
                    <a:pt x="92" y="32"/>
                  </a:lnTo>
                  <a:lnTo>
                    <a:pt x="110" y="32"/>
                  </a:lnTo>
                  <a:lnTo>
                    <a:pt x="126" y="31"/>
                  </a:lnTo>
                  <a:lnTo>
                    <a:pt x="135" y="29"/>
                  </a:lnTo>
                  <a:lnTo>
                    <a:pt x="139" y="29"/>
                  </a:lnTo>
                  <a:lnTo>
                    <a:pt x="138" y="58"/>
                  </a:lnTo>
                  <a:lnTo>
                    <a:pt x="139" y="82"/>
                  </a:lnTo>
                  <a:lnTo>
                    <a:pt x="141" y="104"/>
                  </a:lnTo>
                  <a:lnTo>
                    <a:pt x="143" y="120"/>
                  </a:lnTo>
                  <a:lnTo>
                    <a:pt x="145" y="130"/>
                  </a:lnTo>
                  <a:lnTo>
                    <a:pt x="145" y="134"/>
                  </a:lnTo>
                  <a:lnTo>
                    <a:pt x="106" y="125"/>
                  </a:lnTo>
                  <a:lnTo>
                    <a:pt x="75" y="115"/>
                  </a:lnTo>
                  <a:lnTo>
                    <a:pt x="51" y="103"/>
                  </a:lnTo>
                  <a:lnTo>
                    <a:pt x="33" y="91"/>
                  </a:lnTo>
                  <a:lnTo>
                    <a:pt x="20" y="81"/>
                  </a:lnTo>
                  <a:lnTo>
                    <a:pt x="11" y="72"/>
                  </a:lnTo>
                  <a:lnTo>
                    <a:pt x="4" y="66"/>
                  </a:lnTo>
                  <a:lnTo>
                    <a:pt x="2" y="60"/>
                  </a:lnTo>
                  <a:lnTo>
                    <a:pt x="0" y="58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TextBox 3"/>
          <p:cNvSpPr/>
          <p:nvPr/>
        </p:nvSpPr>
        <p:spPr>
          <a:xfrm>
            <a:off x="709200" y="1486080"/>
            <a:ext cx="58914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  <a:ea typeface="Arial Unicode MS"/>
              </a:rPr>
              <a:t>You can simply impress your audience and add a unique zing and appeal to your Presentations. I hope and I believe that this Template will your Time, Money and Reputation.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1" name="TextBox 4"/>
          <p:cNvSpPr/>
          <p:nvPr/>
        </p:nvSpPr>
        <p:spPr>
          <a:xfrm>
            <a:off x="709200" y="556560"/>
            <a:ext cx="5214240" cy="85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pc="-1" strike="noStrike">
                <a:solidFill>
                  <a:schemeClr val="accent2"/>
                </a:solidFill>
                <a:latin typeface="Arial"/>
                <a:ea typeface="Arial Unicode MS"/>
              </a:rPr>
              <a:t>We Create Quality 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800" spc="-1" strike="noStrike">
                <a:solidFill>
                  <a:schemeClr val="accent2"/>
                </a:solidFill>
                <a:latin typeface="Arial"/>
                <a:ea typeface="Arial Unicode MS"/>
              </a:rPr>
              <a:t>Professional PPT Presentation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2" name="TextBox 5"/>
          <p:cNvSpPr/>
          <p:nvPr/>
        </p:nvSpPr>
        <p:spPr>
          <a:xfrm>
            <a:off x="7745760" y="5049360"/>
            <a:ext cx="3825000" cy="7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1" lang="en-US" sz="4400" spc="-1" strike="noStrike">
                <a:solidFill>
                  <a:schemeClr val="accent1"/>
                </a:solidFill>
                <a:latin typeface="Arial"/>
                <a:ea typeface="Arial Unicode MS"/>
              </a:rPr>
              <a:t>AWESOME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3" name="TextBox 6"/>
          <p:cNvSpPr/>
          <p:nvPr/>
        </p:nvSpPr>
        <p:spPr>
          <a:xfrm>
            <a:off x="7745760" y="5707080"/>
            <a:ext cx="382500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GB" sz="3600" spc="-1" strike="noStrike">
                <a:solidFill>
                  <a:schemeClr val="lt1"/>
                </a:solidFill>
                <a:latin typeface="Arial"/>
                <a:ea typeface="Arial Unicode MS"/>
              </a:rPr>
              <a:t>PRESENTATION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Infographic Style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25" name="Rectangle 2"/>
          <p:cNvSpPr/>
          <p:nvPr/>
        </p:nvSpPr>
        <p:spPr>
          <a:xfrm>
            <a:off x="0" y="5589360"/>
            <a:ext cx="12191760" cy="126828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26" name="Right Arrow 5"/>
          <p:cNvSpPr/>
          <p:nvPr/>
        </p:nvSpPr>
        <p:spPr>
          <a:xfrm flipH="1">
            <a:off x="748800" y="1834920"/>
            <a:ext cx="8508240" cy="935640"/>
          </a:xfrm>
          <a:prstGeom prst="rightArrow">
            <a:avLst>
              <a:gd name="adj1" fmla="val 66050"/>
              <a:gd name="adj2" fmla="val 7567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27" name="Right Arrow 54"/>
          <p:cNvSpPr/>
          <p:nvPr/>
        </p:nvSpPr>
        <p:spPr>
          <a:xfrm flipH="1">
            <a:off x="1524960" y="2685240"/>
            <a:ext cx="7732080" cy="935640"/>
          </a:xfrm>
          <a:prstGeom prst="rightArrow">
            <a:avLst>
              <a:gd name="adj1" fmla="val 66050"/>
              <a:gd name="adj2" fmla="val 7567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28" name="Right Arrow 55"/>
          <p:cNvSpPr/>
          <p:nvPr/>
        </p:nvSpPr>
        <p:spPr>
          <a:xfrm flipH="1">
            <a:off x="2295000" y="3535200"/>
            <a:ext cx="6961320" cy="935640"/>
          </a:xfrm>
          <a:prstGeom prst="rightArrow">
            <a:avLst>
              <a:gd name="adj1" fmla="val 66050"/>
              <a:gd name="adj2" fmla="val 7567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29" name="Right Arrow 56"/>
          <p:cNvSpPr/>
          <p:nvPr/>
        </p:nvSpPr>
        <p:spPr>
          <a:xfrm flipH="1">
            <a:off x="3059280" y="4385520"/>
            <a:ext cx="6197760" cy="935640"/>
          </a:xfrm>
          <a:prstGeom prst="rightArrow">
            <a:avLst>
              <a:gd name="adj1" fmla="val 66050"/>
              <a:gd name="adj2" fmla="val 7567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grpSp>
        <p:nvGrpSpPr>
          <p:cNvPr id="930" name="Group 7"/>
          <p:cNvGrpSpPr/>
          <p:nvPr/>
        </p:nvGrpSpPr>
        <p:grpSpPr>
          <a:xfrm>
            <a:off x="7313760" y="1477800"/>
            <a:ext cx="4160520" cy="4169520"/>
            <a:chOff x="7313760" y="1477800"/>
            <a:chExt cx="4160520" cy="4169520"/>
          </a:xfrm>
        </p:grpSpPr>
        <p:pic>
          <p:nvPicPr>
            <p:cNvPr id="931" name="Picture 2" descr="E:\002-KIMS BUSINESS\007-02-MaxPPT-Contents\151119-com-Computer Desk\png\노트북.png"/>
            <p:cNvPicPr/>
            <p:nvPr/>
          </p:nvPicPr>
          <p:blipFill>
            <a:blip r:embed="rId1"/>
            <a:stretch/>
          </p:blipFill>
          <p:spPr>
            <a:xfrm rot="2748000">
              <a:off x="7809480" y="2201400"/>
              <a:ext cx="3168720" cy="27219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32" name="Freeform 2"/>
            <p:cNvSpPr/>
            <p:nvPr/>
          </p:nvSpPr>
          <p:spPr>
            <a:xfrm>
              <a:off x="9073440" y="1658520"/>
              <a:ext cx="2255040" cy="2437920"/>
            </a:xfrm>
            <a:custGeom>
              <a:avLst/>
              <a:gdLst>
                <a:gd name="textAreaLeft" fmla="*/ 0 w 2255040"/>
                <a:gd name="textAreaRight" fmla="*/ 2255400 w 2255040"/>
                <a:gd name="textAreaTop" fmla="*/ 0 h 2437920"/>
                <a:gd name="textAreaBottom" fmla="*/ 2438280 h 2437920"/>
              </a:gdLst>
              <a:ahLst/>
              <a:rect l="textAreaLeft" t="textAreaTop" r="textAreaRight" b="textAreaBottom"/>
              <a:pathLst>
                <a:path w="2255520" h="2438400">
                  <a:moveTo>
                    <a:pt x="223520" y="0"/>
                  </a:moveTo>
                  <a:lnTo>
                    <a:pt x="2255520" y="2052320"/>
                  </a:lnTo>
                  <a:lnTo>
                    <a:pt x="1696720" y="2438400"/>
                  </a:lnTo>
                  <a:lnTo>
                    <a:pt x="0" y="716280"/>
                  </a:lnTo>
                  <a:lnTo>
                    <a:pt x="223520" y="0"/>
                  </a:lnTo>
                  <a:close/>
                </a:path>
              </a:pathLst>
            </a:custGeom>
            <a:solidFill>
              <a:schemeClr val="tx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grpSp>
        <p:nvGrpSpPr>
          <p:cNvPr id="933" name="Group 10"/>
          <p:cNvGrpSpPr/>
          <p:nvPr/>
        </p:nvGrpSpPr>
        <p:grpSpPr>
          <a:xfrm>
            <a:off x="1559880" y="2068920"/>
            <a:ext cx="4968720" cy="462600"/>
            <a:chOff x="1559880" y="2068920"/>
            <a:chExt cx="4968720" cy="462600"/>
          </a:xfrm>
        </p:grpSpPr>
        <p:sp>
          <p:nvSpPr>
            <p:cNvPr id="934" name="TextBox 11"/>
            <p:cNvSpPr/>
            <p:nvPr/>
          </p:nvSpPr>
          <p:spPr>
            <a:xfrm>
              <a:off x="1559880" y="2259000"/>
              <a:ext cx="496872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HY견명조"/>
                </a:rPr>
                <a:t>Get a modern PowerPoint  Presentation that is beautifully designed.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5" name="TextBox 12"/>
            <p:cNvSpPr/>
            <p:nvPr/>
          </p:nvSpPr>
          <p:spPr>
            <a:xfrm>
              <a:off x="1559880" y="2068920"/>
              <a:ext cx="496872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Contents Title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36" name="Group 13"/>
          <p:cNvGrpSpPr/>
          <p:nvPr/>
        </p:nvGrpSpPr>
        <p:grpSpPr>
          <a:xfrm>
            <a:off x="2336400" y="2915640"/>
            <a:ext cx="4968720" cy="462600"/>
            <a:chOff x="2336400" y="2915640"/>
            <a:chExt cx="4968720" cy="462600"/>
          </a:xfrm>
        </p:grpSpPr>
        <p:sp>
          <p:nvSpPr>
            <p:cNvPr id="937" name="TextBox 14"/>
            <p:cNvSpPr/>
            <p:nvPr/>
          </p:nvSpPr>
          <p:spPr>
            <a:xfrm>
              <a:off x="2336400" y="3105720"/>
              <a:ext cx="496872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HY견명조"/>
                </a:rPr>
                <a:t>Get a modern PowerPoint  Presentation that is beautifully designed.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8" name="TextBox 15"/>
            <p:cNvSpPr/>
            <p:nvPr/>
          </p:nvSpPr>
          <p:spPr>
            <a:xfrm>
              <a:off x="2336400" y="2915640"/>
              <a:ext cx="496872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Contents Title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39" name="Group 16"/>
          <p:cNvGrpSpPr/>
          <p:nvPr/>
        </p:nvGrpSpPr>
        <p:grpSpPr>
          <a:xfrm>
            <a:off x="3117960" y="3762360"/>
            <a:ext cx="4968720" cy="462960"/>
            <a:chOff x="3117960" y="3762360"/>
            <a:chExt cx="4968720" cy="462960"/>
          </a:xfrm>
        </p:grpSpPr>
        <p:sp>
          <p:nvSpPr>
            <p:cNvPr id="940" name="TextBox 17"/>
            <p:cNvSpPr/>
            <p:nvPr/>
          </p:nvSpPr>
          <p:spPr>
            <a:xfrm>
              <a:off x="3117960" y="3952800"/>
              <a:ext cx="496872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HY견명조"/>
                </a:rPr>
                <a:t>Get a modern PowerPoint  Presentation that is beautifully designed.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1" name="TextBox 18"/>
            <p:cNvSpPr/>
            <p:nvPr/>
          </p:nvSpPr>
          <p:spPr>
            <a:xfrm>
              <a:off x="3117960" y="3762360"/>
              <a:ext cx="496872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Contents Title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42" name="Group 19"/>
          <p:cNvGrpSpPr/>
          <p:nvPr/>
        </p:nvGrpSpPr>
        <p:grpSpPr>
          <a:xfrm>
            <a:off x="3873600" y="4618800"/>
            <a:ext cx="4968720" cy="462600"/>
            <a:chOff x="3873600" y="4618800"/>
            <a:chExt cx="4968720" cy="462600"/>
          </a:xfrm>
        </p:grpSpPr>
        <p:sp>
          <p:nvSpPr>
            <p:cNvPr id="943" name="TextBox 20"/>
            <p:cNvSpPr/>
            <p:nvPr/>
          </p:nvSpPr>
          <p:spPr>
            <a:xfrm>
              <a:off x="3873600" y="4808880"/>
              <a:ext cx="496872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HY견명조"/>
                </a:rPr>
                <a:t>Get a modern PowerPoint  Presentation that is beautifully designed.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4" name="TextBox 21"/>
            <p:cNvSpPr/>
            <p:nvPr/>
          </p:nvSpPr>
          <p:spPr>
            <a:xfrm>
              <a:off x="3873600" y="4618800"/>
              <a:ext cx="496872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Contents Title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45" name="Group 22"/>
          <p:cNvGrpSpPr/>
          <p:nvPr/>
        </p:nvGrpSpPr>
        <p:grpSpPr>
          <a:xfrm>
            <a:off x="854640" y="5873760"/>
            <a:ext cx="10482480" cy="693360"/>
            <a:chOff x="854640" y="5873760"/>
            <a:chExt cx="10482480" cy="693360"/>
          </a:xfrm>
        </p:grpSpPr>
        <p:sp>
          <p:nvSpPr>
            <p:cNvPr id="946" name="TextBox 23"/>
            <p:cNvSpPr/>
            <p:nvPr/>
          </p:nvSpPr>
          <p:spPr>
            <a:xfrm>
              <a:off x="854640" y="6111720"/>
              <a:ext cx="104824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Presentations. Easy to change colors, photos and Text. I hope and I believe that this Template will your Time, Money and Reputation.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7" name="TextBox 24"/>
            <p:cNvSpPr/>
            <p:nvPr/>
          </p:nvSpPr>
          <p:spPr>
            <a:xfrm>
              <a:off x="854640" y="5873760"/>
              <a:ext cx="1048248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Add Contents Title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48" name="Rounded Rectangle 27"/>
          <p:cNvSpPr/>
          <p:nvPr/>
        </p:nvSpPr>
        <p:spPr>
          <a:xfrm>
            <a:off x="1945080" y="2998080"/>
            <a:ext cx="350280" cy="268920"/>
          </a:xfrm>
          <a:custGeom>
            <a:avLst/>
            <a:gdLst>
              <a:gd name="textAreaLeft" fmla="*/ 0 w 350280"/>
              <a:gd name="textAreaRight" fmla="*/ 350640 w 350280"/>
              <a:gd name="textAreaTop" fmla="*/ 0 h 268920"/>
              <a:gd name="textAreaBottom" fmla="*/ 269280 h 268920"/>
            </a:gdLst>
            <a:ahLst/>
            <a:rect l="textAreaLeft" t="textAreaTop" r="textAreaRight" b="textAreaBottom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49" name="Rounded Rectangle 7"/>
          <p:cNvSpPr/>
          <p:nvPr/>
        </p:nvSpPr>
        <p:spPr>
          <a:xfrm>
            <a:off x="1138320" y="2102040"/>
            <a:ext cx="356040" cy="307440"/>
          </a:xfrm>
          <a:custGeom>
            <a:avLst/>
            <a:gdLst>
              <a:gd name="textAreaLeft" fmla="*/ 0 w 356040"/>
              <a:gd name="textAreaRight" fmla="*/ 356400 w 356040"/>
              <a:gd name="textAreaTop" fmla="*/ 0 h 307440"/>
              <a:gd name="textAreaBottom" fmla="*/ 307800 h 307440"/>
            </a:gdLst>
            <a:ahLst/>
            <a:rect l="textAreaLeft" t="textAreaTop" r="textAreaRight" b="textAreaBottom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50" name="Rectangle 16"/>
          <p:cNvSpPr/>
          <p:nvPr/>
        </p:nvSpPr>
        <p:spPr>
          <a:xfrm rot="2700000">
            <a:off x="3535200" y="4646520"/>
            <a:ext cx="250200" cy="448560"/>
          </a:xfrm>
          <a:custGeom>
            <a:avLst/>
            <a:gdLst>
              <a:gd name="textAreaLeft" fmla="*/ 0 w 250200"/>
              <a:gd name="textAreaRight" fmla="*/ 250560 w 250200"/>
              <a:gd name="textAreaTop" fmla="*/ 0 h 448560"/>
              <a:gd name="textAreaBottom" fmla="*/ 448920 h 448560"/>
            </a:gdLst>
            <a:ahLst/>
            <a:rect l="textAreaLeft" t="textAreaTop" r="textAreaRight" b="textAreaBottom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51" name="Rectangle 9"/>
          <p:cNvSpPr/>
          <p:nvPr/>
        </p:nvSpPr>
        <p:spPr>
          <a:xfrm>
            <a:off x="2720160" y="3834360"/>
            <a:ext cx="338760" cy="317160"/>
          </a:xfrm>
          <a:custGeom>
            <a:avLst/>
            <a:gdLst>
              <a:gd name="textAreaLeft" fmla="*/ 0 w 338760"/>
              <a:gd name="textAreaRight" fmla="*/ 339120 w 338760"/>
              <a:gd name="textAreaTop" fmla="*/ 0 h 317160"/>
              <a:gd name="textAreaBottom" fmla="*/ 317520 h 317160"/>
            </a:gdLst>
            <a:ahLst/>
            <a:rect l="textAreaLeft" t="textAreaTop" r="textAreaRight" b="textAreaBottom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Infographic Style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953" name="Group 2"/>
          <p:cNvGrpSpPr/>
          <p:nvPr/>
        </p:nvGrpSpPr>
        <p:grpSpPr>
          <a:xfrm>
            <a:off x="965880" y="9000"/>
            <a:ext cx="10305000" cy="6594840"/>
            <a:chOff x="965880" y="9000"/>
            <a:chExt cx="10305000" cy="6594840"/>
          </a:xfrm>
        </p:grpSpPr>
        <p:sp>
          <p:nvSpPr>
            <p:cNvPr id="954" name="Rectangle 3"/>
            <p:cNvSpPr/>
            <p:nvPr/>
          </p:nvSpPr>
          <p:spPr>
            <a:xfrm rot="16200000">
              <a:off x="1813320" y="3040560"/>
              <a:ext cx="193320" cy="18882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955" name="Rectangle 4"/>
            <p:cNvSpPr/>
            <p:nvPr/>
          </p:nvSpPr>
          <p:spPr>
            <a:xfrm rot="10800000">
              <a:off x="2625840" y="3887640"/>
              <a:ext cx="235800" cy="15487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956" name="Rectangle 5"/>
            <p:cNvSpPr/>
            <p:nvPr/>
          </p:nvSpPr>
          <p:spPr>
            <a:xfrm rot="16200000">
              <a:off x="3472920" y="4395600"/>
              <a:ext cx="193320" cy="18882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957" name="Rectangle 6"/>
            <p:cNvSpPr/>
            <p:nvPr/>
          </p:nvSpPr>
          <p:spPr>
            <a:xfrm rot="10800000">
              <a:off x="4278960" y="3113280"/>
              <a:ext cx="235800" cy="23230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958" name="Rectangle 7"/>
            <p:cNvSpPr/>
            <p:nvPr/>
          </p:nvSpPr>
          <p:spPr>
            <a:xfrm rot="16200000">
              <a:off x="5165640" y="2269080"/>
              <a:ext cx="193320" cy="18882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959" name="Rectangle 8"/>
            <p:cNvSpPr/>
            <p:nvPr/>
          </p:nvSpPr>
          <p:spPr>
            <a:xfrm rot="10800000">
              <a:off x="5982120" y="3116520"/>
              <a:ext cx="235800" cy="15487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960" name="Rectangle 9"/>
            <p:cNvSpPr/>
            <p:nvPr/>
          </p:nvSpPr>
          <p:spPr>
            <a:xfrm rot="16200000">
              <a:off x="6859800" y="3632760"/>
              <a:ext cx="193320" cy="18882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961" name="Rectangle 10"/>
            <p:cNvSpPr/>
            <p:nvPr/>
          </p:nvSpPr>
          <p:spPr>
            <a:xfrm rot="10800000">
              <a:off x="7665120" y="2342160"/>
              <a:ext cx="235800" cy="23230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962" name="Rectangle 11"/>
            <p:cNvSpPr/>
            <p:nvPr/>
          </p:nvSpPr>
          <p:spPr>
            <a:xfrm rot="16200000">
              <a:off x="8538120" y="1498320"/>
              <a:ext cx="193320" cy="18882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963" name="Rectangle 12"/>
            <p:cNvSpPr/>
            <p:nvPr/>
          </p:nvSpPr>
          <p:spPr>
            <a:xfrm rot="10800000">
              <a:off x="9352080" y="2345760"/>
              <a:ext cx="235800" cy="15487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964" name="Rectangle 13"/>
            <p:cNvSpPr/>
            <p:nvPr/>
          </p:nvSpPr>
          <p:spPr>
            <a:xfrm rot="16200000">
              <a:off x="10229760" y="2850480"/>
              <a:ext cx="193320" cy="18882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965" name="Rectangle 14"/>
            <p:cNvSpPr/>
            <p:nvPr/>
          </p:nvSpPr>
          <p:spPr>
            <a:xfrm rot="10800000">
              <a:off x="11035080" y="9000"/>
              <a:ext cx="235800" cy="38854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966" name="Rectangle 15"/>
            <p:cNvSpPr/>
            <p:nvPr/>
          </p:nvSpPr>
          <p:spPr>
            <a:xfrm rot="10800000">
              <a:off x="965880" y="3903120"/>
              <a:ext cx="235800" cy="27007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sp>
        <p:nvSpPr>
          <p:cNvPr id="967" name="Rectangle 16"/>
          <p:cNvSpPr/>
          <p:nvPr/>
        </p:nvSpPr>
        <p:spPr>
          <a:xfrm>
            <a:off x="3049560" y="4233600"/>
            <a:ext cx="1079640" cy="899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68" name="Rectangle 17"/>
          <p:cNvSpPr/>
          <p:nvPr/>
        </p:nvSpPr>
        <p:spPr>
          <a:xfrm>
            <a:off x="1365480" y="4235040"/>
            <a:ext cx="1079640" cy="899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69" name="Rectangle 18"/>
          <p:cNvSpPr/>
          <p:nvPr/>
        </p:nvSpPr>
        <p:spPr>
          <a:xfrm>
            <a:off x="6417000" y="3450600"/>
            <a:ext cx="1079640" cy="899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70" name="Rectangle 19"/>
          <p:cNvSpPr/>
          <p:nvPr/>
        </p:nvSpPr>
        <p:spPr>
          <a:xfrm>
            <a:off x="4733280" y="3450600"/>
            <a:ext cx="1079640" cy="899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71" name="Rectangle 20"/>
          <p:cNvSpPr/>
          <p:nvPr/>
        </p:nvSpPr>
        <p:spPr>
          <a:xfrm>
            <a:off x="9784800" y="2682720"/>
            <a:ext cx="1079640" cy="8996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72" name="Rectangle 21"/>
          <p:cNvSpPr/>
          <p:nvPr/>
        </p:nvSpPr>
        <p:spPr>
          <a:xfrm>
            <a:off x="8100720" y="2682720"/>
            <a:ext cx="1079640" cy="8996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73" name="Rectangle 22"/>
          <p:cNvSpPr/>
          <p:nvPr/>
        </p:nvSpPr>
        <p:spPr>
          <a:xfrm>
            <a:off x="1375920" y="3267360"/>
            <a:ext cx="539640" cy="539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74" name="Rectangle 23"/>
          <p:cNvSpPr/>
          <p:nvPr/>
        </p:nvSpPr>
        <p:spPr>
          <a:xfrm>
            <a:off x="3590280" y="5567400"/>
            <a:ext cx="539640" cy="539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75" name="Rectangle 24"/>
          <p:cNvSpPr/>
          <p:nvPr/>
        </p:nvSpPr>
        <p:spPr>
          <a:xfrm>
            <a:off x="4721760" y="2440800"/>
            <a:ext cx="539640" cy="539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76" name="Rectangle 25"/>
          <p:cNvSpPr/>
          <p:nvPr/>
        </p:nvSpPr>
        <p:spPr>
          <a:xfrm>
            <a:off x="8636040" y="1699200"/>
            <a:ext cx="539640" cy="5396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77" name="Rectangle 26"/>
          <p:cNvSpPr/>
          <p:nvPr/>
        </p:nvSpPr>
        <p:spPr>
          <a:xfrm>
            <a:off x="10078200" y="4066920"/>
            <a:ext cx="539640" cy="5396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78" name="Rectangle 27"/>
          <p:cNvSpPr/>
          <p:nvPr/>
        </p:nvSpPr>
        <p:spPr>
          <a:xfrm>
            <a:off x="6946560" y="4919760"/>
            <a:ext cx="539640" cy="539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979" name="TextBox 28"/>
          <p:cNvSpPr/>
          <p:nvPr/>
        </p:nvSpPr>
        <p:spPr>
          <a:xfrm>
            <a:off x="1441440" y="3309120"/>
            <a:ext cx="4082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Arial Unicode MS"/>
              </a:rPr>
              <a:t>1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0" name="TextBox 29"/>
          <p:cNvSpPr/>
          <p:nvPr/>
        </p:nvSpPr>
        <p:spPr>
          <a:xfrm>
            <a:off x="3656160" y="5609520"/>
            <a:ext cx="4082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Arial Unicode MS"/>
              </a:rPr>
              <a:t>2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TextBox 30"/>
          <p:cNvSpPr/>
          <p:nvPr/>
        </p:nvSpPr>
        <p:spPr>
          <a:xfrm>
            <a:off x="7012440" y="4961880"/>
            <a:ext cx="4082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Arial Unicode MS"/>
              </a:rPr>
              <a:t>4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TextBox 31"/>
          <p:cNvSpPr/>
          <p:nvPr/>
        </p:nvSpPr>
        <p:spPr>
          <a:xfrm>
            <a:off x="10143720" y="4109040"/>
            <a:ext cx="4082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Arial Unicode MS"/>
              </a:rPr>
              <a:t>6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3" name="TextBox 32"/>
          <p:cNvSpPr/>
          <p:nvPr/>
        </p:nvSpPr>
        <p:spPr>
          <a:xfrm>
            <a:off x="4787280" y="2482560"/>
            <a:ext cx="4082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Arial Unicode MS"/>
              </a:rPr>
              <a:t>3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TextBox 33"/>
          <p:cNvSpPr/>
          <p:nvPr/>
        </p:nvSpPr>
        <p:spPr>
          <a:xfrm>
            <a:off x="8701920" y="1740960"/>
            <a:ext cx="4082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Arial Unicode MS"/>
              </a:rPr>
              <a:t>5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85" name="Group 34"/>
          <p:cNvGrpSpPr/>
          <p:nvPr/>
        </p:nvGrpSpPr>
        <p:grpSpPr>
          <a:xfrm>
            <a:off x="2013840" y="2922120"/>
            <a:ext cx="1888200" cy="893880"/>
            <a:chOff x="2013840" y="2922120"/>
            <a:chExt cx="1888200" cy="893880"/>
          </a:xfrm>
        </p:grpSpPr>
        <p:sp>
          <p:nvSpPr>
            <p:cNvPr id="986" name="TextBox 35"/>
            <p:cNvSpPr/>
            <p:nvPr/>
          </p:nvSpPr>
          <p:spPr>
            <a:xfrm>
              <a:off x="2013840" y="2922120"/>
              <a:ext cx="188820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 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87" name="TextBox 36"/>
            <p:cNvSpPr/>
            <p:nvPr/>
          </p:nvSpPr>
          <p:spPr>
            <a:xfrm>
              <a:off x="2013840" y="3177720"/>
              <a:ext cx="18882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zing.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88" name="Group 37"/>
          <p:cNvGrpSpPr/>
          <p:nvPr/>
        </p:nvGrpSpPr>
        <p:grpSpPr>
          <a:xfrm>
            <a:off x="5354280" y="2143080"/>
            <a:ext cx="1888200" cy="893880"/>
            <a:chOff x="5354280" y="2143080"/>
            <a:chExt cx="1888200" cy="893880"/>
          </a:xfrm>
        </p:grpSpPr>
        <p:sp>
          <p:nvSpPr>
            <p:cNvPr id="989" name="TextBox 38"/>
            <p:cNvSpPr/>
            <p:nvPr/>
          </p:nvSpPr>
          <p:spPr>
            <a:xfrm>
              <a:off x="5354280" y="2143080"/>
              <a:ext cx="188820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 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0" name="TextBox 39"/>
            <p:cNvSpPr/>
            <p:nvPr/>
          </p:nvSpPr>
          <p:spPr>
            <a:xfrm>
              <a:off x="5354280" y="2398680"/>
              <a:ext cx="18882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zing.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91" name="Group 40"/>
          <p:cNvGrpSpPr/>
          <p:nvPr/>
        </p:nvGrpSpPr>
        <p:grpSpPr>
          <a:xfrm>
            <a:off x="9263880" y="1429920"/>
            <a:ext cx="1810440" cy="893880"/>
            <a:chOff x="9263880" y="1429920"/>
            <a:chExt cx="1810440" cy="893880"/>
          </a:xfrm>
        </p:grpSpPr>
        <p:sp>
          <p:nvSpPr>
            <p:cNvPr id="992" name="TextBox 41"/>
            <p:cNvSpPr/>
            <p:nvPr/>
          </p:nvSpPr>
          <p:spPr>
            <a:xfrm>
              <a:off x="9263880" y="1429920"/>
              <a:ext cx="1810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 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3" name="TextBox 42"/>
            <p:cNvSpPr/>
            <p:nvPr/>
          </p:nvSpPr>
          <p:spPr>
            <a:xfrm>
              <a:off x="9263880" y="1685520"/>
              <a:ext cx="181044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zing.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94" name="Group 43"/>
          <p:cNvGrpSpPr/>
          <p:nvPr/>
        </p:nvGrpSpPr>
        <p:grpSpPr>
          <a:xfrm>
            <a:off x="4223880" y="5475240"/>
            <a:ext cx="1888200" cy="893880"/>
            <a:chOff x="4223880" y="5475240"/>
            <a:chExt cx="1888200" cy="893880"/>
          </a:xfrm>
        </p:grpSpPr>
        <p:sp>
          <p:nvSpPr>
            <p:cNvPr id="995" name="TextBox 44"/>
            <p:cNvSpPr/>
            <p:nvPr/>
          </p:nvSpPr>
          <p:spPr>
            <a:xfrm>
              <a:off x="4223880" y="5475240"/>
              <a:ext cx="188820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 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6" name="TextBox 45"/>
            <p:cNvSpPr/>
            <p:nvPr/>
          </p:nvSpPr>
          <p:spPr>
            <a:xfrm>
              <a:off x="4223880" y="5730840"/>
              <a:ext cx="18882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zing.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97" name="Group 46"/>
          <p:cNvGrpSpPr/>
          <p:nvPr/>
        </p:nvGrpSpPr>
        <p:grpSpPr>
          <a:xfrm>
            <a:off x="7580520" y="4866840"/>
            <a:ext cx="1888200" cy="893880"/>
            <a:chOff x="7580520" y="4866840"/>
            <a:chExt cx="1888200" cy="893880"/>
          </a:xfrm>
        </p:grpSpPr>
        <p:sp>
          <p:nvSpPr>
            <p:cNvPr id="998" name="TextBox 47"/>
            <p:cNvSpPr/>
            <p:nvPr/>
          </p:nvSpPr>
          <p:spPr>
            <a:xfrm>
              <a:off x="7580520" y="4866840"/>
              <a:ext cx="188820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 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9" name="TextBox 48"/>
            <p:cNvSpPr/>
            <p:nvPr/>
          </p:nvSpPr>
          <p:spPr>
            <a:xfrm>
              <a:off x="7580520" y="5122440"/>
              <a:ext cx="18882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zing.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00" name="Group 49"/>
          <p:cNvGrpSpPr/>
          <p:nvPr/>
        </p:nvGrpSpPr>
        <p:grpSpPr>
          <a:xfrm>
            <a:off x="9547200" y="4692240"/>
            <a:ext cx="1888200" cy="893880"/>
            <a:chOff x="9547200" y="4692240"/>
            <a:chExt cx="1888200" cy="893880"/>
          </a:xfrm>
        </p:grpSpPr>
        <p:sp>
          <p:nvSpPr>
            <p:cNvPr id="1001" name="TextBox 50"/>
            <p:cNvSpPr/>
            <p:nvPr/>
          </p:nvSpPr>
          <p:spPr>
            <a:xfrm>
              <a:off x="9547200" y="4692240"/>
              <a:ext cx="188820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Content 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2" name="TextBox 51"/>
            <p:cNvSpPr/>
            <p:nvPr/>
          </p:nvSpPr>
          <p:spPr>
            <a:xfrm>
              <a:off x="9547200" y="4947840"/>
              <a:ext cx="18882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zing.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03" name="Rectangle 16"/>
          <p:cNvSpPr/>
          <p:nvPr/>
        </p:nvSpPr>
        <p:spPr>
          <a:xfrm rot="2700000">
            <a:off x="3457440" y="4434840"/>
            <a:ext cx="265680" cy="476280"/>
          </a:xfrm>
          <a:custGeom>
            <a:avLst/>
            <a:gdLst>
              <a:gd name="textAreaLeft" fmla="*/ 0 w 265680"/>
              <a:gd name="textAreaRight" fmla="*/ 266040 w 265680"/>
              <a:gd name="textAreaTop" fmla="*/ 0 h 476280"/>
              <a:gd name="textAreaBottom" fmla="*/ 476640 h 476280"/>
            </a:gdLst>
            <a:ahLst/>
            <a:rect l="textAreaLeft" t="textAreaTop" r="textAreaRight" b="textAreaBottom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004" name="Rectangle 9"/>
          <p:cNvSpPr/>
          <p:nvPr/>
        </p:nvSpPr>
        <p:spPr>
          <a:xfrm>
            <a:off x="1751040" y="4528080"/>
            <a:ext cx="329040" cy="308160"/>
          </a:xfrm>
          <a:custGeom>
            <a:avLst/>
            <a:gdLst>
              <a:gd name="textAreaLeft" fmla="*/ 0 w 329040"/>
              <a:gd name="textAreaRight" fmla="*/ 329400 w 329040"/>
              <a:gd name="textAreaTop" fmla="*/ 0 h 308160"/>
              <a:gd name="textAreaBottom" fmla="*/ 308520 h 308160"/>
            </a:gdLst>
            <a:ahLst/>
            <a:rect l="textAreaLeft" t="textAreaTop" r="textAreaRight" b="textAreaBottom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005" name="Rectangle 9"/>
          <p:cNvSpPr/>
          <p:nvPr/>
        </p:nvSpPr>
        <p:spPr>
          <a:xfrm>
            <a:off x="10132560" y="2947680"/>
            <a:ext cx="371520" cy="370800"/>
          </a:xfrm>
          <a:custGeom>
            <a:avLst/>
            <a:gdLst>
              <a:gd name="textAreaLeft" fmla="*/ 0 w 371520"/>
              <a:gd name="textAreaRight" fmla="*/ 371880 w 371520"/>
              <a:gd name="textAreaTop" fmla="*/ 0 h 370800"/>
              <a:gd name="textAreaBottom" fmla="*/ 371160 h 370800"/>
            </a:gdLst>
            <a:ahLst/>
            <a:rect l="textAreaLeft" t="textAreaTop" r="textAreaRight" b="textAreaBottom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006" name="Rectangle 36"/>
          <p:cNvSpPr/>
          <p:nvPr/>
        </p:nvSpPr>
        <p:spPr>
          <a:xfrm>
            <a:off x="5065920" y="3728880"/>
            <a:ext cx="389160" cy="325080"/>
          </a:xfrm>
          <a:custGeom>
            <a:avLst/>
            <a:gdLst>
              <a:gd name="textAreaLeft" fmla="*/ 0 w 389160"/>
              <a:gd name="textAreaRight" fmla="*/ 389520 w 389160"/>
              <a:gd name="textAreaTop" fmla="*/ 0 h 325080"/>
              <a:gd name="textAreaBottom" fmla="*/ 325440 h 325080"/>
            </a:gdLst>
            <a:ahLst/>
            <a:rect l="textAreaLeft" t="textAreaTop" r="textAreaRight" b="textAreaBottom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007" name="Round Same Side Corner Rectangle 36"/>
          <p:cNvSpPr/>
          <p:nvPr/>
        </p:nvSpPr>
        <p:spPr>
          <a:xfrm>
            <a:off x="8443440" y="2972160"/>
            <a:ext cx="395640" cy="312840"/>
          </a:xfrm>
          <a:custGeom>
            <a:avLst/>
            <a:gdLst>
              <a:gd name="textAreaLeft" fmla="*/ 0 w 395640"/>
              <a:gd name="textAreaRight" fmla="*/ 396000 w 395640"/>
              <a:gd name="textAreaTop" fmla="*/ 0 h 312840"/>
              <a:gd name="textAreaBottom" fmla="*/ 313200 h 312840"/>
            </a:gdLst>
            <a:ahLst/>
            <a:rect l="textAreaLeft" t="textAreaTop" r="textAreaRight" b="textAreaBottom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008" name="Oval 21"/>
          <p:cNvSpPr/>
          <p:nvPr/>
        </p:nvSpPr>
        <p:spPr>
          <a:xfrm>
            <a:off x="6752880" y="3709800"/>
            <a:ext cx="381600" cy="384840"/>
          </a:xfrm>
          <a:custGeom>
            <a:avLst/>
            <a:gdLst>
              <a:gd name="textAreaLeft" fmla="*/ 0 w 381600"/>
              <a:gd name="textAreaRight" fmla="*/ 381960 w 381600"/>
              <a:gd name="textAreaTop" fmla="*/ 0 h 384840"/>
              <a:gd name="textAreaBottom" fmla="*/ 385200 h 384840"/>
            </a:gdLst>
            <a:ahLst/>
            <a:rect l="textAreaLeft" t="textAreaTop" r="textAreaRight" b="textAreaBottom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Infographic Style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10" name="Chevron 2"/>
          <p:cNvSpPr/>
          <p:nvPr/>
        </p:nvSpPr>
        <p:spPr>
          <a:xfrm rot="5400000">
            <a:off x="803520" y="2349720"/>
            <a:ext cx="348480" cy="344160"/>
          </a:xfrm>
          <a:custGeom>
            <a:avLst/>
            <a:gdLst>
              <a:gd name="textAreaLeft" fmla="*/ 0 w 348480"/>
              <a:gd name="textAreaRight" fmla="*/ 348840 w 348480"/>
              <a:gd name="textAreaTop" fmla="*/ 0 h 344160"/>
              <a:gd name="textAreaBottom" fmla="*/ 344520 h 344160"/>
            </a:gdLst>
            <a:ahLst/>
            <a:rect l="textAreaLeft" t="textAreaTop" r="textAreaRight" b="textAreaBottom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011" name="Chevron 2"/>
          <p:cNvSpPr/>
          <p:nvPr/>
        </p:nvSpPr>
        <p:spPr>
          <a:xfrm rot="5400000">
            <a:off x="803520" y="2948040"/>
            <a:ext cx="348480" cy="344160"/>
          </a:xfrm>
          <a:custGeom>
            <a:avLst/>
            <a:gdLst>
              <a:gd name="textAreaLeft" fmla="*/ 0 w 348480"/>
              <a:gd name="textAreaRight" fmla="*/ 348840 w 348480"/>
              <a:gd name="textAreaTop" fmla="*/ 0 h 344160"/>
              <a:gd name="textAreaBottom" fmla="*/ 344520 h 344160"/>
            </a:gdLst>
            <a:ahLst/>
            <a:rect l="textAreaLeft" t="textAreaTop" r="textAreaRight" b="textAreaBottom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012" name="Chevron 2"/>
          <p:cNvSpPr/>
          <p:nvPr/>
        </p:nvSpPr>
        <p:spPr>
          <a:xfrm rot="5400000">
            <a:off x="803520" y="3546360"/>
            <a:ext cx="348480" cy="344160"/>
          </a:xfrm>
          <a:custGeom>
            <a:avLst/>
            <a:gdLst>
              <a:gd name="textAreaLeft" fmla="*/ 0 w 348480"/>
              <a:gd name="textAreaRight" fmla="*/ 348840 w 348480"/>
              <a:gd name="textAreaTop" fmla="*/ 0 h 344160"/>
              <a:gd name="textAreaBottom" fmla="*/ 344520 h 344160"/>
            </a:gdLst>
            <a:ahLst/>
            <a:rect l="textAreaLeft" t="textAreaTop" r="textAreaRight" b="textAreaBottom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013" name="Chevron 2"/>
          <p:cNvSpPr/>
          <p:nvPr/>
        </p:nvSpPr>
        <p:spPr>
          <a:xfrm rot="5400000">
            <a:off x="803520" y="4144680"/>
            <a:ext cx="348480" cy="344160"/>
          </a:xfrm>
          <a:custGeom>
            <a:avLst/>
            <a:gdLst>
              <a:gd name="textAreaLeft" fmla="*/ 0 w 348480"/>
              <a:gd name="textAreaRight" fmla="*/ 348840 w 348480"/>
              <a:gd name="textAreaTop" fmla="*/ 0 h 344160"/>
              <a:gd name="textAreaBottom" fmla="*/ 344520 h 344160"/>
            </a:gdLst>
            <a:ahLst/>
            <a:rect l="textAreaLeft" t="textAreaTop" r="textAreaRight" b="textAreaBottom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014" name="TextBox 10"/>
          <p:cNvSpPr/>
          <p:nvPr/>
        </p:nvSpPr>
        <p:spPr>
          <a:xfrm>
            <a:off x="1237320" y="2383560"/>
            <a:ext cx="4715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Arial"/>
                <a:ea typeface="Arial Unicode MS"/>
              </a:rPr>
              <a:t>Get a modern PowerPoint  Presentation that is beautifully designed.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TextBox 11"/>
          <p:cNvSpPr/>
          <p:nvPr/>
        </p:nvSpPr>
        <p:spPr>
          <a:xfrm>
            <a:off x="1237320" y="2981880"/>
            <a:ext cx="4715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Arial"/>
                <a:ea typeface="Arial Unicode MS"/>
              </a:rPr>
              <a:t>Get a modern PowerPoint  Presentation that is beautifully designed.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6" name="TextBox 12"/>
          <p:cNvSpPr/>
          <p:nvPr/>
        </p:nvSpPr>
        <p:spPr>
          <a:xfrm>
            <a:off x="1237320" y="3580200"/>
            <a:ext cx="4715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Arial"/>
                <a:ea typeface="Arial Unicode MS"/>
              </a:rPr>
              <a:t>Get a modern PowerPoint  Presentation that is beautifully designed.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TextBox 13"/>
          <p:cNvSpPr/>
          <p:nvPr/>
        </p:nvSpPr>
        <p:spPr>
          <a:xfrm>
            <a:off x="1237320" y="4178520"/>
            <a:ext cx="4715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Arial"/>
                <a:ea typeface="Arial Unicode MS"/>
              </a:rPr>
              <a:t>Get a modern PowerPoint  Presentation that is beautifully designed.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" name="Oval 11"/>
          <p:cNvSpPr/>
          <p:nvPr/>
        </p:nvSpPr>
        <p:spPr>
          <a:xfrm>
            <a:off x="1583640" y="5329440"/>
            <a:ext cx="633600" cy="633600"/>
          </a:xfrm>
          <a:prstGeom prst="rect">
            <a:avLst/>
          </a:prstGeom>
          <a:solidFill>
            <a:schemeClr val="accent5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019" name="Oval 12"/>
          <p:cNvSpPr/>
          <p:nvPr/>
        </p:nvSpPr>
        <p:spPr>
          <a:xfrm>
            <a:off x="3725640" y="5329440"/>
            <a:ext cx="633600" cy="633600"/>
          </a:xfrm>
          <a:prstGeom prst="rect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020" name="Oval 13"/>
          <p:cNvSpPr/>
          <p:nvPr/>
        </p:nvSpPr>
        <p:spPr>
          <a:xfrm>
            <a:off x="5868000" y="5329440"/>
            <a:ext cx="633600" cy="633600"/>
          </a:xfrm>
          <a:prstGeom prst="rect">
            <a:avLst/>
          </a:prstGeom>
          <a:solidFill>
            <a:schemeClr val="accent3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021" name="Oval 14"/>
          <p:cNvSpPr/>
          <p:nvPr/>
        </p:nvSpPr>
        <p:spPr>
          <a:xfrm>
            <a:off x="8053200" y="5329440"/>
            <a:ext cx="633600" cy="633600"/>
          </a:xfrm>
          <a:prstGeom prst="rect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022" name="Oval 15"/>
          <p:cNvSpPr/>
          <p:nvPr/>
        </p:nvSpPr>
        <p:spPr>
          <a:xfrm>
            <a:off x="10195560" y="5329440"/>
            <a:ext cx="633600" cy="6336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023" name="TextBox 19"/>
          <p:cNvSpPr/>
          <p:nvPr/>
        </p:nvSpPr>
        <p:spPr>
          <a:xfrm>
            <a:off x="1173240" y="6142320"/>
            <a:ext cx="1454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Content 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TextBox 20"/>
          <p:cNvSpPr/>
          <p:nvPr/>
        </p:nvSpPr>
        <p:spPr>
          <a:xfrm>
            <a:off x="3313800" y="6142320"/>
            <a:ext cx="1454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Content 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" name="TextBox 21"/>
          <p:cNvSpPr/>
          <p:nvPr/>
        </p:nvSpPr>
        <p:spPr>
          <a:xfrm>
            <a:off x="5497200" y="6142320"/>
            <a:ext cx="1454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Content 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6" name="TextBox 22"/>
          <p:cNvSpPr/>
          <p:nvPr/>
        </p:nvSpPr>
        <p:spPr>
          <a:xfrm>
            <a:off x="7637760" y="6142320"/>
            <a:ext cx="1454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Content 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7" name="TextBox 23"/>
          <p:cNvSpPr/>
          <p:nvPr/>
        </p:nvSpPr>
        <p:spPr>
          <a:xfrm>
            <a:off x="9778320" y="6142320"/>
            <a:ext cx="1454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Content  Here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8" name="Rectangle 16"/>
          <p:cNvSpPr/>
          <p:nvPr/>
        </p:nvSpPr>
        <p:spPr>
          <a:xfrm rot="2700000">
            <a:off x="3918960" y="5417640"/>
            <a:ext cx="265680" cy="476280"/>
          </a:xfrm>
          <a:custGeom>
            <a:avLst/>
            <a:gdLst>
              <a:gd name="textAreaLeft" fmla="*/ 0 w 265680"/>
              <a:gd name="textAreaRight" fmla="*/ 266040 w 265680"/>
              <a:gd name="textAreaTop" fmla="*/ 0 h 476280"/>
              <a:gd name="textAreaBottom" fmla="*/ 476640 h 476280"/>
            </a:gdLst>
            <a:ahLst/>
            <a:rect l="textAreaLeft" t="textAreaTop" r="textAreaRight" b="textAreaBottom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029" name="Rectangle 9"/>
          <p:cNvSpPr/>
          <p:nvPr/>
        </p:nvSpPr>
        <p:spPr>
          <a:xfrm>
            <a:off x="1751040" y="5481720"/>
            <a:ext cx="329040" cy="308160"/>
          </a:xfrm>
          <a:custGeom>
            <a:avLst/>
            <a:gdLst>
              <a:gd name="textAreaLeft" fmla="*/ 0 w 329040"/>
              <a:gd name="textAreaRight" fmla="*/ 329400 w 329040"/>
              <a:gd name="textAreaTop" fmla="*/ 0 h 308160"/>
              <a:gd name="textAreaBottom" fmla="*/ 308520 h 308160"/>
            </a:gdLst>
            <a:ahLst/>
            <a:rect l="textAreaLeft" t="textAreaTop" r="textAreaRight" b="textAreaBottom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030" name="Rectangle 36"/>
          <p:cNvSpPr/>
          <p:nvPr/>
        </p:nvSpPr>
        <p:spPr>
          <a:xfrm>
            <a:off x="6004800" y="5481720"/>
            <a:ext cx="389160" cy="325080"/>
          </a:xfrm>
          <a:custGeom>
            <a:avLst/>
            <a:gdLst>
              <a:gd name="textAreaLeft" fmla="*/ 0 w 389160"/>
              <a:gd name="textAreaRight" fmla="*/ 389520 w 389160"/>
              <a:gd name="textAreaTop" fmla="*/ 0 h 325080"/>
              <a:gd name="textAreaBottom" fmla="*/ 325440 h 325080"/>
            </a:gdLst>
            <a:ahLst/>
            <a:rect l="textAreaLeft" t="textAreaTop" r="textAreaRight" b="textAreaBottom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031" name="Round Same Side Corner Rectangle 36"/>
          <p:cNvSpPr/>
          <p:nvPr/>
        </p:nvSpPr>
        <p:spPr>
          <a:xfrm>
            <a:off x="10314360" y="5494320"/>
            <a:ext cx="395640" cy="312840"/>
          </a:xfrm>
          <a:custGeom>
            <a:avLst/>
            <a:gdLst>
              <a:gd name="textAreaLeft" fmla="*/ 0 w 395640"/>
              <a:gd name="textAreaRight" fmla="*/ 396000 w 395640"/>
              <a:gd name="textAreaTop" fmla="*/ 0 h 312840"/>
              <a:gd name="textAreaBottom" fmla="*/ 313200 h 312840"/>
            </a:gdLst>
            <a:ahLst/>
            <a:rect l="textAreaLeft" t="textAreaTop" r="textAreaRight" b="textAreaBottom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032" name="Oval 21"/>
          <p:cNvSpPr/>
          <p:nvPr/>
        </p:nvSpPr>
        <p:spPr>
          <a:xfrm>
            <a:off x="8160120" y="5475240"/>
            <a:ext cx="381600" cy="384840"/>
          </a:xfrm>
          <a:custGeom>
            <a:avLst/>
            <a:gdLst>
              <a:gd name="textAreaLeft" fmla="*/ 0 w 381600"/>
              <a:gd name="textAreaRight" fmla="*/ 381960 w 381600"/>
              <a:gd name="textAreaTop" fmla="*/ 0 h 384840"/>
              <a:gd name="textAreaBottom" fmla="*/ 385200 h 384840"/>
            </a:gdLst>
            <a:ahLst/>
            <a:rect l="textAreaLeft" t="textAreaTop" r="textAreaRight" b="textAreaBottom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pic>
        <p:nvPicPr>
          <p:cNvPr id="1033" name="Picture Placeholder 3" descr=""/>
          <p:cNvPicPr/>
          <p:nvPr/>
        </p:nvPicPr>
        <p:blipFill>
          <a:blip r:embed="rId1"/>
          <a:stretch/>
        </p:blipFill>
        <p:spPr>
          <a:xfrm>
            <a:off x="7004880" y="1717920"/>
            <a:ext cx="4255560" cy="258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Infographic Style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35" name="Rectangle 2"/>
          <p:cNvSpPr/>
          <p:nvPr/>
        </p:nvSpPr>
        <p:spPr>
          <a:xfrm>
            <a:off x="891360" y="1816560"/>
            <a:ext cx="2376000" cy="4292280"/>
          </a:xfrm>
          <a:prstGeom prst="rect">
            <a:avLst/>
          </a:prstGeom>
          <a:gradFill rotWithShape="0">
            <a:gsLst>
              <a:gs pos="0">
                <a:srgbClr val="ebebeb"/>
              </a:gs>
              <a:gs pos="100000">
                <a:srgbClr val="ffffff"/>
              </a:gs>
            </a:gsLst>
            <a:lin ang="13500000"/>
          </a:gradFill>
          <a:ln w="63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800" spc="-1" strike="noStrike">
              <a:solidFill>
                <a:schemeClr val="dk1">
                  <a:lumMod val="65000"/>
                  <a:lumOff val="3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1036" name="Rectangle 3"/>
          <p:cNvSpPr/>
          <p:nvPr/>
        </p:nvSpPr>
        <p:spPr>
          <a:xfrm>
            <a:off x="3570120" y="1816560"/>
            <a:ext cx="2376000" cy="1187640"/>
          </a:xfrm>
          <a:prstGeom prst="rect">
            <a:avLst/>
          </a:prstGeom>
          <a:gradFill rotWithShape="0">
            <a:gsLst>
              <a:gs pos="0">
                <a:srgbClr val="ebebeb"/>
              </a:gs>
              <a:gs pos="100000">
                <a:srgbClr val="ffffff"/>
              </a:gs>
            </a:gsLst>
            <a:lin ang="13500000"/>
          </a:gradFill>
          <a:ln w="63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800" spc="-1" strike="noStrike">
              <a:solidFill>
                <a:schemeClr val="dk1">
                  <a:lumMod val="65000"/>
                  <a:lumOff val="3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1037" name="Rectangle 4"/>
          <p:cNvSpPr/>
          <p:nvPr/>
        </p:nvSpPr>
        <p:spPr>
          <a:xfrm>
            <a:off x="6278760" y="1816560"/>
            <a:ext cx="2376000" cy="2375640"/>
          </a:xfrm>
          <a:prstGeom prst="rect">
            <a:avLst/>
          </a:prstGeom>
          <a:gradFill rotWithShape="0">
            <a:gsLst>
              <a:gs pos="0">
                <a:srgbClr val="ebebeb"/>
              </a:gs>
              <a:gs pos="100000">
                <a:srgbClr val="ffffff"/>
              </a:gs>
            </a:gsLst>
            <a:lin ang="13500000"/>
          </a:gradFill>
          <a:ln w="63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800" spc="-1" strike="noStrike">
              <a:solidFill>
                <a:schemeClr val="dk1">
                  <a:lumMod val="65000"/>
                  <a:lumOff val="3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1038" name="Rectangle 5"/>
          <p:cNvSpPr/>
          <p:nvPr/>
        </p:nvSpPr>
        <p:spPr>
          <a:xfrm>
            <a:off x="6266160" y="4516560"/>
            <a:ext cx="2376000" cy="1592280"/>
          </a:xfrm>
          <a:prstGeom prst="rect">
            <a:avLst/>
          </a:prstGeom>
          <a:gradFill rotWithShape="0">
            <a:gsLst>
              <a:gs pos="0">
                <a:srgbClr val="ebebeb"/>
              </a:gs>
              <a:gs pos="100000">
                <a:srgbClr val="ffffff"/>
              </a:gs>
            </a:gsLst>
            <a:lin ang="13500000"/>
          </a:gradFill>
          <a:ln w="63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800" spc="-1" strike="noStrike">
              <a:solidFill>
                <a:schemeClr val="dk1">
                  <a:lumMod val="65000"/>
                  <a:lumOff val="3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1039" name="Rectangle 6"/>
          <p:cNvSpPr/>
          <p:nvPr/>
        </p:nvSpPr>
        <p:spPr>
          <a:xfrm>
            <a:off x="3570120" y="3292560"/>
            <a:ext cx="2376000" cy="2816280"/>
          </a:xfrm>
          <a:prstGeom prst="rect">
            <a:avLst/>
          </a:prstGeom>
          <a:gradFill rotWithShape="0">
            <a:gsLst>
              <a:gs pos="0">
                <a:srgbClr val="ebebeb"/>
              </a:gs>
              <a:gs pos="100000">
                <a:srgbClr val="ffffff"/>
              </a:gs>
            </a:gsLst>
            <a:lin ang="13500000"/>
          </a:gradFill>
          <a:ln w="63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800" spc="-1" strike="noStrike">
              <a:solidFill>
                <a:schemeClr val="dk1">
                  <a:lumMod val="65000"/>
                  <a:lumOff val="3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1040" name="Right Arrow 7"/>
          <p:cNvSpPr/>
          <p:nvPr/>
        </p:nvSpPr>
        <p:spPr>
          <a:xfrm>
            <a:off x="3152880" y="2398680"/>
            <a:ext cx="747360" cy="484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041" name="Right Arrow 8"/>
          <p:cNvSpPr/>
          <p:nvPr/>
        </p:nvSpPr>
        <p:spPr>
          <a:xfrm>
            <a:off x="5846040" y="2398680"/>
            <a:ext cx="747360" cy="484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042" name="Right Arrow 9"/>
          <p:cNvSpPr/>
          <p:nvPr/>
        </p:nvSpPr>
        <p:spPr>
          <a:xfrm rot="10800000">
            <a:off x="5617800" y="5391000"/>
            <a:ext cx="747360" cy="484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043" name="Right Arrow 10"/>
          <p:cNvSpPr/>
          <p:nvPr/>
        </p:nvSpPr>
        <p:spPr>
          <a:xfrm rot="10800000">
            <a:off x="2946960" y="5391000"/>
            <a:ext cx="747360" cy="484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044" name="Rectangle 11"/>
          <p:cNvSpPr/>
          <p:nvPr/>
        </p:nvSpPr>
        <p:spPr>
          <a:xfrm>
            <a:off x="891720" y="1805760"/>
            <a:ext cx="2375640" cy="4316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045" name="Rectangle 12"/>
          <p:cNvSpPr/>
          <p:nvPr/>
        </p:nvSpPr>
        <p:spPr>
          <a:xfrm>
            <a:off x="3570480" y="1805760"/>
            <a:ext cx="2375640" cy="431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046" name="Rectangle 13"/>
          <p:cNvSpPr/>
          <p:nvPr/>
        </p:nvSpPr>
        <p:spPr>
          <a:xfrm>
            <a:off x="6279120" y="1796760"/>
            <a:ext cx="2375640" cy="431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047" name="Rectangle 14"/>
          <p:cNvSpPr/>
          <p:nvPr/>
        </p:nvSpPr>
        <p:spPr>
          <a:xfrm>
            <a:off x="6266520" y="4516560"/>
            <a:ext cx="2375640" cy="4316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048" name="Rectangle 15"/>
          <p:cNvSpPr/>
          <p:nvPr/>
        </p:nvSpPr>
        <p:spPr>
          <a:xfrm>
            <a:off x="3570120" y="3283920"/>
            <a:ext cx="2375640" cy="4316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049" name="TextBox 16"/>
          <p:cNvSpPr/>
          <p:nvPr/>
        </p:nvSpPr>
        <p:spPr>
          <a:xfrm>
            <a:off x="905400" y="1793520"/>
            <a:ext cx="677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Arial Unicode MS"/>
              </a:rPr>
              <a:t>01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0" name="TextBox 17"/>
          <p:cNvSpPr/>
          <p:nvPr/>
        </p:nvSpPr>
        <p:spPr>
          <a:xfrm>
            <a:off x="3569400" y="1797120"/>
            <a:ext cx="677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Arial Unicode MS"/>
              </a:rPr>
              <a:t>02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TextBox 18"/>
          <p:cNvSpPr/>
          <p:nvPr/>
        </p:nvSpPr>
        <p:spPr>
          <a:xfrm>
            <a:off x="6265080" y="1789920"/>
            <a:ext cx="677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Arial Unicode MS"/>
              </a:rPr>
              <a:t>03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2" name="TextBox 19"/>
          <p:cNvSpPr/>
          <p:nvPr/>
        </p:nvSpPr>
        <p:spPr>
          <a:xfrm>
            <a:off x="6277320" y="4503960"/>
            <a:ext cx="677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Arial Unicode MS"/>
              </a:rPr>
              <a:t>05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3" name="TextBox 20"/>
          <p:cNvSpPr/>
          <p:nvPr/>
        </p:nvSpPr>
        <p:spPr>
          <a:xfrm>
            <a:off x="3574440" y="3273120"/>
            <a:ext cx="677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Arial Unicode MS"/>
              </a:rPr>
              <a:t>06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4" name="TextBox 21"/>
          <p:cNvSpPr/>
          <p:nvPr/>
        </p:nvSpPr>
        <p:spPr>
          <a:xfrm>
            <a:off x="1503360" y="1884960"/>
            <a:ext cx="1634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Arial"/>
                <a:ea typeface="Arial Unicode MS"/>
              </a:rPr>
              <a:t>Your Text  Here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5" name="TextBox 22"/>
          <p:cNvSpPr/>
          <p:nvPr/>
        </p:nvSpPr>
        <p:spPr>
          <a:xfrm>
            <a:off x="1165320" y="2397240"/>
            <a:ext cx="1828440" cy="31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Arial"/>
                <a:ea typeface="Arial Unicode MS"/>
              </a:rPr>
              <a:t>You can simply impress your audience and add a unique zing and appeal to your Presentations. Easy to change colors, photos and Text. Get a modern PowerPoint  Presentation that is beautifully designed. I hope and I believe that this Template will your Time, Money and Reputation. Get a modern PowerPoint  Presentation that is beautifully designed.   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6" name="TextBox 23"/>
          <p:cNvSpPr/>
          <p:nvPr/>
        </p:nvSpPr>
        <p:spPr>
          <a:xfrm>
            <a:off x="3844080" y="2323800"/>
            <a:ext cx="1828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Arial"/>
                <a:ea typeface="Arial Unicode MS"/>
              </a:rPr>
              <a:t>You can simply impress your audience and add a unique zing.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TextBox 24"/>
          <p:cNvSpPr/>
          <p:nvPr/>
        </p:nvSpPr>
        <p:spPr>
          <a:xfrm>
            <a:off x="3844080" y="3844800"/>
            <a:ext cx="182844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Arial"/>
                <a:ea typeface="Arial Unicode MS"/>
              </a:rPr>
              <a:t>You can simply impress your audience and add a unique zing and appeal to your Presentations. Easy to change colors, photos and Text. Get a modern PowerPoint  Presentation that is beautifully designed.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8" name="TextBox 25"/>
          <p:cNvSpPr/>
          <p:nvPr/>
        </p:nvSpPr>
        <p:spPr>
          <a:xfrm>
            <a:off x="6552720" y="2397240"/>
            <a:ext cx="1828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Arial"/>
                <a:ea typeface="Arial Unicode MS"/>
              </a:rPr>
              <a:t>You can simply impress your audience and add a unique zing and appeal to your Presentations. Easy to change colors, photos and Text.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9" name="TextBox 26"/>
          <p:cNvSpPr/>
          <p:nvPr/>
        </p:nvSpPr>
        <p:spPr>
          <a:xfrm>
            <a:off x="6597720" y="5112360"/>
            <a:ext cx="1828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Arial"/>
                <a:ea typeface="Arial Unicode MS"/>
              </a:rPr>
              <a:t>You can simply impress your audience and add a unique zing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TextBox 27"/>
          <p:cNvSpPr/>
          <p:nvPr/>
        </p:nvSpPr>
        <p:spPr>
          <a:xfrm>
            <a:off x="4230000" y="1874520"/>
            <a:ext cx="1634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Arial"/>
                <a:ea typeface="Arial Unicode MS"/>
              </a:rPr>
              <a:t>Your Text  Here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1" name="TextBox 28"/>
          <p:cNvSpPr/>
          <p:nvPr/>
        </p:nvSpPr>
        <p:spPr>
          <a:xfrm>
            <a:off x="6925680" y="1863720"/>
            <a:ext cx="1634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Arial"/>
                <a:ea typeface="Arial Unicode MS"/>
              </a:rPr>
              <a:t>Your Text  Here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2" name="TextBox 29"/>
          <p:cNvSpPr/>
          <p:nvPr/>
        </p:nvSpPr>
        <p:spPr>
          <a:xfrm>
            <a:off x="4230000" y="3361320"/>
            <a:ext cx="1634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Arial"/>
                <a:ea typeface="Arial Unicode MS"/>
              </a:rPr>
              <a:t>Your Text  Here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3" name="TextBox 30"/>
          <p:cNvSpPr/>
          <p:nvPr/>
        </p:nvSpPr>
        <p:spPr>
          <a:xfrm>
            <a:off x="6925680" y="4596480"/>
            <a:ext cx="1634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Arial"/>
                <a:ea typeface="Arial Unicode MS"/>
              </a:rPr>
              <a:t>Your Text  Here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4" name="Rectangle 5"/>
          <p:cNvSpPr/>
          <p:nvPr/>
        </p:nvSpPr>
        <p:spPr>
          <a:xfrm>
            <a:off x="8927640" y="1806120"/>
            <a:ext cx="2376000" cy="4304160"/>
          </a:xfrm>
          <a:prstGeom prst="rect">
            <a:avLst/>
          </a:prstGeom>
          <a:gradFill rotWithShape="0">
            <a:gsLst>
              <a:gs pos="0">
                <a:srgbClr val="ebebeb"/>
              </a:gs>
              <a:gs pos="100000">
                <a:srgbClr val="ffffff"/>
              </a:gs>
            </a:gsLst>
            <a:lin ang="13500000"/>
          </a:gradFill>
          <a:ln w="63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800" spc="-1" strike="noStrike">
              <a:solidFill>
                <a:schemeClr val="dk1">
                  <a:lumMod val="65000"/>
                  <a:lumOff val="35000"/>
                </a:schemeClr>
              </a:solidFill>
              <a:latin typeface="Arial"/>
              <a:ea typeface="Arial Unicode MS"/>
            </a:endParaRPr>
          </a:p>
        </p:txBody>
      </p:sp>
      <p:sp>
        <p:nvSpPr>
          <p:cNvPr id="1065" name="Rectangle 14"/>
          <p:cNvSpPr/>
          <p:nvPr/>
        </p:nvSpPr>
        <p:spPr>
          <a:xfrm>
            <a:off x="8927640" y="1811880"/>
            <a:ext cx="2375640" cy="431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066" name="TextBox 33"/>
          <p:cNvSpPr/>
          <p:nvPr/>
        </p:nvSpPr>
        <p:spPr>
          <a:xfrm>
            <a:off x="8938440" y="1796760"/>
            <a:ext cx="677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Arial Unicode MS"/>
              </a:rPr>
              <a:t>04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7" name="TextBox 34"/>
          <p:cNvSpPr/>
          <p:nvPr/>
        </p:nvSpPr>
        <p:spPr>
          <a:xfrm>
            <a:off x="9586800" y="1889280"/>
            <a:ext cx="1634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Arial"/>
                <a:ea typeface="Arial Unicode MS"/>
              </a:rPr>
              <a:t>Your Text  Here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8" name="TextBox 35"/>
          <p:cNvSpPr/>
          <p:nvPr/>
        </p:nvSpPr>
        <p:spPr>
          <a:xfrm>
            <a:off x="9201240" y="2397240"/>
            <a:ext cx="1828440" cy="31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Arial"/>
                <a:ea typeface="Arial Unicode MS"/>
              </a:rPr>
              <a:t>You can simply impress your audience and add a unique zing and appeal to your Presentations. Easy to change colors, photos and Text. Get a modern PowerPoint  Presentation that is beautifully designed. I hope and I believe that this Template will your Time, Money and Reputation. Get a modern PowerPoint  Presentation that is beautifully designed.   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9" name="Right Arrow 8"/>
          <p:cNvSpPr/>
          <p:nvPr/>
        </p:nvSpPr>
        <p:spPr>
          <a:xfrm>
            <a:off x="8539200" y="2402280"/>
            <a:ext cx="747360" cy="484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070" name="Right Arrow 15"/>
          <p:cNvSpPr/>
          <p:nvPr/>
        </p:nvSpPr>
        <p:spPr>
          <a:xfrm flipH="1">
            <a:off x="8314560" y="5390640"/>
            <a:ext cx="747360" cy="484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Infographic Style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072" name="Group 2"/>
          <p:cNvGrpSpPr/>
          <p:nvPr/>
        </p:nvGrpSpPr>
        <p:grpSpPr>
          <a:xfrm>
            <a:off x="5091120" y="1606680"/>
            <a:ext cx="1865160" cy="4723560"/>
            <a:chOff x="5091120" y="1606680"/>
            <a:chExt cx="1865160" cy="4723560"/>
          </a:xfrm>
        </p:grpSpPr>
        <p:grpSp>
          <p:nvGrpSpPr>
            <p:cNvPr id="1073" name="Group 3"/>
            <p:cNvGrpSpPr/>
            <p:nvPr/>
          </p:nvGrpSpPr>
          <p:grpSpPr>
            <a:xfrm>
              <a:off x="5091480" y="2678040"/>
              <a:ext cx="1864800" cy="1509840"/>
              <a:chOff x="5091480" y="2678040"/>
              <a:chExt cx="1864800" cy="1509840"/>
            </a:xfrm>
          </p:grpSpPr>
          <p:sp>
            <p:nvSpPr>
              <p:cNvPr id="1074" name="Flowchart: Decision 19"/>
              <p:cNvSpPr/>
              <p:nvPr/>
            </p:nvSpPr>
            <p:spPr>
              <a:xfrm rot="2011200">
                <a:off x="5181120" y="2884320"/>
                <a:ext cx="882720" cy="591120"/>
              </a:xfrm>
              <a:prstGeom prst="flowChartDecision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1075" name="Flowchart: Decision 20"/>
              <p:cNvSpPr/>
              <p:nvPr/>
            </p:nvSpPr>
            <p:spPr>
              <a:xfrm rot="2011200">
                <a:off x="5404320" y="3402000"/>
                <a:ext cx="882720" cy="591120"/>
              </a:xfrm>
              <a:prstGeom prst="flowChartDecision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1076" name="Flowchart: Decision 21"/>
              <p:cNvSpPr/>
              <p:nvPr/>
            </p:nvSpPr>
            <p:spPr>
              <a:xfrm rot="2011200">
                <a:off x="5749200" y="2872440"/>
                <a:ext cx="882720" cy="591120"/>
              </a:xfrm>
              <a:prstGeom prst="flowChartDecision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1077" name="Flowchart: Decision 22"/>
              <p:cNvSpPr/>
              <p:nvPr/>
            </p:nvSpPr>
            <p:spPr>
              <a:xfrm rot="2011200">
                <a:off x="5983560" y="3394080"/>
                <a:ext cx="882720" cy="591120"/>
              </a:xfrm>
              <a:prstGeom prst="flowChartDecision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</p:grpSp>
        <p:grpSp>
          <p:nvGrpSpPr>
            <p:cNvPr id="1078" name="Group 4"/>
            <p:cNvGrpSpPr/>
            <p:nvPr/>
          </p:nvGrpSpPr>
          <p:grpSpPr>
            <a:xfrm>
              <a:off x="5091120" y="1606680"/>
              <a:ext cx="1848960" cy="1502280"/>
              <a:chOff x="5091120" y="1606680"/>
              <a:chExt cx="1848960" cy="1502280"/>
            </a:xfrm>
          </p:grpSpPr>
          <p:sp>
            <p:nvSpPr>
              <p:cNvPr id="1079" name="Flowchart: Decision 15"/>
              <p:cNvSpPr/>
              <p:nvPr/>
            </p:nvSpPr>
            <p:spPr>
              <a:xfrm flipH="1" rot="19588800">
                <a:off x="5967000" y="1805400"/>
                <a:ext cx="882720" cy="591120"/>
              </a:xfrm>
              <a:prstGeom prst="flowChartDecision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1080" name="Flowchart: Decision 16"/>
              <p:cNvSpPr/>
              <p:nvPr/>
            </p:nvSpPr>
            <p:spPr>
              <a:xfrm flipH="1" rot="19588800">
                <a:off x="5749560" y="2323080"/>
                <a:ext cx="882720" cy="591120"/>
              </a:xfrm>
              <a:prstGeom prst="flowChartDecision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1081" name="Flowchart: Decision 17"/>
              <p:cNvSpPr/>
              <p:nvPr/>
            </p:nvSpPr>
            <p:spPr>
              <a:xfrm flipH="1" rot="19588800">
                <a:off x="5401080" y="1801080"/>
                <a:ext cx="882720" cy="591120"/>
              </a:xfrm>
              <a:prstGeom prst="flowChartDecision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1082" name="Flowchart: Decision 18"/>
              <p:cNvSpPr/>
              <p:nvPr/>
            </p:nvSpPr>
            <p:spPr>
              <a:xfrm flipH="1" rot="19588800">
                <a:off x="5180400" y="2323080"/>
                <a:ext cx="882720" cy="591120"/>
              </a:xfrm>
              <a:prstGeom prst="flowChartDecision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</p:grpSp>
        <p:grpSp>
          <p:nvGrpSpPr>
            <p:cNvPr id="1083" name="Group 5"/>
            <p:cNvGrpSpPr/>
            <p:nvPr/>
          </p:nvGrpSpPr>
          <p:grpSpPr>
            <a:xfrm>
              <a:off x="5091120" y="3756960"/>
              <a:ext cx="1848960" cy="1502280"/>
              <a:chOff x="5091120" y="3756960"/>
              <a:chExt cx="1848960" cy="1502280"/>
            </a:xfrm>
          </p:grpSpPr>
          <p:sp>
            <p:nvSpPr>
              <p:cNvPr id="1084" name="Flowchart: Decision 11"/>
              <p:cNvSpPr/>
              <p:nvPr/>
            </p:nvSpPr>
            <p:spPr>
              <a:xfrm flipH="1" rot="19588800">
                <a:off x="5967000" y="3955680"/>
                <a:ext cx="882720" cy="591120"/>
              </a:xfrm>
              <a:prstGeom prst="flowChartDecision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1085" name="Flowchart: Decision 12"/>
              <p:cNvSpPr/>
              <p:nvPr/>
            </p:nvSpPr>
            <p:spPr>
              <a:xfrm flipH="1" rot="19588800">
                <a:off x="5749560" y="4473360"/>
                <a:ext cx="882720" cy="591120"/>
              </a:xfrm>
              <a:prstGeom prst="flowChartDecision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1086" name="Flowchart: Decision 13"/>
              <p:cNvSpPr/>
              <p:nvPr/>
            </p:nvSpPr>
            <p:spPr>
              <a:xfrm flipH="1" rot="19588800">
                <a:off x="5401080" y="3951360"/>
                <a:ext cx="882720" cy="591120"/>
              </a:xfrm>
              <a:prstGeom prst="flowChartDecision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1087" name="Flowchart: Decision 14"/>
              <p:cNvSpPr/>
              <p:nvPr/>
            </p:nvSpPr>
            <p:spPr>
              <a:xfrm flipH="1" rot="19588800">
                <a:off x="5180400" y="4473360"/>
                <a:ext cx="882720" cy="591120"/>
              </a:xfrm>
              <a:prstGeom prst="flowChartDecision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</p:grpSp>
        <p:grpSp>
          <p:nvGrpSpPr>
            <p:cNvPr id="1088" name="Group 6"/>
            <p:cNvGrpSpPr/>
            <p:nvPr/>
          </p:nvGrpSpPr>
          <p:grpSpPr>
            <a:xfrm>
              <a:off x="5091480" y="4828320"/>
              <a:ext cx="1848960" cy="1501920"/>
              <a:chOff x="5091480" y="4828320"/>
              <a:chExt cx="1848960" cy="1501920"/>
            </a:xfrm>
          </p:grpSpPr>
          <p:sp>
            <p:nvSpPr>
              <p:cNvPr id="1089" name="Flowchart: Decision 7"/>
              <p:cNvSpPr/>
              <p:nvPr/>
            </p:nvSpPr>
            <p:spPr>
              <a:xfrm rot="2011200">
                <a:off x="5181120" y="5026680"/>
                <a:ext cx="882720" cy="591120"/>
              </a:xfrm>
              <a:prstGeom prst="flowChartDecision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1090" name="Flowchart: Decision 8"/>
              <p:cNvSpPr/>
              <p:nvPr/>
            </p:nvSpPr>
            <p:spPr>
              <a:xfrm rot="2011200">
                <a:off x="5398560" y="5544360"/>
                <a:ext cx="882720" cy="591120"/>
              </a:xfrm>
              <a:prstGeom prst="flowChartDecision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1091" name="Flowchart: Decision 9"/>
              <p:cNvSpPr/>
              <p:nvPr/>
            </p:nvSpPr>
            <p:spPr>
              <a:xfrm rot="2011200">
                <a:off x="5747040" y="5022720"/>
                <a:ext cx="882720" cy="591120"/>
              </a:xfrm>
              <a:prstGeom prst="flowChartDecision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1092" name="Flowchart: Decision 10"/>
              <p:cNvSpPr/>
              <p:nvPr/>
            </p:nvSpPr>
            <p:spPr>
              <a:xfrm rot="2011200">
                <a:off x="5967720" y="5544360"/>
                <a:ext cx="882720" cy="591120"/>
              </a:xfrm>
              <a:prstGeom prst="flowChartDecision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27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</p:grpSp>
      </p:grpSp>
      <p:grpSp>
        <p:nvGrpSpPr>
          <p:cNvPr id="1093" name="Group 23"/>
          <p:cNvGrpSpPr/>
          <p:nvPr/>
        </p:nvGrpSpPr>
        <p:grpSpPr>
          <a:xfrm>
            <a:off x="7185240" y="1925640"/>
            <a:ext cx="4121280" cy="915480"/>
            <a:chOff x="7185240" y="1925640"/>
            <a:chExt cx="4121280" cy="915480"/>
          </a:xfrm>
        </p:grpSpPr>
        <p:sp>
          <p:nvSpPr>
            <p:cNvPr id="1094" name="TextBox 24"/>
            <p:cNvSpPr/>
            <p:nvPr/>
          </p:nvSpPr>
          <p:spPr>
            <a:xfrm>
              <a:off x="7185240" y="2202840"/>
              <a:ext cx="41212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Presentations . Easy to change colors, photos and Text.   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5" name="TextBox 25"/>
            <p:cNvSpPr/>
            <p:nvPr/>
          </p:nvSpPr>
          <p:spPr>
            <a:xfrm>
              <a:off x="7185240" y="1925640"/>
              <a:ext cx="408636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accent4"/>
                  </a:solidFill>
                  <a:latin typeface="Arial"/>
                  <a:ea typeface="Arial Unicode MS"/>
                </a:rPr>
                <a:t>Your Text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96" name="Group 26"/>
          <p:cNvGrpSpPr/>
          <p:nvPr/>
        </p:nvGrpSpPr>
        <p:grpSpPr>
          <a:xfrm>
            <a:off x="7164000" y="4086000"/>
            <a:ext cx="4121280" cy="915120"/>
            <a:chOff x="7164000" y="4086000"/>
            <a:chExt cx="4121280" cy="915120"/>
          </a:xfrm>
        </p:grpSpPr>
        <p:sp>
          <p:nvSpPr>
            <p:cNvPr id="1097" name="TextBox 27"/>
            <p:cNvSpPr/>
            <p:nvPr/>
          </p:nvSpPr>
          <p:spPr>
            <a:xfrm>
              <a:off x="7164000" y="4362840"/>
              <a:ext cx="41212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Presentations . Easy to change colors, photos and Text.   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8" name="TextBox 28"/>
            <p:cNvSpPr/>
            <p:nvPr/>
          </p:nvSpPr>
          <p:spPr>
            <a:xfrm>
              <a:off x="7164000" y="4086000"/>
              <a:ext cx="408636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accent2"/>
                  </a:solidFill>
                  <a:latin typeface="Arial"/>
                  <a:ea typeface="Arial Unicode MS"/>
                </a:rPr>
                <a:t>Your Text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99" name="Group 29"/>
          <p:cNvGrpSpPr/>
          <p:nvPr/>
        </p:nvGrpSpPr>
        <p:grpSpPr>
          <a:xfrm>
            <a:off x="721800" y="3006000"/>
            <a:ext cx="4174920" cy="915120"/>
            <a:chOff x="721800" y="3006000"/>
            <a:chExt cx="4174920" cy="915120"/>
          </a:xfrm>
        </p:grpSpPr>
        <p:sp>
          <p:nvSpPr>
            <p:cNvPr id="1100" name="TextBox 30"/>
            <p:cNvSpPr/>
            <p:nvPr/>
          </p:nvSpPr>
          <p:spPr>
            <a:xfrm>
              <a:off x="730440" y="3282840"/>
              <a:ext cx="41662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Presentations . Easy to change colors, photos and Text.   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1" name="TextBox 31"/>
            <p:cNvSpPr/>
            <p:nvPr/>
          </p:nvSpPr>
          <p:spPr>
            <a:xfrm>
              <a:off x="721800" y="3006000"/>
              <a:ext cx="413064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accent3"/>
                  </a:solidFill>
                  <a:latin typeface="Arial"/>
                  <a:ea typeface="Arial Unicode MS"/>
                </a:rPr>
                <a:t>Your Text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02" name="Group 32"/>
          <p:cNvGrpSpPr/>
          <p:nvPr/>
        </p:nvGrpSpPr>
        <p:grpSpPr>
          <a:xfrm>
            <a:off x="753480" y="5166000"/>
            <a:ext cx="4175280" cy="915480"/>
            <a:chOff x="753480" y="5166000"/>
            <a:chExt cx="4175280" cy="915480"/>
          </a:xfrm>
        </p:grpSpPr>
        <p:sp>
          <p:nvSpPr>
            <p:cNvPr id="1103" name="TextBox 33"/>
            <p:cNvSpPr/>
            <p:nvPr/>
          </p:nvSpPr>
          <p:spPr>
            <a:xfrm>
              <a:off x="762480" y="5443200"/>
              <a:ext cx="41662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Presentations . Easy to change colors, photos and Text.    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4" name="TextBox 34"/>
            <p:cNvSpPr/>
            <p:nvPr/>
          </p:nvSpPr>
          <p:spPr>
            <a:xfrm>
              <a:off x="753480" y="5166000"/>
              <a:ext cx="413064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accent1"/>
                  </a:solidFill>
                  <a:latin typeface="Arial"/>
                  <a:ea typeface="Arial Unicode MS"/>
                </a:rPr>
                <a:t>Your Text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05" name="Donut 8"/>
          <p:cNvSpPr/>
          <p:nvPr/>
        </p:nvSpPr>
        <p:spPr>
          <a:xfrm>
            <a:off x="4377960" y="4247280"/>
            <a:ext cx="432720" cy="517320"/>
          </a:xfrm>
          <a:custGeom>
            <a:avLst/>
            <a:gdLst>
              <a:gd name="textAreaLeft" fmla="*/ 0 w 432720"/>
              <a:gd name="textAreaRight" fmla="*/ 433080 w 432720"/>
              <a:gd name="textAreaTop" fmla="*/ 0 h 517320"/>
              <a:gd name="textAreaBottom" fmla="*/ 517680 h 517320"/>
            </a:gdLst>
            <a:ahLst/>
            <a:rect l="textAreaLeft" t="textAreaTop" r="textAreaRight" b="textAreaBottom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106" name="Donut 24"/>
          <p:cNvSpPr/>
          <p:nvPr/>
        </p:nvSpPr>
        <p:spPr>
          <a:xfrm>
            <a:off x="4344120" y="2097360"/>
            <a:ext cx="500760" cy="505080"/>
          </a:xfrm>
          <a:custGeom>
            <a:avLst/>
            <a:gdLst>
              <a:gd name="textAreaLeft" fmla="*/ 0 w 500760"/>
              <a:gd name="textAreaRight" fmla="*/ 501120 w 500760"/>
              <a:gd name="textAreaTop" fmla="*/ 0 h 505080"/>
              <a:gd name="textAreaBottom" fmla="*/ 505440 h 505080"/>
            </a:gdLst>
            <a:ahLst/>
            <a:rect l="textAreaLeft" t="textAreaTop" r="textAreaRight" b="textAreaBottom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107" name="Block Arc 25"/>
          <p:cNvSpPr/>
          <p:nvPr/>
        </p:nvSpPr>
        <p:spPr>
          <a:xfrm>
            <a:off x="7269840" y="3069000"/>
            <a:ext cx="359640" cy="519480"/>
          </a:xfrm>
          <a:custGeom>
            <a:avLst/>
            <a:gdLst>
              <a:gd name="textAreaLeft" fmla="*/ 0 w 359640"/>
              <a:gd name="textAreaRight" fmla="*/ 360000 w 359640"/>
              <a:gd name="textAreaTop" fmla="*/ 0 h 519480"/>
              <a:gd name="textAreaBottom" fmla="*/ 519840 h 519480"/>
            </a:gdLst>
            <a:ahLst/>
            <a:rect l="textAreaLeft" t="textAreaTop" r="textAreaRight" b="textAreaBottom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108" name="자유형 151"/>
          <p:cNvSpPr/>
          <p:nvPr/>
        </p:nvSpPr>
        <p:spPr>
          <a:xfrm>
            <a:off x="7161840" y="5282280"/>
            <a:ext cx="467640" cy="491040"/>
          </a:xfrm>
          <a:custGeom>
            <a:avLst/>
            <a:gdLst>
              <a:gd name="textAreaLeft" fmla="*/ 0 w 467640"/>
              <a:gd name="textAreaRight" fmla="*/ 468000 w 467640"/>
              <a:gd name="textAreaTop" fmla="*/ 0 h 491040"/>
              <a:gd name="textAreaBottom" fmla="*/ 491400 h 491040"/>
            </a:gdLst>
            <a:ahLst/>
            <a:rect l="textAreaLeft" t="textAreaTop" r="textAreaRight" b="textAreaBottom"/>
            <a:pathLst>
              <a:path w="2921968" h="3066808">
                <a:moveTo>
                  <a:pt x="1460984" y="233294"/>
                </a:moveTo>
                <a:cubicBezTo>
                  <a:pt x="1383148" y="233294"/>
                  <a:pt x="1320049" y="296393"/>
                  <a:pt x="1320049" y="374229"/>
                </a:cubicBezTo>
                <a:cubicBezTo>
                  <a:pt x="1320049" y="452065"/>
                  <a:pt x="1383148" y="515164"/>
                  <a:pt x="1460984" y="515164"/>
                </a:cubicBezTo>
                <a:cubicBezTo>
                  <a:pt x="1538820" y="515164"/>
                  <a:pt x="1601919" y="452065"/>
                  <a:pt x="1601919" y="374229"/>
                </a:cubicBezTo>
                <a:cubicBezTo>
                  <a:pt x="1601919" y="296393"/>
                  <a:pt x="1538820" y="233294"/>
                  <a:pt x="1460984" y="233294"/>
                </a:cubicBezTo>
                <a:close/>
                <a:moveTo>
                  <a:pt x="1460984" y="0"/>
                </a:moveTo>
                <a:cubicBezTo>
                  <a:pt x="1667665" y="0"/>
                  <a:pt x="1835213" y="167548"/>
                  <a:pt x="1835213" y="374229"/>
                </a:cubicBezTo>
                <a:cubicBezTo>
                  <a:pt x="1835213" y="503404"/>
                  <a:pt x="1769765" y="617294"/>
                  <a:pt x="1670219" y="684545"/>
                </a:cubicBezTo>
                <a:lnTo>
                  <a:pt x="1626866" y="708077"/>
                </a:lnTo>
                <a:lnTo>
                  <a:pt x="1646248" y="873151"/>
                </a:lnTo>
                <a:lnTo>
                  <a:pt x="2235203" y="873151"/>
                </a:lnTo>
                <a:lnTo>
                  <a:pt x="2241832" y="851796"/>
                </a:lnTo>
                <a:cubicBezTo>
                  <a:pt x="2272966" y="778187"/>
                  <a:pt x="2345853" y="726537"/>
                  <a:pt x="2430803" y="726537"/>
                </a:cubicBezTo>
                <a:cubicBezTo>
                  <a:pt x="2544070" y="726537"/>
                  <a:pt x="2635891" y="818358"/>
                  <a:pt x="2635891" y="931625"/>
                </a:cubicBezTo>
                <a:cubicBezTo>
                  <a:pt x="2635891" y="1044892"/>
                  <a:pt x="2544070" y="1136713"/>
                  <a:pt x="2430803" y="1136713"/>
                </a:cubicBezTo>
                <a:cubicBezTo>
                  <a:pt x="2345853" y="1136713"/>
                  <a:pt x="2272966" y="1085064"/>
                  <a:pt x="2241832" y="1011455"/>
                </a:cubicBezTo>
                <a:lnTo>
                  <a:pt x="2233652" y="985105"/>
                </a:lnTo>
                <a:lnTo>
                  <a:pt x="1659393" y="985105"/>
                </a:lnTo>
                <a:lnTo>
                  <a:pt x="1835639" y="2486125"/>
                </a:lnTo>
                <a:cubicBezTo>
                  <a:pt x="2257126" y="2356235"/>
                  <a:pt x="2582425" y="2203368"/>
                  <a:pt x="2605322" y="1804902"/>
                </a:cubicBezTo>
                <a:cubicBezTo>
                  <a:pt x="2547615" y="1806965"/>
                  <a:pt x="2490707" y="1815307"/>
                  <a:pt x="2437231" y="1828663"/>
                </a:cubicBezTo>
                <a:cubicBezTo>
                  <a:pt x="2542844" y="1722240"/>
                  <a:pt x="2642253" y="1622871"/>
                  <a:pt x="2679599" y="1472350"/>
                </a:cubicBezTo>
                <a:cubicBezTo>
                  <a:pt x="2719016" y="1621107"/>
                  <a:pt x="2816355" y="1715183"/>
                  <a:pt x="2921968" y="1828663"/>
                </a:cubicBezTo>
                <a:cubicBezTo>
                  <a:pt x="2868630" y="1815688"/>
                  <a:pt x="2809977" y="1807008"/>
                  <a:pt x="2749252" y="1804848"/>
                </a:cubicBezTo>
                <a:cubicBezTo>
                  <a:pt x="2719427" y="2342499"/>
                  <a:pt x="2353693" y="2860207"/>
                  <a:pt x="1665272" y="2905483"/>
                </a:cubicBezTo>
                <a:cubicBezTo>
                  <a:pt x="1561523" y="2978866"/>
                  <a:pt x="1523475" y="3013033"/>
                  <a:pt x="1462434" y="3066808"/>
                </a:cubicBezTo>
                <a:cubicBezTo>
                  <a:pt x="1404574" y="3011016"/>
                  <a:pt x="1369708" y="2980430"/>
                  <a:pt x="1265857" y="2910631"/>
                </a:cubicBezTo>
                <a:cubicBezTo>
                  <a:pt x="648092" y="2849018"/>
                  <a:pt x="205460" y="2343748"/>
                  <a:pt x="175466" y="1804523"/>
                </a:cubicBezTo>
                <a:cubicBezTo>
                  <a:pt x="115256" y="1806261"/>
                  <a:pt x="55763" y="1814736"/>
                  <a:pt x="0" y="1828663"/>
                </a:cubicBezTo>
                <a:cubicBezTo>
                  <a:pt x="105615" y="1722240"/>
                  <a:pt x="205022" y="1622871"/>
                  <a:pt x="242369" y="1472350"/>
                </a:cubicBezTo>
                <a:cubicBezTo>
                  <a:pt x="281785" y="1621107"/>
                  <a:pt x="379124" y="1715183"/>
                  <a:pt x="484739" y="1828663"/>
                </a:cubicBezTo>
                <a:cubicBezTo>
                  <a:pt x="433473" y="1816193"/>
                  <a:pt x="377298" y="1807690"/>
                  <a:pt x="319066" y="1805271"/>
                </a:cubicBezTo>
                <a:cubicBezTo>
                  <a:pt x="342774" y="2204526"/>
                  <a:pt x="675270" y="2359301"/>
                  <a:pt x="1095798" y="2488933"/>
                </a:cubicBezTo>
                <a:lnTo>
                  <a:pt x="1266566" y="985105"/>
                </a:lnTo>
                <a:lnTo>
                  <a:pt x="728631" y="985105"/>
                </a:lnTo>
                <a:lnTo>
                  <a:pt x="727109" y="987221"/>
                </a:lnTo>
                <a:lnTo>
                  <a:pt x="719586" y="1011455"/>
                </a:lnTo>
                <a:cubicBezTo>
                  <a:pt x="688452" y="1085064"/>
                  <a:pt x="615566" y="1136713"/>
                  <a:pt x="530615" y="1136713"/>
                </a:cubicBezTo>
                <a:cubicBezTo>
                  <a:pt x="417348" y="1136713"/>
                  <a:pt x="325527" y="1044892"/>
                  <a:pt x="325527" y="931625"/>
                </a:cubicBezTo>
                <a:cubicBezTo>
                  <a:pt x="325527" y="818358"/>
                  <a:pt x="417348" y="726537"/>
                  <a:pt x="530615" y="726537"/>
                </a:cubicBezTo>
                <a:cubicBezTo>
                  <a:pt x="615566" y="726537"/>
                  <a:pt x="688452" y="778187"/>
                  <a:pt x="719586" y="851796"/>
                </a:cubicBezTo>
                <a:lnTo>
                  <a:pt x="724380" y="867240"/>
                </a:lnTo>
                <a:lnTo>
                  <a:pt x="728634" y="873151"/>
                </a:lnTo>
                <a:lnTo>
                  <a:pt x="1279279" y="873151"/>
                </a:lnTo>
                <a:lnTo>
                  <a:pt x="1297855" y="709571"/>
                </a:lnTo>
                <a:lnTo>
                  <a:pt x="1251749" y="684545"/>
                </a:lnTo>
                <a:cubicBezTo>
                  <a:pt x="1152204" y="617294"/>
                  <a:pt x="1086755" y="503404"/>
                  <a:pt x="1086755" y="374229"/>
                </a:cubicBezTo>
                <a:cubicBezTo>
                  <a:pt x="1086755" y="167548"/>
                  <a:pt x="1254303" y="0"/>
                  <a:pt x="146098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TextBox 2"/>
          <p:cNvSpPr/>
          <p:nvPr/>
        </p:nvSpPr>
        <p:spPr>
          <a:xfrm>
            <a:off x="4757400" y="449280"/>
            <a:ext cx="698472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4000" spc="-1" strike="noStrike">
                <a:solidFill>
                  <a:schemeClr val="lt1"/>
                </a:solidFill>
                <a:latin typeface="Arial"/>
                <a:ea typeface="Arial Unicode MS"/>
              </a:rPr>
              <a:t>We Create Quality 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4000" spc="-1" strike="noStrike">
                <a:solidFill>
                  <a:schemeClr val="accent1"/>
                </a:solidFill>
                <a:latin typeface="Arial"/>
                <a:ea typeface="Arial Unicode MS"/>
              </a:rPr>
              <a:t>Professional PPT</a:t>
            </a:r>
            <a:r>
              <a:rPr b="0" lang="en-US" sz="4000" spc="-1" strike="noStrike">
                <a:solidFill>
                  <a:schemeClr val="lt1"/>
                </a:solidFill>
                <a:latin typeface="Arial"/>
                <a:ea typeface="Arial Unicode MS"/>
              </a:rPr>
              <a:t> Presentation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0" name="Freeform: Shape 3"/>
          <p:cNvSpPr/>
          <p:nvPr/>
        </p:nvSpPr>
        <p:spPr>
          <a:xfrm>
            <a:off x="8296560" y="4268880"/>
            <a:ext cx="425520" cy="393480"/>
          </a:xfrm>
          <a:custGeom>
            <a:avLst/>
            <a:gdLst>
              <a:gd name="textAreaLeft" fmla="*/ 0 w 425520"/>
              <a:gd name="textAreaRight" fmla="*/ 425880 w 42552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w="115863" h="107156">
                <a:moveTo>
                  <a:pt x="106040" y="0"/>
                </a:moveTo>
                <a:lnTo>
                  <a:pt x="115863" y="15627"/>
                </a:lnTo>
                <a:cubicBezTo>
                  <a:pt x="107677" y="19050"/>
                  <a:pt x="101650" y="24148"/>
                  <a:pt x="97780" y="30919"/>
                </a:cubicBezTo>
                <a:cubicBezTo>
                  <a:pt x="93911" y="37691"/>
                  <a:pt x="91753" y="47551"/>
                  <a:pt x="91306" y="60499"/>
                </a:cubicBezTo>
                <a:lnTo>
                  <a:pt x="112291" y="60499"/>
                </a:lnTo>
                <a:lnTo>
                  <a:pt x="112291" y="107156"/>
                </a:lnTo>
                <a:lnTo>
                  <a:pt x="69205" y="107156"/>
                </a:lnTo>
                <a:lnTo>
                  <a:pt x="69205" y="70321"/>
                </a:lnTo>
                <a:cubicBezTo>
                  <a:pt x="69205" y="50378"/>
                  <a:pt x="71587" y="35942"/>
                  <a:pt x="76349" y="27012"/>
                </a:cubicBezTo>
                <a:cubicBezTo>
                  <a:pt x="82600" y="15106"/>
                  <a:pt x="92497" y="6102"/>
                  <a:pt x="106040" y="0"/>
                </a:cubicBezTo>
                <a:close/>
                <a:moveTo>
                  <a:pt x="36835" y="0"/>
                </a:moveTo>
                <a:lnTo>
                  <a:pt x="46658" y="15627"/>
                </a:lnTo>
                <a:cubicBezTo>
                  <a:pt x="38472" y="19050"/>
                  <a:pt x="32445" y="24148"/>
                  <a:pt x="28575" y="30919"/>
                </a:cubicBezTo>
                <a:cubicBezTo>
                  <a:pt x="24706" y="37691"/>
                  <a:pt x="22548" y="47551"/>
                  <a:pt x="22101" y="60499"/>
                </a:cubicBezTo>
                <a:lnTo>
                  <a:pt x="43086" y="60499"/>
                </a:lnTo>
                <a:lnTo>
                  <a:pt x="43086" y="107156"/>
                </a:lnTo>
                <a:lnTo>
                  <a:pt x="0" y="107156"/>
                </a:lnTo>
                <a:lnTo>
                  <a:pt x="0" y="70321"/>
                </a:lnTo>
                <a:cubicBezTo>
                  <a:pt x="0" y="50378"/>
                  <a:pt x="2382" y="35942"/>
                  <a:pt x="7144" y="27012"/>
                </a:cubicBezTo>
                <a:cubicBezTo>
                  <a:pt x="13395" y="15106"/>
                  <a:pt x="23292" y="6102"/>
                  <a:pt x="3683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111" name="TextBox 4"/>
          <p:cNvSpPr/>
          <p:nvPr/>
        </p:nvSpPr>
        <p:spPr>
          <a:xfrm>
            <a:off x="8296560" y="4811040"/>
            <a:ext cx="2927160" cy="10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Arial"/>
                <a:ea typeface="Arial Unicode MS"/>
              </a:rPr>
              <a:t>We Create Quality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Arial"/>
                <a:ea typeface="Arial Unicode MS"/>
              </a:rPr>
              <a:t>Professional PPT Presentation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2" name="직사각형 1"/>
          <p:cNvSpPr/>
          <p:nvPr/>
        </p:nvSpPr>
        <p:spPr>
          <a:xfrm>
            <a:off x="7362360" y="2318400"/>
            <a:ext cx="356652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Arial"/>
                <a:ea typeface="Arial Unicode MS"/>
              </a:rPr>
              <a:t>You can simply impress your audience and add a unique zing and appeal to your Presentations. Get a modern PowerPoint  Presentation that is beautifully designed. Easy to change colors, photos and Text. I hope and I believe that this Template will your Time, Money and Reputation. Easy to change colors, photos and Text.    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3" name="Freeform: Shape 6"/>
          <p:cNvSpPr/>
          <p:nvPr/>
        </p:nvSpPr>
        <p:spPr>
          <a:xfrm rot="10800000">
            <a:off x="10503720" y="5825880"/>
            <a:ext cx="425520" cy="393480"/>
          </a:xfrm>
          <a:custGeom>
            <a:avLst/>
            <a:gdLst>
              <a:gd name="textAreaLeft" fmla="*/ 0 w 425520"/>
              <a:gd name="textAreaRight" fmla="*/ 425880 w 425520"/>
              <a:gd name="textAreaTop" fmla="*/ 0 h 393480"/>
              <a:gd name="textAreaBottom" fmla="*/ 393840 h 393480"/>
            </a:gdLst>
            <a:ahLst/>
            <a:rect l="textAreaLeft" t="textAreaTop" r="textAreaRight" b="textAreaBottom"/>
            <a:pathLst>
              <a:path w="115863" h="107156">
                <a:moveTo>
                  <a:pt x="106040" y="0"/>
                </a:moveTo>
                <a:lnTo>
                  <a:pt x="115863" y="15627"/>
                </a:lnTo>
                <a:cubicBezTo>
                  <a:pt x="107677" y="19050"/>
                  <a:pt x="101650" y="24148"/>
                  <a:pt x="97780" y="30919"/>
                </a:cubicBezTo>
                <a:cubicBezTo>
                  <a:pt x="93911" y="37691"/>
                  <a:pt x="91753" y="47551"/>
                  <a:pt x="91306" y="60499"/>
                </a:cubicBezTo>
                <a:lnTo>
                  <a:pt x="112291" y="60499"/>
                </a:lnTo>
                <a:lnTo>
                  <a:pt x="112291" y="107156"/>
                </a:lnTo>
                <a:lnTo>
                  <a:pt x="69205" y="107156"/>
                </a:lnTo>
                <a:lnTo>
                  <a:pt x="69205" y="70321"/>
                </a:lnTo>
                <a:cubicBezTo>
                  <a:pt x="69205" y="50378"/>
                  <a:pt x="71587" y="35942"/>
                  <a:pt x="76349" y="27012"/>
                </a:cubicBezTo>
                <a:cubicBezTo>
                  <a:pt x="82600" y="15106"/>
                  <a:pt x="92497" y="6102"/>
                  <a:pt x="106040" y="0"/>
                </a:cubicBezTo>
                <a:close/>
                <a:moveTo>
                  <a:pt x="36835" y="0"/>
                </a:moveTo>
                <a:lnTo>
                  <a:pt x="46658" y="15627"/>
                </a:lnTo>
                <a:cubicBezTo>
                  <a:pt x="38472" y="19050"/>
                  <a:pt x="32445" y="24148"/>
                  <a:pt x="28575" y="30919"/>
                </a:cubicBezTo>
                <a:cubicBezTo>
                  <a:pt x="24706" y="37691"/>
                  <a:pt x="22548" y="47551"/>
                  <a:pt x="22101" y="60499"/>
                </a:cubicBezTo>
                <a:lnTo>
                  <a:pt x="43086" y="60499"/>
                </a:lnTo>
                <a:lnTo>
                  <a:pt x="43086" y="107156"/>
                </a:lnTo>
                <a:lnTo>
                  <a:pt x="0" y="107156"/>
                </a:lnTo>
                <a:lnTo>
                  <a:pt x="0" y="70321"/>
                </a:lnTo>
                <a:cubicBezTo>
                  <a:pt x="0" y="50378"/>
                  <a:pt x="2382" y="35942"/>
                  <a:pt x="7144" y="27012"/>
                </a:cubicBezTo>
                <a:cubicBezTo>
                  <a:pt x="13395" y="15106"/>
                  <a:pt x="23292" y="6102"/>
                  <a:pt x="3683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Infographic Style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115" name="Group 2"/>
          <p:cNvGrpSpPr/>
          <p:nvPr/>
        </p:nvGrpSpPr>
        <p:grpSpPr>
          <a:xfrm>
            <a:off x="3512160" y="1657800"/>
            <a:ext cx="5158080" cy="3027240"/>
            <a:chOff x="3512160" y="1657800"/>
            <a:chExt cx="5158080" cy="3027240"/>
          </a:xfrm>
        </p:grpSpPr>
        <p:sp>
          <p:nvSpPr>
            <p:cNvPr id="1116" name="Freeform: Shape 3"/>
            <p:cNvSpPr/>
            <p:nvPr/>
          </p:nvSpPr>
          <p:spPr>
            <a:xfrm>
              <a:off x="3550680" y="2217240"/>
              <a:ext cx="1905840" cy="2467800"/>
            </a:xfrm>
            <a:custGeom>
              <a:avLst/>
              <a:gdLst>
                <a:gd name="textAreaLeft" fmla="*/ 0 w 1905840"/>
                <a:gd name="textAreaRight" fmla="*/ 1906200 w 1905840"/>
                <a:gd name="textAreaTop" fmla="*/ 0 h 2467800"/>
                <a:gd name="textAreaBottom" fmla="*/ 2468160 h 2467800"/>
              </a:gdLst>
              <a:ahLst/>
              <a:rect l="textAreaLeft" t="textAreaTop" r="textAreaRight" b="textAreaBottom"/>
              <a:pathLst>
                <a:path w="1906136" h="2468044">
                  <a:moveTo>
                    <a:pt x="1901480" y="1594450"/>
                  </a:moveTo>
                  <a:lnTo>
                    <a:pt x="1898376" y="1588241"/>
                  </a:lnTo>
                  <a:lnTo>
                    <a:pt x="1892167" y="1582963"/>
                  </a:lnTo>
                  <a:lnTo>
                    <a:pt x="1886889" y="1575513"/>
                  </a:lnTo>
                  <a:lnTo>
                    <a:pt x="1879749" y="1577686"/>
                  </a:lnTo>
                  <a:lnTo>
                    <a:pt x="1870436" y="1577686"/>
                  </a:lnTo>
                  <a:lnTo>
                    <a:pt x="1862054" y="1575513"/>
                  </a:lnTo>
                  <a:lnTo>
                    <a:pt x="1855845" y="1568062"/>
                  </a:lnTo>
                  <a:lnTo>
                    <a:pt x="1854913" y="1558748"/>
                  </a:lnTo>
                  <a:lnTo>
                    <a:pt x="1850878" y="1548193"/>
                  </a:lnTo>
                  <a:lnTo>
                    <a:pt x="1845600" y="1542916"/>
                  </a:lnTo>
                  <a:lnTo>
                    <a:pt x="1789410" y="1538569"/>
                  </a:lnTo>
                  <a:lnTo>
                    <a:pt x="1785374" y="1537638"/>
                  </a:lnTo>
                  <a:lnTo>
                    <a:pt x="1782269" y="1535465"/>
                  </a:lnTo>
                  <a:lnTo>
                    <a:pt x="1778233" y="1533292"/>
                  </a:lnTo>
                  <a:lnTo>
                    <a:pt x="1777302" y="1533292"/>
                  </a:lnTo>
                  <a:lnTo>
                    <a:pt x="1771093" y="1531119"/>
                  </a:lnTo>
                  <a:lnTo>
                    <a:pt x="1767989" y="1533292"/>
                  </a:lnTo>
                  <a:lnTo>
                    <a:pt x="1762711" y="1535465"/>
                  </a:lnTo>
                  <a:lnTo>
                    <a:pt x="1758675" y="1522737"/>
                  </a:lnTo>
                  <a:lnTo>
                    <a:pt x="1736944" y="1515286"/>
                  </a:lnTo>
                  <a:lnTo>
                    <a:pt x="1713971" y="1515286"/>
                  </a:lnTo>
                  <a:lnTo>
                    <a:pt x="1717075" y="1509077"/>
                  </a:lnTo>
                  <a:lnTo>
                    <a:pt x="1721111" y="1505973"/>
                  </a:lnTo>
                  <a:lnTo>
                    <a:pt x="1724216" y="1500695"/>
                  </a:lnTo>
                  <a:lnTo>
                    <a:pt x="1728252" y="1496349"/>
                  </a:lnTo>
                  <a:lnTo>
                    <a:pt x="1729183" y="1488898"/>
                  </a:lnTo>
                  <a:lnTo>
                    <a:pt x="1704037" y="1476170"/>
                  </a:lnTo>
                  <a:lnTo>
                    <a:pt x="1682306" y="1459406"/>
                  </a:lnTo>
                  <a:lnTo>
                    <a:pt x="1662437" y="1439537"/>
                  </a:lnTo>
                  <a:lnTo>
                    <a:pt x="1645673" y="1417496"/>
                  </a:lnTo>
                  <a:lnTo>
                    <a:pt x="1621769" y="1415322"/>
                  </a:lnTo>
                  <a:lnTo>
                    <a:pt x="1604073" y="1414391"/>
                  </a:lnTo>
                  <a:lnTo>
                    <a:pt x="1582342" y="1412218"/>
                  </a:lnTo>
                  <a:lnTo>
                    <a:pt x="1578306" y="1400732"/>
                  </a:lnTo>
                  <a:lnTo>
                    <a:pt x="1571166" y="1393281"/>
                  </a:lnTo>
                  <a:lnTo>
                    <a:pt x="1562784" y="1392350"/>
                  </a:lnTo>
                  <a:lnTo>
                    <a:pt x="1549124" y="1388003"/>
                  </a:lnTo>
                  <a:lnTo>
                    <a:pt x="1549124" y="1377448"/>
                  </a:lnTo>
                  <a:lnTo>
                    <a:pt x="1536707" y="1371239"/>
                  </a:lnTo>
                  <a:lnTo>
                    <a:pt x="1529566" y="1365962"/>
                  </a:lnTo>
                  <a:lnTo>
                    <a:pt x="1522426" y="1360684"/>
                  </a:lnTo>
                  <a:lnTo>
                    <a:pt x="1510008" y="1356338"/>
                  </a:lnTo>
                  <a:lnTo>
                    <a:pt x="1512181" y="1353233"/>
                  </a:lnTo>
                  <a:lnTo>
                    <a:pt x="1512181" y="1351060"/>
                  </a:lnTo>
                  <a:lnTo>
                    <a:pt x="1514354" y="1350129"/>
                  </a:lnTo>
                  <a:lnTo>
                    <a:pt x="1514354" y="1347956"/>
                  </a:lnTo>
                  <a:lnTo>
                    <a:pt x="1514354" y="1343609"/>
                  </a:lnTo>
                  <a:lnTo>
                    <a:pt x="1488277" y="1345783"/>
                  </a:lnTo>
                  <a:lnTo>
                    <a:pt x="1463131" y="1347956"/>
                  </a:lnTo>
                  <a:lnTo>
                    <a:pt x="1441400" y="1345783"/>
                  </a:lnTo>
                  <a:lnTo>
                    <a:pt x="1419668" y="1338332"/>
                  </a:lnTo>
                  <a:lnTo>
                    <a:pt x="1402904" y="1323741"/>
                  </a:lnTo>
                  <a:lnTo>
                    <a:pt x="1399800" y="1325914"/>
                  </a:lnTo>
                  <a:lnTo>
                    <a:pt x="1395764" y="1328087"/>
                  </a:lnTo>
                  <a:lnTo>
                    <a:pt x="1393591" y="1329019"/>
                  </a:lnTo>
                  <a:lnTo>
                    <a:pt x="1392660" y="1331192"/>
                  </a:lnTo>
                  <a:lnTo>
                    <a:pt x="1390487" y="1333365"/>
                  </a:lnTo>
                  <a:lnTo>
                    <a:pt x="1386451" y="1336469"/>
                  </a:lnTo>
                  <a:lnTo>
                    <a:pt x="1386451" y="1340815"/>
                  </a:lnTo>
                  <a:lnTo>
                    <a:pt x="1383346" y="1338642"/>
                  </a:lnTo>
                  <a:lnTo>
                    <a:pt x="1381173" y="1336469"/>
                  </a:lnTo>
                  <a:lnTo>
                    <a:pt x="1379000" y="1336469"/>
                  </a:lnTo>
                  <a:lnTo>
                    <a:pt x="1379000" y="1335538"/>
                  </a:lnTo>
                  <a:lnTo>
                    <a:pt x="1381173" y="1335538"/>
                  </a:lnTo>
                  <a:lnTo>
                    <a:pt x="1381173" y="1331192"/>
                  </a:lnTo>
                  <a:lnTo>
                    <a:pt x="1383346" y="1328087"/>
                  </a:lnTo>
                  <a:lnTo>
                    <a:pt x="1378069" y="1328087"/>
                  </a:lnTo>
                  <a:lnTo>
                    <a:pt x="1374033" y="1325914"/>
                  </a:lnTo>
                  <a:lnTo>
                    <a:pt x="1371860" y="1325914"/>
                  </a:lnTo>
                  <a:lnTo>
                    <a:pt x="1368755" y="1325914"/>
                  </a:lnTo>
                  <a:lnTo>
                    <a:pt x="1366582" y="1325914"/>
                  </a:lnTo>
                  <a:lnTo>
                    <a:pt x="1363478" y="1328087"/>
                  </a:lnTo>
                  <a:lnTo>
                    <a:pt x="1343609" y="1331192"/>
                  </a:lnTo>
                  <a:lnTo>
                    <a:pt x="1329950" y="1338642"/>
                  </a:lnTo>
                  <a:lnTo>
                    <a:pt x="1319395" y="1347956"/>
                  </a:lnTo>
                  <a:lnTo>
                    <a:pt x="1310081" y="1358511"/>
                  </a:lnTo>
                  <a:lnTo>
                    <a:pt x="1302941" y="1373102"/>
                  </a:lnTo>
                  <a:lnTo>
                    <a:pt x="1296111" y="1371550"/>
                  </a:lnTo>
                  <a:lnTo>
                    <a:pt x="1290833" y="1370618"/>
                  </a:lnTo>
                  <a:lnTo>
                    <a:pt x="1288660" y="1370618"/>
                  </a:lnTo>
                  <a:lnTo>
                    <a:pt x="1286798" y="1368445"/>
                  </a:lnTo>
                  <a:lnTo>
                    <a:pt x="1283693" y="1364099"/>
                  </a:lnTo>
                  <a:lnTo>
                    <a:pt x="1281520" y="1360994"/>
                  </a:lnTo>
                  <a:lnTo>
                    <a:pt x="1264756" y="1360994"/>
                  </a:lnTo>
                  <a:lnTo>
                    <a:pt x="1255443" y="1364099"/>
                  </a:lnTo>
                  <a:lnTo>
                    <a:pt x="1248302" y="1373412"/>
                  </a:lnTo>
                  <a:lnTo>
                    <a:pt x="1234643" y="1370308"/>
                  </a:lnTo>
                  <a:lnTo>
                    <a:pt x="1223156" y="1364099"/>
                  </a:lnTo>
                  <a:lnTo>
                    <a:pt x="1216016" y="1356648"/>
                  </a:lnTo>
                  <a:lnTo>
                    <a:pt x="1210739" y="1350439"/>
                  </a:lnTo>
                  <a:lnTo>
                    <a:pt x="1201425" y="1341126"/>
                  </a:lnTo>
                  <a:lnTo>
                    <a:pt x="1201425" y="1326535"/>
                  </a:lnTo>
                  <a:lnTo>
                    <a:pt x="1205461" y="1311944"/>
                  </a:lnTo>
                  <a:lnTo>
                    <a:pt x="1208565" y="1300457"/>
                  </a:lnTo>
                  <a:lnTo>
                    <a:pt x="1206392" y="1284625"/>
                  </a:lnTo>
                  <a:lnTo>
                    <a:pt x="1199252" y="1273138"/>
                  </a:lnTo>
                  <a:lnTo>
                    <a:pt x="1190870" y="1267861"/>
                  </a:lnTo>
                  <a:lnTo>
                    <a:pt x="1177210" y="1265688"/>
                  </a:lnTo>
                  <a:lnTo>
                    <a:pt x="1162619" y="1265688"/>
                  </a:lnTo>
                  <a:lnTo>
                    <a:pt x="1147097" y="1267861"/>
                  </a:lnTo>
                  <a:lnTo>
                    <a:pt x="1128470" y="1267861"/>
                  </a:lnTo>
                  <a:lnTo>
                    <a:pt x="1134679" y="1255132"/>
                  </a:lnTo>
                  <a:lnTo>
                    <a:pt x="1139957" y="1238368"/>
                  </a:lnTo>
                  <a:lnTo>
                    <a:pt x="1145234" y="1220362"/>
                  </a:lnTo>
                  <a:lnTo>
                    <a:pt x="1150512" y="1206703"/>
                  </a:lnTo>
                  <a:lnTo>
                    <a:pt x="1157652" y="1199252"/>
                  </a:lnTo>
                  <a:lnTo>
                    <a:pt x="1157652" y="1183420"/>
                  </a:lnTo>
                  <a:lnTo>
                    <a:pt x="1152375" y="1184351"/>
                  </a:lnTo>
                  <a:lnTo>
                    <a:pt x="1148339" y="1184351"/>
                  </a:lnTo>
                  <a:lnTo>
                    <a:pt x="1147097" y="1184351"/>
                  </a:lnTo>
                  <a:lnTo>
                    <a:pt x="1147097" y="1186524"/>
                  </a:lnTo>
                  <a:lnTo>
                    <a:pt x="1144924" y="1186524"/>
                  </a:lnTo>
                  <a:lnTo>
                    <a:pt x="1144924" y="1184351"/>
                  </a:lnTo>
                  <a:lnTo>
                    <a:pt x="1142751" y="1183420"/>
                  </a:lnTo>
                  <a:lnTo>
                    <a:pt x="1141820" y="1179073"/>
                  </a:lnTo>
                  <a:lnTo>
                    <a:pt x="1125055" y="1181246"/>
                  </a:lnTo>
                  <a:lnTo>
                    <a:pt x="1113569" y="1186524"/>
                  </a:lnTo>
                  <a:lnTo>
                    <a:pt x="1105187" y="1195837"/>
                  </a:lnTo>
                  <a:lnTo>
                    <a:pt x="1103014" y="1198942"/>
                  </a:lnTo>
                  <a:lnTo>
                    <a:pt x="1100841" y="1205151"/>
                  </a:lnTo>
                  <a:lnTo>
                    <a:pt x="1098668" y="1210428"/>
                  </a:lnTo>
                  <a:lnTo>
                    <a:pt x="1097736" y="1215706"/>
                  </a:lnTo>
                  <a:lnTo>
                    <a:pt x="1093700" y="1220052"/>
                  </a:lnTo>
                  <a:lnTo>
                    <a:pt x="1093700" y="1220983"/>
                  </a:lnTo>
                  <a:lnTo>
                    <a:pt x="1091527" y="1220983"/>
                  </a:lnTo>
                  <a:lnTo>
                    <a:pt x="1090596" y="1220983"/>
                  </a:lnTo>
                  <a:lnTo>
                    <a:pt x="1086560" y="1220983"/>
                  </a:lnTo>
                  <a:lnTo>
                    <a:pt x="1084387" y="1220983"/>
                  </a:lnTo>
                  <a:lnTo>
                    <a:pt x="1081283" y="1223157"/>
                  </a:lnTo>
                  <a:lnTo>
                    <a:pt x="1066692" y="1230607"/>
                  </a:lnTo>
                  <a:lnTo>
                    <a:pt x="1057378" y="1234953"/>
                  </a:lnTo>
                  <a:lnTo>
                    <a:pt x="1052101" y="1232780"/>
                  </a:lnTo>
                  <a:lnTo>
                    <a:pt x="1048065" y="1230607"/>
                  </a:lnTo>
                  <a:lnTo>
                    <a:pt x="1044960" y="1227503"/>
                  </a:lnTo>
                  <a:lnTo>
                    <a:pt x="1037820" y="1225330"/>
                  </a:lnTo>
                  <a:lnTo>
                    <a:pt x="1025402" y="1223157"/>
                  </a:lnTo>
                  <a:lnTo>
                    <a:pt x="1013916" y="1201115"/>
                  </a:lnTo>
                  <a:lnTo>
                    <a:pt x="1006776" y="1183109"/>
                  </a:lnTo>
                  <a:lnTo>
                    <a:pt x="1005844" y="1164172"/>
                  </a:lnTo>
                  <a:lnTo>
                    <a:pt x="1005844" y="1146166"/>
                  </a:lnTo>
                  <a:lnTo>
                    <a:pt x="1012985" y="1121951"/>
                  </a:lnTo>
                  <a:lnTo>
                    <a:pt x="1016089" y="1111396"/>
                  </a:lnTo>
                  <a:lnTo>
                    <a:pt x="1016089" y="1102083"/>
                  </a:lnTo>
                  <a:lnTo>
                    <a:pt x="1013916" y="1094632"/>
                  </a:lnTo>
                  <a:lnTo>
                    <a:pt x="1017952" y="1085319"/>
                  </a:lnTo>
                  <a:lnTo>
                    <a:pt x="1025092" y="1074764"/>
                  </a:lnTo>
                  <a:lnTo>
                    <a:pt x="1035647" y="1067313"/>
                  </a:lnTo>
                  <a:lnTo>
                    <a:pt x="1048065" y="1061104"/>
                  </a:lnTo>
                  <a:lnTo>
                    <a:pt x="1059551" y="1057999"/>
                  </a:lnTo>
                  <a:lnTo>
                    <a:pt x="1076316" y="1055826"/>
                  </a:lnTo>
                  <a:lnTo>
                    <a:pt x="1091838" y="1055826"/>
                  </a:lnTo>
                  <a:lnTo>
                    <a:pt x="1108602" y="1060173"/>
                  </a:lnTo>
                  <a:lnTo>
                    <a:pt x="1121020" y="1065450"/>
                  </a:lnTo>
                  <a:lnTo>
                    <a:pt x="1137784" y="1065450"/>
                  </a:lnTo>
                  <a:lnTo>
                    <a:pt x="1134679" y="1060173"/>
                  </a:lnTo>
                  <a:lnTo>
                    <a:pt x="1132506" y="1055826"/>
                  </a:lnTo>
                  <a:lnTo>
                    <a:pt x="1130333" y="1052722"/>
                  </a:lnTo>
                  <a:lnTo>
                    <a:pt x="1127229" y="1047444"/>
                  </a:lnTo>
                  <a:lnTo>
                    <a:pt x="1125055" y="1041235"/>
                  </a:lnTo>
                  <a:lnTo>
                    <a:pt x="1128160" y="1041235"/>
                  </a:lnTo>
                  <a:lnTo>
                    <a:pt x="1128160" y="1038131"/>
                  </a:lnTo>
                  <a:lnTo>
                    <a:pt x="1149891" y="1041235"/>
                  </a:lnTo>
                  <a:lnTo>
                    <a:pt x="1168518" y="1048686"/>
                  </a:lnTo>
                  <a:lnTo>
                    <a:pt x="1184040" y="1056137"/>
                  </a:lnTo>
                  <a:lnTo>
                    <a:pt x="1197700" y="1058310"/>
                  </a:lnTo>
                  <a:lnTo>
                    <a:pt x="1208255" y="1067623"/>
                  </a:lnTo>
                  <a:lnTo>
                    <a:pt x="1219741" y="1083456"/>
                  </a:lnTo>
                  <a:lnTo>
                    <a:pt x="1230297" y="1105498"/>
                  </a:lnTo>
                  <a:lnTo>
                    <a:pt x="1239610" y="1126608"/>
                  </a:lnTo>
                  <a:lnTo>
                    <a:pt x="1244888" y="1142441"/>
                  </a:lnTo>
                  <a:lnTo>
                    <a:pt x="1257305" y="1146787"/>
                  </a:lnTo>
                  <a:lnTo>
                    <a:pt x="1257305" y="1142441"/>
                  </a:lnTo>
                  <a:lnTo>
                    <a:pt x="1261341" y="1142441"/>
                  </a:lnTo>
                  <a:lnTo>
                    <a:pt x="1257305" y="1124435"/>
                  </a:lnTo>
                  <a:lnTo>
                    <a:pt x="1250165" y="1104566"/>
                  </a:lnTo>
                  <a:lnTo>
                    <a:pt x="1243025" y="1083456"/>
                  </a:lnTo>
                  <a:lnTo>
                    <a:pt x="1237747" y="1063587"/>
                  </a:lnTo>
                  <a:lnTo>
                    <a:pt x="1235574" y="1045581"/>
                  </a:lnTo>
                  <a:lnTo>
                    <a:pt x="1241783" y="1030991"/>
                  </a:lnTo>
                  <a:lnTo>
                    <a:pt x="1247061" y="1012053"/>
                  </a:lnTo>
                  <a:lnTo>
                    <a:pt x="1257616" y="997462"/>
                  </a:lnTo>
                  <a:lnTo>
                    <a:pt x="1274380" y="986907"/>
                  </a:lnTo>
                  <a:lnTo>
                    <a:pt x="1291144" y="975421"/>
                  </a:lnTo>
                  <a:lnTo>
                    <a:pt x="1306666" y="967039"/>
                  </a:lnTo>
                  <a:lnTo>
                    <a:pt x="1321257" y="957725"/>
                  </a:lnTo>
                  <a:lnTo>
                    <a:pt x="1321257" y="952448"/>
                  </a:lnTo>
                  <a:lnTo>
                    <a:pt x="1318153" y="940961"/>
                  </a:lnTo>
                  <a:lnTo>
                    <a:pt x="1314117" y="928233"/>
                  </a:lnTo>
                  <a:lnTo>
                    <a:pt x="1311012" y="917678"/>
                  </a:lnTo>
                  <a:lnTo>
                    <a:pt x="1308839" y="913332"/>
                  </a:lnTo>
                  <a:lnTo>
                    <a:pt x="1308839" y="904018"/>
                  </a:lnTo>
                  <a:lnTo>
                    <a:pt x="1314117" y="908364"/>
                  </a:lnTo>
                  <a:lnTo>
                    <a:pt x="1316290" y="910538"/>
                  </a:lnTo>
                  <a:lnTo>
                    <a:pt x="1320326" y="911469"/>
                  </a:lnTo>
                  <a:lnTo>
                    <a:pt x="1321257" y="913642"/>
                  </a:lnTo>
                  <a:lnTo>
                    <a:pt x="1325293" y="917988"/>
                  </a:lnTo>
                  <a:lnTo>
                    <a:pt x="1337711" y="886633"/>
                  </a:lnTo>
                  <a:lnTo>
                    <a:pt x="1348266" y="857141"/>
                  </a:lnTo>
                  <a:lnTo>
                    <a:pt x="1362857" y="854968"/>
                  </a:lnTo>
                  <a:lnTo>
                    <a:pt x="1376517" y="852795"/>
                  </a:lnTo>
                  <a:lnTo>
                    <a:pt x="1391108" y="849690"/>
                  </a:lnTo>
                  <a:lnTo>
                    <a:pt x="1401663" y="840377"/>
                  </a:lnTo>
                  <a:lnTo>
                    <a:pt x="1408803" y="840377"/>
                  </a:lnTo>
                  <a:lnTo>
                    <a:pt x="1405698" y="837272"/>
                  </a:lnTo>
                  <a:lnTo>
                    <a:pt x="1398558" y="835099"/>
                  </a:lnTo>
                  <a:lnTo>
                    <a:pt x="1392349" y="832926"/>
                  </a:lnTo>
                  <a:lnTo>
                    <a:pt x="1398558" y="814920"/>
                  </a:lnTo>
                  <a:lnTo>
                    <a:pt x="1406940" y="802192"/>
                  </a:lnTo>
                  <a:lnTo>
                    <a:pt x="1420600" y="792879"/>
                  </a:lnTo>
                  <a:lnTo>
                    <a:pt x="1435191" y="785428"/>
                  </a:lnTo>
                  <a:lnTo>
                    <a:pt x="1448850" y="780150"/>
                  </a:lnTo>
                  <a:lnTo>
                    <a:pt x="1465615" y="772700"/>
                  </a:lnTo>
                  <a:lnTo>
                    <a:pt x="1478032" y="763386"/>
                  </a:lnTo>
                  <a:lnTo>
                    <a:pt x="1478032" y="761213"/>
                  </a:lnTo>
                  <a:lnTo>
                    <a:pt x="1478032" y="759040"/>
                  </a:lnTo>
                  <a:lnTo>
                    <a:pt x="1480205" y="759040"/>
                  </a:lnTo>
                  <a:lnTo>
                    <a:pt x="1482379" y="759040"/>
                  </a:lnTo>
                  <a:lnTo>
                    <a:pt x="1482379" y="763386"/>
                  </a:lnTo>
                  <a:lnTo>
                    <a:pt x="1489519" y="766491"/>
                  </a:lnTo>
                  <a:lnTo>
                    <a:pt x="1482379" y="775804"/>
                  </a:lnTo>
                  <a:lnTo>
                    <a:pt x="1475238" y="781082"/>
                  </a:lnTo>
                  <a:lnTo>
                    <a:pt x="1465925" y="787291"/>
                  </a:lnTo>
                  <a:lnTo>
                    <a:pt x="1465925" y="803123"/>
                  </a:lnTo>
                  <a:lnTo>
                    <a:pt x="1484552" y="795673"/>
                  </a:lnTo>
                  <a:lnTo>
                    <a:pt x="1499143" y="785117"/>
                  </a:lnTo>
                  <a:lnTo>
                    <a:pt x="1509698" y="772389"/>
                  </a:lnTo>
                  <a:lnTo>
                    <a:pt x="1511871" y="770216"/>
                  </a:lnTo>
                  <a:lnTo>
                    <a:pt x="1511871" y="768043"/>
                  </a:lnTo>
                  <a:lnTo>
                    <a:pt x="1514044" y="768043"/>
                  </a:lnTo>
                  <a:lnTo>
                    <a:pt x="1514044" y="765870"/>
                  </a:lnTo>
                  <a:lnTo>
                    <a:pt x="1514044" y="762765"/>
                  </a:lnTo>
                  <a:lnTo>
                    <a:pt x="1504731" y="751279"/>
                  </a:lnTo>
                  <a:lnTo>
                    <a:pt x="1497590" y="740724"/>
                  </a:lnTo>
                  <a:lnTo>
                    <a:pt x="1488277" y="730169"/>
                  </a:lnTo>
                  <a:lnTo>
                    <a:pt x="1473686" y="722718"/>
                  </a:lnTo>
                  <a:lnTo>
                    <a:pt x="1475859" y="711231"/>
                  </a:lnTo>
                  <a:lnTo>
                    <a:pt x="1478032" y="703781"/>
                  </a:lnTo>
                  <a:lnTo>
                    <a:pt x="1481137" y="696330"/>
                  </a:lnTo>
                  <a:lnTo>
                    <a:pt x="1486414" y="687017"/>
                  </a:lnTo>
                  <a:lnTo>
                    <a:pt x="1483310" y="683912"/>
                  </a:lnTo>
                  <a:lnTo>
                    <a:pt x="1479274" y="681739"/>
                  </a:lnTo>
                  <a:lnTo>
                    <a:pt x="1476170" y="679566"/>
                  </a:lnTo>
                  <a:lnTo>
                    <a:pt x="1473996" y="678635"/>
                  </a:lnTo>
                  <a:lnTo>
                    <a:pt x="1471823" y="674288"/>
                  </a:lnTo>
                  <a:lnTo>
                    <a:pt x="1470892" y="671184"/>
                  </a:lnTo>
                  <a:lnTo>
                    <a:pt x="1446988" y="676461"/>
                  </a:lnTo>
                  <a:lnTo>
                    <a:pt x="1425257" y="685775"/>
                  </a:lnTo>
                  <a:lnTo>
                    <a:pt x="1407561" y="698503"/>
                  </a:lnTo>
                  <a:lnTo>
                    <a:pt x="1403525" y="698503"/>
                  </a:lnTo>
                  <a:lnTo>
                    <a:pt x="1418116" y="681739"/>
                  </a:lnTo>
                  <a:lnTo>
                    <a:pt x="1437985" y="672426"/>
                  </a:lnTo>
                  <a:lnTo>
                    <a:pt x="1459716" y="664975"/>
                  </a:lnTo>
                  <a:lnTo>
                    <a:pt x="1485793" y="661870"/>
                  </a:lnTo>
                  <a:lnTo>
                    <a:pt x="1510940" y="657524"/>
                  </a:lnTo>
                  <a:lnTo>
                    <a:pt x="1537017" y="654420"/>
                  </a:lnTo>
                  <a:lnTo>
                    <a:pt x="1562163" y="649142"/>
                  </a:lnTo>
                  <a:lnTo>
                    <a:pt x="1583894" y="639829"/>
                  </a:lnTo>
                  <a:lnTo>
                    <a:pt x="1603763" y="625238"/>
                  </a:lnTo>
                  <a:lnTo>
                    <a:pt x="1603763" y="622133"/>
                  </a:lnTo>
                  <a:lnTo>
                    <a:pt x="1603763" y="619960"/>
                  </a:lnTo>
                  <a:lnTo>
                    <a:pt x="1603763" y="615614"/>
                  </a:lnTo>
                  <a:lnTo>
                    <a:pt x="1601590" y="614683"/>
                  </a:lnTo>
                  <a:lnTo>
                    <a:pt x="1601590" y="610336"/>
                  </a:lnTo>
                  <a:lnTo>
                    <a:pt x="1601590" y="607232"/>
                  </a:lnTo>
                  <a:lnTo>
                    <a:pt x="1603763" y="601023"/>
                  </a:lnTo>
                  <a:lnTo>
                    <a:pt x="1601590" y="595746"/>
                  </a:lnTo>
                  <a:lnTo>
                    <a:pt x="1601590" y="590468"/>
                  </a:lnTo>
                  <a:lnTo>
                    <a:pt x="1600658" y="586122"/>
                  </a:lnTo>
                  <a:lnTo>
                    <a:pt x="1600658" y="580844"/>
                  </a:lnTo>
                  <a:lnTo>
                    <a:pt x="1581721" y="580844"/>
                  </a:lnTo>
                  <a:lnTo>
                    <a:pt x="1579548" y="566253"/>
                  </a:lnTo>
                  <a:lnTo>
                    <a:pt x="1572408" y="556940"/>
                  </a:lnTo>
                  <a:lnTo>
                    <a:pt x="1565268" y="549489"/>
                  </a:lnTo>
                  <a:lnTo>
                    <a:pt x="1552850" y="546385"/>
                  </a:lnTo>
                  <a:lnTo>
                    <a:pt x="1543536" y="556940"/>
                  </a:lnTo>
                  <a:lnTo>
                    <a:pt x="1532981" y="566253"/>
                  </a:lnTo>
                  <a:lnTo>
                    <a:pt x="1521495" y="577740"/>
                  </a:lnTo>
                  <a:lnTo>
                    <a:pt x="1518390" y="577740"/>
                  </a:lnTo>
                  <a:lnTo>
                    <a:pt x="1530808" y="558803"/>
                  </a:lnTo>
                  <a:lnTo>
                    <a:pt x="1542295" y="536761"/>
                  </a:lnTo>
                  <a:lnTo>
                    <a:pt x="1528635" y="526206"/>
                  </a:lnTo>
                  <a:lnTo>
                    <a:pt x="1525531" y="516892"/>
                  </a:lnTo>
                  <a:lnTo>
                    <a:pt x="1527704" y="506337"/>
                  </a:lnTo>
                  <a:lnTo>
                    <a:pt x="1527704" y="494851"/>
                  </a:lnTo>
                  <a:lnTo>
                    <a:pt x="1521495" y="480260"/>
                  </a:lnTo>
                  <a:lnTo>
                    <a:pt x="1520563" y="478087"/>
                  </a:lnTo>
                  <a:lnTo>
                    <a:pt x="1516528" y="478087"/>
                  </a:lnTo>
                  <a:lnTo>
                    <a:pt x="1514354" y="478087"/>
                  </a:lnTo>
                  <a:lnTo>
                    <a:pt x="1511250" y="478087"/>
                  </a:lnTo>
                  <a:lnTo>
                    <a:pt x="1507214" y="478087"/>
                  </a:lnTo>
                  <a:lnTo>
                    <a:pt x="1506283" y="477155"/>
                  </a:lnTo>
                  <a:lnTo>
                    <a:pt x="1504110" y="472809"/>
                  </a:lnTo>
                  <a:lnTo>
                    <a:pt x="1501937" y="469705"/>
                  </a:lnTo>
                  <a:lnTo>
                    <a:pt x="1504110" y="465358"/>
                  </a:lnTo>
                  <a:lnTo>
                    <a:pt x="1504110" y="462254"/>
                  </a:lnTo>
                  <a:lnTo>
                    <a:pt x="1506283" y="460081"/>
                  </a:lnTo>
                  <a:lnTo>
                    <a:pt x="1506283" y="455734"/>
                  </a:lnTo>
                  <a:lnTo>
                    <a:pt x="1506283" y="452630"/>
                  </a:lnTo>
                  <a:lnTo>
                    <a:pt x="1500074" y="443317"/>
                  </a:lnTo>
                  <a:lnTo>
                    <a:pt x="1492934" y="435866"/>
                  </a:lnTo>
                  <a:lnTo>
                    <a:pt x="1485793" y="428415"/>
                  </a:lnTo>
                  <a:lnTo>
                    <a:pt x="1480516" y="420964"/>
                  </a:lnTo>
                  <a:lnTo>
                    <a:pt x="1478343" y="408236"/>
                  </a:lnTo>
                  <a:lnTo>
                    <a:pt x="1463752" y="419723"/>
                  </a:lnTo>
                  <a:lnTo>
                    <a:pt x="1455370" y="434314"/>
                  </a:lnTo>
                  <a:lnTo>
                    <a:pt x="1443883" y="447973"/>
                  </a:lnTo>
                  <a:lnTo>
                    <a:pt x="1429292" y="459460"/>
                  </a:lnTo>
                  <a:lnTo>
                    <a:pt x="1428361" y="455114"/>
                  </a:lnTo>
                  <a:lnTo>
                    <a:pt x="1422152" y="454182"/>
                  </a:lnTo>
                  <a:lnTo>
                    <a:pt x="1419048" y="449836"/>
                  </a:lnTo>
                  <a:lnTo>
                    <a:pt x="1415012" y="447663"/>
                  </a:lnTo>
                  <a:lnTo>
                    <a:pt x="1411907" y="444558"/>
                  </a:lnTo>
                  <a:lnTo>
                    <a:pt x="1409734" y="442385"/>
                  </a:lnTo>
                  <a:lnTo>
                    <a:pt x="1406630" y="431830"/>
                  </a:lnTo>
                  <a:lnTo>
                    <a:pt x="1404457" y="417239"/>
                  </a:lnTo>
                  <a:lnTo>
                    <a:pt x="1400421" y="400475"/>
                  </a:lnTo>
                  <a:lnTo>
                    <a:pt x="1399490" y="391162"/>
                  </a:lnTo>
                  <a:lnTo>
                    <a:pt x="1395454" y="388057"/>
                  </a:lnTo>
                  <a:lnTo>
                    <a:pt x="1390176" y="385884"/>
                  </a:lnTo>
                  <a:lnTo>
                    <a:pt x="1384899" y="383711"/>
                  </a:lnTo>
                  <a:lnTo>
                    <a:pt x="1378690" y="383711"/>
                  </a:lnTo>
                  <a:lnTo>
                    <a:pt x="1375585" y="382780"/>
                  </a:lnTo>
                  <a:lnTo>
                    <a:pt x="1370308" y="378433"/>
                  </a:lnTo>
                  <a:lnTo>
                    <a:pt x="1364099" y="369120"/>
                  </a:lnTo>
                  <a:lnTo>
                    <a:pt x="1358821" y="356392"/>
                  </a:lnTo>
                  <a:lnTo>
                    <a:pt x="1353544" y="347078"/>
                  </a:lnTo>
                  <a:lnTo>
                    <a:pt x="1329639" y="351425"/>
                  </a:lnTo>
                  <a:lnTo>
                    <a:pt x="1307908" y="351425"/>
                  </a:lnTo>
                  <a:lnTo>
                    <a:pt x="1282762" y="347078"/>
                  </a:lnTo>
                  <a:lnTo>
                    <a:pt x="1282762" y="351425"/>
                  </a:lnTo>
                  <a:lnTo>
                    <a:pt x="1278726" y="351425"/>
                  </a:lnTo>
                  <a:lnTo>
                    <a:pt x="1280899" y="369431"/>
                  </a:lnTo>
                  <a:lnTo>
                    <a:pt x="1286177" y="388368"/>
                  </a:lnTo>
                  <a:lnTo>
                    <a:pt x="1290213" y="405132"/>
                  </a:lnTo>
                  <a:lnTo>
                    <a:pt x="1293317" y="420964"/>
                  </a:lnTo>
                  <a:lnTo>
                    <a:pt x="1290213" y="435555"/>
                  </a:lnTo>
                  <a:lnTo>
                    <a:pt x="1283072" y="448284"/>
                  </a:lnTo>
                  <a:lnTo>
                    <a:pt x="1285246" y="454493"/>
                  </a:lnTo>
                  <a:lnTo>
                    <a:pt x="1288350" y="457597"/>
                  </a:lnTo>
                  <a:lnTo>
                    <a:pt x="1292386" y="459770"/>
                  </a:lnTo>
                  <a:lnTo>
                    <a:pt x="1295490" y="461943"/>
                  </a:lnTo>
                  <a:lnTo>
                    <a:pt x="1302630" y="465048"/>
                  </a:lnTo>
                  <a:lnTo>
                    <a:pt x="1302630" y="481812"/>
                  </a:lnTo>
                  <a:lnTo>
                    <a:pt x="1304804" y="498576"/>
                  </a:lnTo>
                  <a:lnTo>
                    <a:pt x="1302630" y="509131"/>
                  </a:lnTo>
                  <a:lnTo>
                    <a:pt x="1297353" y="528068"/>
                  </a:lnTo>
                  <a:lnTo>
                    <a:pt x="1288040" y="542659"/>
                  </a:lnTo>
                  <a:lnTo>
                    <a:pt x="1273449" y="553214"/>
                  </a:lnTo>
                  <a:lnTo>
                    <a:pt x="1258858" y="560665"/>
                  </a:lnTo>
                  <a:lnTo>
                    <a:pt x="1264135" y="577429"/>
                  </a:lnTo>
                  <a:lnTo>
                    <a:pt x="1268171" y="595435"/>
                  </a:lnTo>
                  <a:lnTo>
                    <a:pt x="1270344" y="610026"/>
                  </a:lnTo>
                  <a:lnTo>
                    <a:pt x="1270344" y="621513"/>
                  </a:lnTo>
                  <a:lnTo>
                    <a:pt x="1268171" y="624617"/>
                  </a:lnTo>
                  <a:lnTo>
                    <a:pt x="1268171" y="626790"/>
                  </a:lnTo>
                  <a:lnTo>
                    <a:pt x="1268171" y="628963"/>
                  </a:lnTo>
                  <a:lnTo>
                    <a:pt x="1265998" y="628963"/>
                  </a:lnTo>
                  <a:lnTo>
                    <a:pt x="1262893" y="629895"/>
                  </a:lnTo>
                  <a:lnTo>
                    <a:pt x="1260720" y="629895"/>
                  </a:lnTo>
                  <a:lnTo>
                    <a:pt x="1258547" y="632068"/>
                  </a:lnTo>
                  <a:lnTo>
                    <a:pt x="1256374" y="632068"/>
                  </a:lnTo>
                  <a:lnTo>
                    <a:pt x="1253270" y="634241"/>
                  </a:lnTo>
                  <a:lnTo>
                    <a:pt x="1242714" y="617477"/>
                  </a:lnTo>
                  <a:lnTo>
                    <a:pt x="1233401" y="604748"/>
                  </a:lnTo>
                  <a:lnTo>
                    <a:pt x="1229365" y="593262"/>
                  </a:lnTo>
                  <a:lnTo>
                    <a:pt x="1228434" y="582707"/>
                  </a:lnTo>
                  <a:lnTo>
                    <a:pt x="1226261" y="571220"/>
                  </a:lnTo>
                  <a:lnTo>
                    <a:pt x="1222225" y="556629"/>
                  </a:lnTo>
                  <a:lnTo>
                    <a:pt x="1219121" y="536761"/>
                  </a:lnTo>
                  <a:lnTo>
                    <a:pt x="1189939" y="529310"/>
                  </a:lnTo>
                  <a:lnTo>
                    <a:pt x="1185903" y="529310"/>
                  </a:lnTo>
                  <a:lnTo>
                    <a:pt x="1184972" y="531483"/>
                  </a:lnTo>
                  <a:lnTo>
                    <a:pt x="1180936" y="533656"/>
                  </a:lnTo>
                  <a:lnTo>
                    <a:pt x="1178763" y="535829"/>
                  </a:lnTo>
                  <a:lnTo>
                    <a:pt x="1175658" y="535829"/>
                  </a:lnTo>
                  <a:lnTo>
                    <a:pt x="1171622" y="536761"/>
                  </a:lnTo>
                  <a:lnTo>
                    <a:pt x="1168518" y="535829"/>
                  </a:lnTo>
                  <a:lnTo>
                    <a:pt x="1163240" y="533656"/>
                  </a:lnTo>
                  <a:lnTo>
                    <a:pt x="1150202" y="527137"/>
                  </a:lnTo>
                  <a:lnTo>
                    <a:pt x="1139646" y="515650"/>
                  </a:lnTo>
                  <a:lnTo>
                    <a:pt x="1127229" y="502922"/>
                  </a:lnTo>
                  <a:lnTo>
                    <a:pt x="1113569" y="493609"/>
                  </a:lnTo>
                  <a:lnTo>
                    <a:pt x="1101151" y="488331"/>
                  </a:lnTo>
                  <a:lnTo>
                    <a:pt x="1088733" y="490504"/>
                  </a:lnTo>
                  <a:lnTo>
                    <a:pt x="1083456" y="488331"/>
                  </a:lnTo>
                  <a:lnTo>
                    <a:pt x="1077247" y="488331"/>
                  </a:lnTo>
                  <a:lnTo>
                    <a:pt x="1076316" y="486158"/>
                  </a:lnTo>
                  <a:lnTo>
                    <a:pt x="1076316" y="485227"/>
                  </a:lnTo>
                  <a:lnTo>
                    <a:pt x="1076316" y="483054"/>
                  </a:lnTo>
                  <a:lnTo>
                    <a:pt x="1076316" y="480881"/>
                  </a:lnTo>
                  <a:lnTo>
                    <a:pt x="1076316" y="477776"/>
                  </a:lnTo>
                  <a:lnTo>
                    <a:pt x="1076316" y="473430"/>
                  </a:lnTo>
                  <a:lnTo>
                    <a:pt x="1072280" y="470325"/>
                  </a:lnTo>
                  <a:lnTo>
                    <a:pt x="1072280" y="461012"/>
                  </a:lnTo>
                  <a:lnTo>
                    <a:pt x="1052411" y="461012"/>
                  </a:lnTo>
                  <a:lnTo>
                    <a:pt x="1052411" y="441143"/>
                  </a:lnTo>
                  <a:lnTo>
                    <a:pt x="1048375" y="421275"/>
                  </a:lnTo>
                  <a:lnTo>
                    <a:pt x="1042166" y="406684"/>
                  </a:lnTo>
                  <a:lnTo>
                    <a:pt x="1042166" y="382469"/>
                  </a:lnTo>
                  <a:lnTo>
                    <a:pt x="1048375" y="365705"/>
                  </a:lnTo>
                  <a:lnTo>
                    <a:pt x="1057689" y="355150"/>
                  </a:lnTo>
                  <a:lnTo>
                    <a:pt x="1072280" y="345837"/>
                  </a:lnTo>
                  <a:lnTo>
                    <a:pt x="1089044" y="340559"/>
                  </a:lnTo>
                  <a:lnTo>
                    <a:pt x="1089044" y="335282"/>
                  </a:lnTo>
                  <a:lnTo>
                    <a:pt x="1086871" y="329073"/>
                  </a:lnTo>
                  <a:lnTo>
                    <a:pt x="1086871" y="325968"/>
                  </a:lnTo>
                  <a:lnTo>
                    <a:pt x="1084698" y="323795"/>
                  </a:lnTo>
                  <a:lnTo>
                    <a:pt x="1083766" y="320691"/>
                  </a:lnTo>
                  <a:lnTo>
                    <a:pt x="1081593" y="316344"/>
                  </a:lnTo>
                  <a:lnTo>
                    <a:pt x="1072280" y="316344"/>
                  </a:lnTo>
                  <a:lnTo>
                    <a:pt x="1072280" y="313240"/>
                  </a:lnTo>
                  <a:lnTo>
                    <a:pt x="1079420" y="314171"/>
                  </a:lnTo>
                  <a:lnTo>
                    <a:pt x="1083456" y="316344"/>
                  </a:lnTo>
                  <a:lnTo>
                    <a:pt x="1088733" y="318517"/>
                  </a:lnTo>
                  <a:lnTo>
                    <a:pt x="1094011" y="320691"/>
                  </a:lnTo>
                  <a:lnTo>
                    <a:pt x="1101151" y="320691"/>
                  </a:lnTo>
                  <a:lnTo>
                    <a:pt x="1105187" y="307031"/>
                  </a:lnTo>
                  <a:lnTo>
                    <a:pt x="1108291" y="298649"/>
                  </a:lnTo>
                  <a:lnTo>
                    <a:pt x="1115432" y="291198"/>
                  </a:lnTo>
                  <a:lnTo>
                    <a:pt x="1124745" y="283748"/>
                  </a:lnTo>
                  <a:lnTo>
                    <a:pt x="1126918" y="279401"/>
                  </a:lnTo>
                  <a:lnTo>
                    <a:pt x="1130023" y="276297"/>
                  </a:lnTo>
                  <a:lnTo>
                    <a:pt x="1132196" y="271951"/>
                  </a:lnTo>
                  <a:lnTo>
                    <a:pt x="1132196" y="266673"/>
                  </a:lnTo>
                  <a:lnTo>
                    <a:pt x="1130023" y="261395"/>
                  </a:lnTo>
                  <a:lnTo>
                    <a:pt x="1127849" y="259222"/>
                  </a:lnTo>
                  <a:lnTo>
                    <a:pt x="1126918" y="257049"/>
                  </a:lnTo>
                  <a:lnTo>
                    <a:pt x="1124745" y="254876"/>
                  </a:lnTo>
                  <a:lnTo>
                    <a:pt x="1120709" y="251772"/>
                  </a:lnTo>
                  <a:lnTo>
                    <a:pt x="1117605" y="251772"/>
                  </a:lnTo>
                  <a:lnTo>
                    <a:pt x="1117605" y="247736"/>
                  </a:lnTo>
                  <a:lnTo>
                    <a:pt x="1135300" y="252082"/>
                  </a:lnTo>
                  <a:lnTo>
                    <a:pt x="1147718" y="259533"/>
                  </a:lnTo>
                  <a:lnTo>
                    <a:pt x="1157031" y="259533"/>
                  </a:lnTo>
                  <a:lnTo>
                    <a:pt x="1159205" y="241527"/>
                  </a:lnTo>
                  <a:lnTo>
                    <a:pt x="1161378" y="230040"/>
                  </a:lnTo>
                  <a:lnTo>
                    <a:pt x="1157342" y="219485"/>
                  </a:lnTo>
                  <a:lnTo>
                    <a:pt x="1157342" y="215139"/>
                  </a:lnTo>
                  <a:lnTo>
                    <a:pt x="1208255" y="212034"/>
                  </a:lnTo>
                  <a:lnTo>
                    <a:pt x="1208255" y="205826"/>
                  </a:lnTo>
                  <a:lnTo>
                    <a:pt x="1206082" y="202721"/>
                  </a:lnTo>
                  <a:lnTo>
                    <a:pt x="1206082" y="200548"/>
                  </a:lnTo>
                  <a:lnTo>
                    <a:pt x="1205151" y="198375"/>
                  </a:lnTo>
                  <a:lnTo>
                    <a:pt x="1202977" y="197444"/>
                  </a:lnTo>
                  <a:lnTo>
                    <a:pt x="1200804" y="195270"/>
                  </a:lnTo>
                  <a:lnTo>
                    <a:pt x="1200804" y="190924"/>
                  </a:lnTo>
                  <a:lnTo>
                    <a:pt x="1206082" y="193097"/>
                  </a:lnTo>
                  <a:lnTo>
                    <a:pt x="1210118" y="195270"/>
                  </a:lnTo>
                  <a:lnTo>
                    <a:pt x="1213222" y="197444"/>
                  </a:lnTo>
                  <a:lnTo>
                    <a:pt x="1217258" y="198375"/>
                  </a:lnTo>
                  <a:lnTo>
                    <a:pt x="1224398" y="198375"/>
                  </a:lnTo>
                  <a:lnTo>
                    <a:pt x="1226571" y="187820"/>
                  </a:lnTo>
                  <a:lnTo>
                    <a:pt x="1229676" y="173229"/>
                  </a:lnTo>
                  <a:lnTo>
                    <a:pt x="1233711" y="154292"/>
                  </a:lnTo>
                  <a:lnTo>
                    <a:pt x="1234643" y="138459"/>
                  </a:lnTo>
                  <a:lnTo>
                    <a:pt x="1236816" y="125731"/>
                  </a:lnTo>
                  <a:lnTo>
                    <a:pt x="1236816" y="118280"/>
                  </a:lnTo>
                  <a:lnTo>
                    <a:pt x="1236816" y="103689"/>
                  </a:lnTo>
                  <a:lnTo>
                    <a:pt x="1229676" y="97480"/>
                  </a:lnTo>
                  <a:lnTo>
                    <a:pt x="1220362" y="99653"/>
                  </a:lnTo>
                  <a:lnTo>
                    <a:pt x="1211980" y="103999"/>
                  </a:lnTo>
                  <a:lnTo>
                    <a:pt x="1204840" y="103999"/>
                  </a:lnTo>
                  <a:lnTo>
                    <a:pt x="1202667" y="99653"/>
                  </a:lnTo>
                  <a:lnTo>
                    <a:pt x="1198631" y="97480"/>
                  </a:lnTo>
                  <a:lnTo>
                    <a:pt x="1197700" y="94376"/>
                  </a:lnTo>
                  <a:lnTo>
                    <a:pt x="1193664" y="90029"/>
                  </a:lnTo>
                  <a:lnTo>
                    <a:pt x="1191491" y="86925"/>
                  </a:lnTo>
                  <a:lnTo>
                    <a:pt x="1188386" y="84752"/>
                  </a:lnTo>
                  <a:lnTo>
                    <a:pt x="1184351" y="82579"/>
                  </a:lnTo>
                  <a:lnTo>
                    <a:pt x="1181246" y="82579"/>
                  </a:lnTo>
                  <a:lnTo>
                    <a:pt x="1177210" y="86925"/>
                  </a:lnTo>
                  <a:lnTo>
                    <a:pt x="1166655" y="96238"/>
                  </a:lnTo>
                  <a:lnTo>
                    <a:pt x="1162619" y="108966"/>
                  </a:lnTo>
                  <a:lnTo>
                    <a:pt x="1162619" y="121695"/>
                  </a:lnTo>
                  <a:lnTo>
                    <a:pt x="1164793" y="134423"/>
                  </a:lnTo>
                  <a:lnTo>
                    <a:pt x="1164793" y="147151"/>
                  </a:lnTo>
                  <a:lnTo>
                    <a:pt x="1157652" y="163915"/>
                  </a:lnTo>
                  <a:lnTo>
                    <a:pt x="1148339" y="178506"/>
                  </a:lnTo>
                  <a:lnTo>
                    <a:pt x="1143061" y="176333"/>
                  </a:lnTo>
                  <a:lnTo>
                    <a:pt x="1139957" y="175402"/>
                  </a:lnTo>
                  <a:lnTo>
                    <a:pt x="1137784" y="173229"/>
                  </a:lnTo>
                  <a:lnTo>
                    <a:pt x="1135611" y="171056"/>
                  </a:lnTo>
                  <a:lnTo>
                    <a:pt x="1132506" y="167951"/>
                  </a:lnTo>
                  <a:lnTo>
                    <a:pt x="1134679" y="161742"/>
                  </a:lnTo>
                  <a:lnTo>
                    <a:pt x="1134679" y="153360"/>
                  </a:lnTo>
                  <a:lnTo>
                    <a:pt x="1135611" y="140632"/>
                  </a:lnTo>
                  <a:lnTo>
                    <a:pt x="1137784" y="126041"/>
                  </a:lnTo>
                  <a:lnTo>
                    <a:pt x="1137784" y="114244"/>
                  </a:lnTo>
                  <a:lnTo>
                    <a:pt x="1128470" y="118590"/>
                  </a:lnTo>
                  <a:lnTo>
                    <a:pt x="1123193" y="123868"/>
                  </a:lnTo>
                  <a:lnTo>
                    <a:pt x="1117915" y="129145"/>
                  </a:lnTo>
                  <a:lnTo>
                    <a:pt x="1112638" y="134423"/>
                  </a:lnTo>
                  <a:lnTo>
                    <a:pt x="1101151" y="134423"/>
                  </a:lnTo>
                  <a:lnTo>
                    <a:pt x="1098047" y="119832"/>
                  </a:lnTo>
                  <a:lnTo>
                    <a:pt x="1098047" y="103999"/>
                  </a:lnTo>
                  <a:lnTo>
                    <a:pt x="1071969" y="103999"/>
                  </a:lnTo>
                  <a:lnTo>
                    <a:pt x="1076005" y="96549"/>
                  </a:lnTo>
                  <a:lnTo>
                    <a:pt x="1076936" y="90340"/>
                  </a:lnTo>
                  <a:lnTo>
                    <a:pt x="1079110" y="85062"/>
                  </a:lnTo>
                  <a:lnTo>
                    <a:pt x="1083145" y="81958"/>
                  </a:lnTo>
                  <a:lnTo>
                    <a:pt x="1088423" y="77611"/>
                  </a:lnTo>
                  <a:lnTo>
                    <a:pt x="1088423" y="70161"/>
                  </a:lnTo>
                  <a:lnTo>
                    <a:pt x="1088423" y="62710"/>
                  </a:lnTo>
                  <a:lnTo>
                    <a:pt x="1086250" y="59606"/>
                  </a:lnTo>
                  <a:lnTo>
                    <a:pt x="1083145" y="55259"/>
                  </a:lnTo>
                  <a:lnTo>
                    <a:pt x="1079110" y="52155"/>
                  </a:lnTo>
                  <a:lnTo>
                    <a:pt x="1071969" y="49982"/>
                  </a:lnTo>
                  <a:lnTo>
                    <a:pt x="1074142" y="42531"/>
                  </a:lnTo>
                  <a:lnTo>
                    <a:pt x="1076316" y="39427"/>
                  </a:lnTo>
                  <a:lnTo>
                    <a:pt x="1077247" y="35080"/>
                  </a:lnTo>
                  <a:lnTo>
                    <a:pt x="1079420" y="29803"/>
                  </a:lnTo>
                  <a:lnTo>
                    <a:pt x="1081593" y="25457"/>
                  </a:lnTo>
                  <a:lnTo>
                    <a:pt x="1079420" y="22352"/>
                  </a:lnTo>
                  <a:lnTo>
                    <a:pt x="1076316" y="18006"/>
                  </a:lnTo>
                  <a:lnTo>
                    <a:pt x="1074142" y="17075"/>
                  </a:lnTo>
                  <a:lnTo>
                    <a:pt x="1071969" y="14901"/>
                  </a:lnTo>
                  <a:lnTo>
                    <a:pt x="1069796" y="12728"/>
                  </a:lnTo>
                  <a:lnTo>
                    <a:pt x="1069796" y="7451"/>
                  </a:lnTo>
                  <a:lnTo>
                    <a:pt x="1068865" y="0"/>
                  </a:lnTo>
                  <a:lnTo>
                    <a:pt x="1057378" y="2173"/>
                  </a:lnTo>
                  <a:lnTo>
                    <a:pt x="1046823" y="5278"/>
                  </a:lnTo>
                  <a:lnTo>
                    <a:pt x="1037510" y="9624"/>
                  </a:lnTo>
                  <a:lnTo>
                    <a:pt x="1025092" y="29492"/>
                  </a:lnTo>
                  <a:lnTo>
                    <a:pt x="1021056" y="47498"/>
                  </a:lnTo>
                  <a:lnTo>
                    <a:pt x="1023229" y="66435"/>
                  </a:lnTo>
                  <a:lnTo>
                    <a:pt x="1032543" y="82268"/>
                  </a:lnTo>
                  <a:lnTo>
                    <a:pt x="1044960" y="96859"/>
                  </a:lnTo>
                  <a:lnTo>
                    <a:pt x="1047134" y="104310"/>
                  </a:lnTo>
                  <a:lnTo>
                    <a:pt x="1044960" y="118901"/>
                  </a:lnTo>
                  <a:lnTo>
                    <a:pt x="1044960" y="135665"/>
                  </a:lnTo>
                  <a:lnTo>
                    <a:pt x="1044960" y="150256"/>
                  </a:lnTo>
                  <a:lnTo>
                    <a:pt x="1032543" y="150256"/>
                  </a:lnTo>
                  <a:lnTo>
                    <a:pt x="1032543" y="153360"/>
                  </a:lnTo>
                  <a:lnTo>
                    <a:pt x="1030369" y="159569"/>
                  </a:lnTo>
                  <a:lnTo>
                    <a:pt x="1030369" y="162674"/>
                  </a:lnTo>
                  <a:lnTo>
                    <a:pt x="1028196" y="170124"/>
                  </a:lnTo>
                  <a:lnTo>
                    <a:pt x="1019814" y="153360"/>
                  </a:lnTo>
                  <a:lnTo>
                    <a:pt x="1012674" y="137528"/>
                  </a:lnTo>
                  <a:lnTo>
                    <a:pt x="988770" y="137528"/>
                  </a:lnTo>
                  <a:lnTo>
                    <a:pt x="988770" y="150256"/>
                  </a:lnTo>
                  <a:lnTo>
                    <a:pt x="986597" y="152429"/>
                  </a:lnTo>
                  <a:lnTo>
                    <a:pt x="984424" y="153360"/>
                  </a:lnTo>
                  <a:lnTo>
                    <a:pt x="983492" y="155533"/>
                  </a:lnTo>
                  <a:lnTo>
                    <a:pt x="981319" y="157706"/>
                  </a:lnTo>
                  <a:lnTo>
                    <a:pt x="962692" y="157706"/>
                  </a:lnTo>
                  <a:lnTo>
                    <a:pt x="950275" y="155533"/>
                  </a:lnTo>
                  <a:lnTo>
                    <a:pt x="937857" y="153360"/>
                  </a:lnTo>
                  <a:lnTo>
                    <a:pt x="925439" y="150256"/>
                  </a:lnTo>
                  <a:lnTo>
                    <a:pt x="905570" y="150256"/>
                  </a:lnTo>
                  <a:lnTo>
                    <a:pt x="901535" y="142805"/>
                  </a:lnTo>
                  <a:lnTo>
                    <a:pt x="898430" y="139701"/>
                  </a:lnTo>
                  <a:lnTo>
                    <a:pt x="894394" y="133492"/>
                  </a:lnTo>
                  <a:lnTo>
                    <a:pt x="889117" y="130387"/>
                  </a:lnTo>
                  <a:lnTo>
                    <a:pt x="889117" y="117659"/>
                  </a:lnTo>
                  <a:lnTo>
                    <a:pt x="842239" y="122937"/>
                  </a:lnTo>
                  <a:lnTo>
                    <a:pt x="842239" y="126041"/>
                  </a:lnTo>
                  <a:lnTo>
                    <a:pt x="838204" y="126041"/>
                  </a:lnTo>
                  <a:lnTo>
                    <a:pt x="838204" y="132250"/>
                  </a:lnTo>
                  <a:lnTo>
                    <a:pt x="840377" y="135354"/>
                  </a:lnTo>
                  <a:lnTo>
                    <a:pt x="842550" y="139701"/>
                  </a:lnTo>
                  <a:lnTo>
                    <a:pt x="843481" y="140632"/>
                  </a:lnTo>
                  <a:lnTo>
                    <a:pt x="845654" y="145910"/>
                  </a:lnTo>
                  <a:lnTo>
                    <a:pt x="877941" y="145910"/>
                  </a:lnTo>
                  <a:lnTo>
                    <a:pt x="877941" y="150256"/>
                  </a:lnTo>
                  <a:lnTo>
                    <a:pt x="870800" y="152429"/>
                  </a:lnTo>
                  <a:lnTo>
                    <a:pt x="865523" y="153360"/>
                  </a:lnTo>
                  <a:lnTo>
                    <a:pt x="858383" y="153360"/>
                  </a:lnTo>
                  <a:lnTo>
                    <a:pt x="849069" y="153360"/>
                  </a:lnTo>
                  <a:lnTo>
                    <a:pt x="849069" y="189993"/>
                  </a:lnTo>
                  <a:lnTo>
                    <a:pt x="840687" y="179438"/>
                  </a:lnTo>
                  <a:lnTo>
                    <a:pt x="831374" y="167951"/>
                  </a:lnTo>
                  <a:lnTo>
                    <a:pt x="822060" y="157396"/>
                  </a:lnTo>
                  <a:lnTo>
                    <a:pt x="813678" y="155223"/>
                  </a:lnTo>
                  <a:lnTo>
                    <a:pt x="799087" y="155223"/>
                  </a:lnTo>
                  <a:lnTo>
                    <a:pt x="782323" y="155223"/>
                  </a:lnTo>
                  <a:lnTo>
                    <a:pt x="765559" y="153050"/>
                  </a:lnTo>
                  <a:lnTo>
                    <a:pt x="753141" y="153050"/>
                  </a:lnTo>
                  <a:lnTo>
                    <a:pt x="755315" y="149945"/>
                  </a:lnTo>
                  <a:lnTo>
                    <a:pt x="756246" y="147772"/>
                  </a:lnTo>
                  <a:lnTo>
                    <a:pt x="756246" y="145599"/>
                  </a:lnTo>
                  <a:lnTo>
                    <a:pt x="758419" y="144668"/>
                  </a:lnTo>
                  <a:lnTo>
                    <a:pt x="762455" y="142495"/>
                  </a:lnTo>
                  <a:lnTo>
                    <a:pt x="765559" y="140321"/>
                  </a:lnTo>
                  <a:lnTo>
                    <a:pt x="763386" y="137217"/>
                  </a:lnTo>
                  <a:lnTo>
                    <a:pt x="760282" y="129766"/>
                  </a:lnTo>
                  <a:lnTo>
                    <a:pt x="756246" y="124489"/>
                  </a:lnTo>
                  <a:lnTo>
                    <a:pt x="753141" y="120143"/>
                  </a:lnTo>
                  <a:lnTo>
                    <a:pt x="749106" y="117038"/>
                  </a:lnTo>
                  <a:lnTo>
                    <a:pt x="746001" y="117038"/>
                  </a:lnTo>
                  <a:lnTo>
                    <a:pt x="742897" y="117969"/>
                  </a:lnTo>
                  <a:lnTo>
                    <a:pt x="736688" y="120143"/>
                  </a:lnTo>
                  <a:lnTo>
                    <a:pt x="733583" y="122316"/>
                  </a:lnTo>
                  <a:lnTo>
                    <a:pt x="728306" y="122316"/>
                  </a:lnTo>
                  <a:lnTo>
                    <a:pt x="722097" y="122316"/>
                  </a:lnTo>
                  <a:lnTo>
                    <a:pt x="706575" y="110829"/>
                  </a:lnTo>
                  <a:lnTo>
                    <a:pt x="689811" y="98101"/>
                  </a:lnTo>
                  <a:lnTo>
                    <a:pt x="673046" y="85373"/>
                  </a:lnTo>
                  <a:lnTo>
                    <a:pt x="653178" y="80095"/>
                  </a:lnTo>
                  <a:lnTo>
                    <a:pt x="649142" y="81026"/>
                  </a:lnTo>
                  <a:lnTo>
                    <a:pt x="643865" y="83199"/>
                  </a:lnTo>
                  <a:lnTo>
                    <a:pt x="640760" y="87546"/>
                  </a:lnTo>
                  <a:lnTo>
                    <a:pt x="635482" y="90650"/>
                  </a:lnTo>
                  <a:lnTo>
                    <a:pt x="629274" y="92823"/>
                  </a:lnTo>
                  <a:lnTo>
                    <a:pt x="628342" y="88477"/>
                  </a:lnTo>
                  <a:lnTo>
                    <a:pt x="626169" y="85373"/>
                  </a:lnTo>
                  <a:lnTo>
                    <a:pt x="622133" y="80095"/>
                  </a:lnTo>
                  <a:lnTo>
                    <a:pt x="621202" y="80095"/>
                  </a:lnTo>
                  <a:lnTo>
                    <a:pt x="617166" y="80095"/>
                  </a:lnTo>
                  <a:lnTo>
                    <a:pt x="614993" y="81026"/>
                  </a:lnTo>
                  <a:lnTo>
                    <a:pt x="611889" y="83199"/>
                  </a:lnTo>
                  <a:lnTo>
                    <a:pt x="609715" y="85373"/>
                  </a:lnTo>
                  <a:lnTo>
                    <a:pt x="606611" y="88477"/>
                  </a:lnTo>
                  <a:lnTo>
                    <a:pt x="592951" y="85373"/>
                  </a:lnTo>
                  <a:lnTo>
                    <a:pt x="584569" y="77922"/>
                  </a:lnTo>
                  <a:lnTo>
                    <a:pt x="578360" y="68609"/>
                  </a:lnTo>
                  <a:lnTo>
                    <a:pt x="573083" y="55880"/>
                  </a:lnTo>
                  <a:lnTo>
                    <a:pt x="569978" y="58985"/>
                  </a:lnTo>
                  <a:lnTo>
                    <a:pt x="565943" y="65194"/>
                  </a:lnTo>
                  <a:lnTo>
                    <a:pt x="563770" y="70471"/>
                  </a:lnTo>
                  <a:lnTo>
                    <a:pt x="562838" y="75749"/>
                  </a:lnTo>
                  <a:lnTo>
                    <a:pt x="546074" y="77922"/>
                  </a:lnTo>
                  <a:lnTo>
                    <a:pt x="533656" y="77922"/>
                  </a:lnTo>
                  <a:lnTo>
                    <a:pt x="521238" y="80095"/>
                  </a:lnTo>
                  <a:lnTo>
                    <a:pt x="511925" y="85373"/>
                  </a:lnTo>
                  <a:lnTo>
                    <a:pt x="502612" y="95928"/>
                  </a:lnTo>
                  <a:lnTo>
                    <a:pt x="482743" y="92823"/>
                  </a:lnTo>
                  <a:lnTo>
                    <a:pt x="482743" y="85373"/>
                  </a:lnTo>
                  <a:lnTo>
                    <a:pt x="504474" y="76059"/>
                  </a:lnTo>
                  <a:lnTo>
                    <a:pt x="524343" y="63331"/>
                  </a:lnTo>
                  <a:lnTo>
                    <a:pt x="542970" y="48740"/>
                  </a:lnTo>
                  <a:lnTo>
                    <a:pt x="549179" y="48740"/>
                  </a:lnTo>
                  <a:lnTo>
                    <a:pt x="546074" y="46567"/>
                  </a:lnTo>
                  <a:lnTo>
                    <a:pt x="542970" y="44394"/>
                  </a:lnTo>
                  <a:lnTo>
                    <a:pt x="536761" y="43462"/>
                  </a:lnTo>
                  <a:lnTo>
                    <a:pt x="533656" y="41289"/>
                  </a:lnTo>
                  <a:lnTo>
                    <a:pt x="516892" y="44394"/>
                  </a:lnTo>
                  <a:lnTo>
                    <a:pt x="504474" y="50603"/>
                  </a:lnTo>
                  <a:lnTo>
                    <a:pt x="492988" y="58985"/>
                  </a:lnTo>
                  <a:lnTo>
                    <a:pt x="482433" y="66435"/>
                  </a:lnTo>
                  <a:lnTo>
                    <a:pt x="470015" y="73886"/>
                  </a:lnTo>
                  <a:lnTo>
                    <a:pt x="455424" y="78232"/>
                  </a:lnTo>
                  <a:lnTo>
                    <a:pt x="433693" y="80405"/>
                  </a:lnTo>
                  <a:lnTo>
                    <a:pt x="436797" y="88788"/>
                  </a:lnTo>
                  <a:lnTo>
                    <a:pt x="443006" y="96238"/>
                  </a:lnTo>
                  <a:lnTo>
                    <a:pt x="448284" y="103689"/>
                  </a:lnTo>
                  <a:lnTo>
                    <a:pt x="453561" y="109898"/>
                  </a:lnTo>
                  <a:lnTo>
                    <a:pt x="453561" y="117349"/>
                  </a:lnTo>
                  <a:lnTo>
                    <a:pt x="429657" y="113002"/>
                  </a:lnTo>
                  <a:lnTo>
                    <a:pt x="409788" y="102447"/>
                  </a:lnTo>
                  <a:lnTo>
                    <a:pt x="392093" y="90961"/>
                  </a:lnTo>
                  <a:lnTo>
                    <a:pt x="373466" y="78232"/>
                  </a:lnTo>
                  <a:lnTo>
                    <a:pt x="353598" y="68919"/>
                  </a:lnTo>
                  <a:lnTo>
                    <a:pt x="322243" y="73265"/>
                  </a:lnTo>
                  <a:lnTo>
                    <a:pt x="307652" y="68919"/>
                  </a:lnTo>
                  <a:lnTo>
                    <a:pt x="293061" y="61468"/>
                  </a:lnTo>
                  <a:lnTo>
                    <a:pt x="277539" y="56191"/>
                  </a:lnTo>
                  <a:lnTo>
                    <a:pt x="266052" y="51844"/>
                  </a:lnTo>
                  <a:lnTo>
                    <a:pt x="262948" y="51844"/>
                  </a:lnTo>
                  <a:lnTo>
                    <a:pt x="256739" y="54018"/>
                  </a:lnTo>
                  <a:lnTo>
                    <a:pt x="253634" y="56191"/>
                  </a:lnTo>
                  <a:lnTo>
                    <a:pt x="249598" y="56191"/>
                  </a:lnTo>
                  <a:lnTo>
                    <a:pt x="244321" y="58364"/>
                  </a:lnTo>
                  <a:lnTo>
                    <a:pt x="239043" y="56191"/>
                  </a:lnTo>
                  <a:lnTo>
                    <a:pt x="233766" y="54018"/>
                  </a:lnTo>
                  <a:lnTo>
                    <a:pt x="229730" y="50913"/>
                  </a:lnTo>
                  <a:lnTo>
                    <a:pt x="226625" y="46567"/>
                  </a:lnTo>
                  <a:lnTo>
                    <a:pt x="221348" y="41289"/>
                  </a:lnTo>
                  <a:lnTo>
                    <a:pt x="217312" y="38185"/>
                  </a:lnTo>
                  <a:lnTo>
                    <a:pt x="214208" y="36012"/>
                  </a:lnTo>
                  <a:lnTo>
                    <a:pt x="210172" y="36012"/>
                  </a:lnTo>
                  <a:lnTo>
                    <a:pt x="207067" y="36012"/>
                  </a:lnTo>
                  <a:lnTo>
                    <a:pt x="203032" y="38185"/>
                  </a:lnTo>
                  <a:lnTo>
                    <a:pt x="199927" y="39116"/>
                  </a:lnTo>
                  <a:lnTo>
                    <a:pt x="195891" y="39116"/>
                  </a:lnTo>
                  <a:lnTo>
                    <a:pt x="190614" y="39116"/>
                  </a:lnTo>
                  <a:lnTo>
                    <a:pt x="186578" y="36012"/>
                  </a:lnTo>
                  <a:lnTo>
                    <a:pt x="183473" y="31665"/>
                  </a:lnTo>
                  <a:lnTo>
                    <a:pt x="181300" y="30734"/>
                  </a:lnTo>
                  <a:lnTo>
                    <a:pt x="181300" y="26388"/>
                  </a:lnTo>
                  <a:lnTo>
                    <a:pt x="179127" y="24215"/>
                  </a:lnTo>
                  <a:lnTo>
                    <a:pt x="179127" y="21110"/>
                  </a:lnTo>
                  <a:lnTo>
                    <a:pt x="176023" y="18937"/>
                  </a:lnTo>
                  <a:lnTo>
                    <a:pt x="170745" y="15833"/>
                  </a:lnTo>
                  <a:lnTo>
                    <a:pt x="153981" y="26388"/>
                  </a:lnTo>
                  <a:lnTo>
                    <a:pt x="137217" y="33839"/>
                  </a:lnTo>
                  <a:lnTo>
                    <a:pt x="117348" y="39116"/>
                  </a:lnTo>
                  <a:lnTo>
                    <a:pt x="99653" y="48430"/>
                  </a:lnTo>
                  <a:lnTo>
                    <a:pt x="85993" y="58985"/>
                  </a:lnTo>
                  <a:lnTo>
                    <a:pt x="82889" y="70471"/>
                  </a:lnTo>
                  <a:lnTo>
                    <a:pt x="78853" y="83199"/>
                  </a:lnTo>
                  <a:lnTo>
                    <a:pt x="73576" y="95928"/>
                  </a:lnTo>
                  <a:lnTo>
                    <a:pt x="56812" y="105241"/>
                  </a:lnTo>
                  <a:lnTo>
                    <a:pt x="36012" y="107414"/>
                  </a:lnTo>
                  <a:lnTo>
                    <a:pt x="14281" y="105241"/>
                  </a:lnTo>
                  <a:lnTo>
                    <a:pt x="12107" y="110519"/>
                  </a:lnTo>
                  <a:lnTo>
                    <a:pt x="9934" y="116728"/>
                  </a:lnTo>
                  <a:lnTo>
                    <a:pt x="6830" y="122005"/>
                  </a:lnTo>
                  <a:lnTo>
                    <a:pt x="15212" y="138769"/>
                  </a:lnTo>
                  <a:lnTo>
                    <a:pt x="29803" y="149324"/>
                  </a:lnTo>
                  <a:lnTo>
                    <a:pt x="46567" y="159880"/>
                  </a:lnTo>
                  <a:lnTo>
                    <a:pt x="61158" y="171366"/>
                  </a:lnTo>
                  <a:lnTo>
                    <a:pt x="73576" y="185957"/>
                  </a:lnTo>
                  <a:lnTo>
                    <a:pt x="77611" y="191235"/>
                  </a:lnTo>
                  <a:lnTo>
                    <a:pt x="78543" y="196512"/>
                  </a:lnTo>
                  <a:lnTo>
                    <a:pt x="80716" y="202721"/>
                  </a:lnTo>
                  <a:lnTo>
                    <a:pt x="82889" y="207999"/>
                  </a:lnTo>
                  <a:lnTo>
                    <a:pt x="85993" y="213276"/>
                  </a:lnTo>
                  <a:lnTo>
                    <a:pt x="85993" y="220727"/>
                  </a:lnTo>
                  <a:lnTo>
                    <a:pt x="73576" y="226005"/>
                  </a:lnTo>
                  <a:lnTo>
                    <a:pt x="70471" y="220727"/>
                  </a:lnTo>
                  <a:lnTo>
                    <a:pt x="64262" y="215449"/>
                  </a:lnTo>
                  <a:lnTo>
                    <a:pt x="58985" y="211103"/>
                  </a:lnTo>
                  <a:lnTo>
                    <a:pt x="53707" y="205826"/>
                  </a:lnTo>
                  <a:lnTo>
                    <a:pt x="49671" y="205826"/>
                  </a:lnTo>
                  <a:lnTo>
                    <a:pt x="48740" y="205826"/>
                  </a:lnTo>
                  <a:lnTo>
                    <a:pt x="46567" y="207999"/>
                  </a:lnTo>
                  <a:lnTo>
                    <a:pt x="44394" y="207999"/>
                  </a:lnTo>
                  <a:lnTo>
                    <a:pt x="43462" y="210172"/>
                  </a:lnTo>
                  <a:lnTo>
                    <a:pt x="26698" y="210172"/>
                  </a:lnTo>
                  <a:lnTo>
                    <a:pt x="28871" y="213276"/>
                  </a:lnTo>
                  <a:lnTo>
                    <a:pt x="28871" y="215449"/>
                  </a:lnTo>
                  <a:lnTo>
                    <a:pt x="29803" y="217623"/>
                  </a:lnTo>
                  <a:lnTo>
                    <a:pt x="26698" y="220727"/>
                  </a:lnTo>
                  <a:lnTo>
                    <a:pt x="22663" y="225073"/>
                  </a:lnTo>
                  <a:lnTo>
                    <a:pt x="19558" y="225073"/>
                  </a:lnTo>
                  <a:lnTo>
                    <a:pt x="15522" y="226005"/>
                  </a:lnTo>
                  <a:lnTo>
                    <a:pt x="10245" y="228178"/>
                  </a:lnTo>
                  <a:lnTo>
                    <a:pt x="7140" y="230351"/>
                  </a:lnTo>
                  <a:lnTo>
                    <a:pt x="0" y="230351"/>
                  </a:lnTo>
                  <a:lnTo>
                    <a:pt x="3104" y="257670"/>
                  </a:lnTo>
                  <a:lnTo>
                    <a:pt x="17695" y="265121"/>
                  </a:lnTo>
                  <a:lnTo>
                    <a:pt x="36322" y="268225"/>
                  </a:lnTo>
                  <a:lnTo>
                    <a:pt x="51844" y="274434"/>
                  </a:lnTo>
                  <a:lnTo>
                    <a:pt x="63331" y="277539"/>
                  </a:lnTo>
                  <a:lnTo>
                    <a:pt x="68609" y="277539"/>
                  </a:lnTo>
                  <a:lnTo>
                    <a:pt x="71713" y="275365"/>
                  </a:lnTo>
                  <a:lnTo>
                    <a:pt x="75749" y="274434"/>
                  </a:lnTo>
                  <a:lnTo>
                    <a:pt x="77922" y="272261"/>
                  </a:lnTo>
                  <a:lnTo>
                    <a:pt x="78853" y="270088"/>
                  </a:lnTo>
                  <a:lnTo>
                    <a:pt x="82889" y="266983"/>
                  </a:lnTo>
                  <a:lnTo>
                    <a:pt x="97790" y="266983"/>
                  </a:lnTo>
                  <a:lnTo>
                    <a:pt x="95617" y="267915"/>
                  </a:lnTo>
                  <a:lnTo>
                    <a:pt x="95617" y="270088"/>
                  </a:lnTo>
                  <a:lnTo>
                    <a:pt x="95617" y="272261"/>
                  </a:lnTo>
                  <a:lnTo>
                    <a:pt x="93444" y="272261"/>
                  </a:lnTo>
                  <a:lnTo>
                    <a:pt x="91271" y="274434"/>
                  </a:lnTo>
                  <a:lnTo>
                    <a:pt x="91271" y="292440"/>
                  </a:lnTo>
                  <a:lnTo>
                    <a:pt x="85993" y="303926"/>
                  </a:lnTo>
                  <a:lnTo>
                    <a:pt x="78853" y="311377"/>
                  </a:lnTo>
                  <a:lnTo>
                    <a:pt x="68298" y="316655"/>
                  </a:lnTo>
                  <a:lnTo>
                    <a:pt x="56812" y="319759"/>
                  </a:lnTo>
                  <a:lnTo>
                    <a:pt x="44394" y="327210"/>
                  </a:lnTo>
                  <a:lnTo>
                    <a:pt x="37253" y="336523"/>
                  </a:lnTo>
                  <a:lnTo>
                    <a:pt x="31976" y="347078"/>
                  </a:lnTo>
                  <a:lnTo>
                    <a:pt x="26698" y="360738"/>
                  </a:lnTo>
                  <a:lnTo>
                    <a:pt x="20489" y="371293"/>
                  </a:lnTo>
                  <a:lnTo>
                    <a:pt x="31976" y="391162"/>
                  </a:lnTo>
                  <a:lnTo>
                    <a:pt x="46567" y="410099"/>
                  </a:lnTo>
                  <a:lnTo>
                    <a:pt x="64262" y="422827"/>
                  </a:lnTo>
                  <a:lnTo>
                    <a:pt x="66435" y="425000"/>
                  </a:lnTo>
                  <a:lnTo>
                    <a:pt x="69540" y="425000"/>
                  </a:lnTo>
                  <a:lnTo>
                    <a:pt x="71713" y="425000"/>
                  </a:lnTo>
                  <a:lnTo>
                    <a:pt x="73886" y="422827"/>
                  </a:lnTo>
                  <a:lnTo>
                    <a:pt x="76991" y="419723"/>
                  </a:lnTo>
                  <a:lnTo>
                    <a:pt x="81026" y="430278"/>
                  </a:lnTo>
                  <a:lnTo>
                    <a:pt x="86304" y="444869"/>
                  </a:lnTo>
                  <a:lnTo>
                    <a:pt x="88477" y="455424"/>
                  </a:lnTo>
                  <a:lnTo>
                    <a:pt x="93755" y="455424"/>
                  </a:lnTo>
                  <a:lnTo>
                    <a:pt x="97790" y="455734"/>
                  </a:lnTo>
                  <a:lnTo>
                    <a:pt x="98722" y="455734"/>
                  </a:lnTo>
                  <a:lnTo>
                    <a:pt x="100895" y="453561"/>
                  </a:lnTo>
                  <a:lnTo>
                    <a:pt x="103068" y="451388"/>
                  </a:lnTo>
                  <a:lnTo>
                    <a:pt x="105241" y="449215"/>
                  </a:lnTo>
                  <a:lnTo>
                    <a:pt x="108346" y="451388"/>
                  </a:lnTo>
                  <a:lnTo>
                    <a:pt x="110208" y="451388"/>
                  </a:lnTo>
                  <a:lnTo>
                    <a:pt x="112381" y="453561"/>
                  </a:lnTo>
                  <a:lnTo>
                    <a:pt x="112381" y="456666"/>
                  </a:lnTo>
                  <a:lnTo>
                    <a:pt x="112381" y="461012"/>
                  </a:lnTo>
                  <a:lnTo>
                    <a:pt x="124799" y="456666"/>
                  </a:lnTo>
                  <a:lnTo>
                    <a:pt x="134113" y="453561"/>
                  </a:lnTo>
                  <a:lnTo>
                    <a:pt x="147772" y="449215"/>
                  </a:lnTo>
                  <a:lnTo>
                    <a:pt x="144668" y="471257"/>
                  </a:lnTo>
                  <a:lnTo>
                    <a:pt x="135354" y="488021"/>
                  </a:lnTo>
                  <a:lnTo>
                    <a:pt x="122937" y="502612"/>
                  </a:lnTo>
                  <a:lnTo>
                    <a:pt x="106172" y="515340"/>
                  </a:lnTo>
                  <a:lnTo>
                    <a:pt x="88477" y="527137"/>
                  </a:lnTo>
                  <a:lnTo>
                    <a:pt x="69850" y="537692"/>
                  </a:lnTo>
                  <a:lnTo>
                    <a:pt x="54328" y="549179"/>
                  </a:lnTo>
                  <a:lnTo>
                    <a:pt x="41910" y="561907"/>
                  </a:lnTo>
                  <a:lnTo>
                    <a:pt x="37874" y="561907"/>
                  </a:lnTo>
                  <a:lnTo>
                    <a:pt x="37874" y="565011"/>
                  </a:lnTo>
                  <a:lnTo>
                    <a:pt x="48430" y="561907"/>
                  </a:lnTo>
                  <a:lnTo>
                    <a:pt x="65194" y="554456"/>
                  </a:lnTo>
                  <a:lnTo>
                    <a:pt x="86925" y="543901"/>
                  </a:lnTo>
                  <a:lnTo>
                    <a:pt x="108656" y="530241"/>
                  </a:lnTo>
                  <a:lnTo>
                    <a:pt x="130387" y="515650"/>
                  </a:lnTo>
                  <a:lnTo>
                    <a:pt x="152118" y="502922"/>
                  </a:lnTo>
                  <a:lnTo>
                    <a:pt x="169814" y="492367"/>
                  </a:lnTo>
                  <a:lnTo>
                    <a:pt x="184405" y="480881"/>
                  </a:lnTo>
                  <a:lnTo>
                    <a:pt x="191545" y="473430"/>
                  </a:lnTo>
                  <a:lnTo>
                    <a:pt x="203032" y="456666"/>
                  </a:lnTo>
                  <a:lnTo>
                    <a:pt x="210172" y="438660"/>
                  </a:lnTo>
                  <a:lnTo>
                    <a:pt x="215449" y="421896"/>
                  </a:lnTo>
                  <a:lnTo>
                    <a:pt x="222590" y="406063"/>
                  </a:lnTo>
                  <a:lnTo>
                    <a:pt x="234076" y="391472"/>
                  </a:lnTo>
                  <a:lnTo>
                    <a:pt x="247736" y="379986"/>
                  </a:lnTo>
                  <a:lnTo>
                    <a:pt x="247736" y="376881"/>
                  </a:lnTo>
                  <a:lnTo>
                    <a:pt x="257049" y="376881"/>
                  </a:lnTo>
                  <a:lnTo>
                    <a:pt x="247736" y="392714"/>
                  </a:lnTo>
                  <a:lnTo>
                    <a:pt x="237181" y="407305"/>
                  </a:lnTo>
                  <a:lnTo>
                    <a:pt x="230040" y="424069"/>
                  </a:lnTo>
                  <a:lnTo>
                    <a:pt x="224763" y="440833"/>
                  </a:lnTo>
                  <a:lnTo>
                    <a:pt x="246494" y="435555"/>
                  </a:lnTo>
                  <a:lnTo>
                    <a:pt x="262016" y="426242"/>
                  </a:lnTo>
                  <a:lnTo>
                    <a:pt x="280643" y="416929"/>
                  </a:lnTo>
                  <a:lnTo>
                    <a:pt x="280643" y="392714"/>
                  </a:lnTo>
                  <a:lnTo>
                    <a:pt x="297407" y="394887"/>
                  </a:lnTo>
                  <a:lnTo>
                    <a:pt x="307962" y="400165"/>
                  </a:lnTo>
                  <a:lnTo>
                    <a:pt x="317276" y="407615"/>
                  </a:lnTo>
                  <a:lnTo>
                    <a:pt x="327831" y="413824"/>
                  </a:lnTo>
                  <a:lnTo>
                    <a:pt x="361048" y="413824"/>
                  </a:lnTo>
                  <a:lnTo>
                    <a:pt x="376571" y="422206"/>
                  </a:lnTo>
                  <a:lnTo>
                    <a:pt x="393335" y="436797"/>
                  </a:lnTo>
                  <a:lnTo>
                    <a:pt x="407926" y="449526"/>
                  </a:lnTo>
                  <a:lnTo>
                    <a:pt x="427794" y="458839"/>
                  </a:lnTo>
                  <a:lnTo>
                    <a:pt x="451699" y="464117"/>
                  </a:lnTo>
                  <a:lnTo>
                    <a:pt x="471567" y="473430"/>
                  </a:lnTo>
                  <a:lnTo>
                    <a:pt x="486158" y="486158"/>
                  </a:lnTo>
                  <a:lnTo>
                    <a:pt x="498576" y="502922"/>
                  </a:lnTo>
                  <a:lnTo>
                    <a:pt x="507889" y="519686"/>
                  </a:lnTo>
                  <a:lnTo>
                    <a:pt x="519376" y="536450"/>
                  </a:lnTo>
                  <a:lnTo>
                    <a:pt x="531794" y="550110"/>
                  </a:lnTo>
                  <a:lnTo>
                    <a:pt x="527758" y="574325"/>
                  </a:lnTo>
                  <a:lnTo>
                    <a:pt x="539244" y="579602"/>
                  </a:lnTo>
                  <a:lnTo>
                    <a:pt x="546385" y="588916"/>
                  </a:lnTo>
                  <a:lnTo>
                    <a:pt x="551662" y="600402"/>
                  </a:lnTo>
                  <a:lnTo>
                    <a:pt x="554767" y="613131"/>
                  </a:lnTo>
                  <a:lnTo>
                    <a:pt x="560976" y="625859"/>
                  </a:lnTo>
                  <a:lnTo>
                    <a:pt x="568116" y="637345"/>
                  </a:lnTo>
                  <a:lnTo>
                    <a:pt x="576498" y="645727"/>
                  </a:lnTo>
                  <a:lnTo>
                    <a:pt x="591089" y="651005"/>
                  </a:lnTo>
                  <a:lnTo>
                    <a:pt x="587984" y="653178"/>
                  </a:lnTo>
                  <a:lnTo>
                    <a:pt x="583949" y="653178"/>
                  </a:lnTo>
                  <a:lnTo>
                    <a:pt x="580844" y="653178"/>
                  </a:lnTo>
                  <a:lnTo>
                    <a:pt x="576808" y="651005"/>
                  </a:lnTo>
                  <a:lnTo>
                    <a:pt x="568426" y="651005"/>
                  </a:lnTo>
                  <a:lnTo>
                    <a:pt x="576808" y="669942"/>
                  </a:lnTo>
                  <a:lnTo>
                    <a:pt x="588295" y="686706"/>
                  </a:lnTo>
                  <a:lnTo>
                    <a:pt x="600713" y="702539"/>
                  </a:lnTo>
                  <a:lnTo>
                    <a:pt x="604748" y="704712"/>
                  </a:lnTo>
                  <a:lnTo>
                    <a:pt x="605680" y="704712"/>
                  </a:lnTo>
                  <a:lnTo>
                    <a:pt x="605680" y="706885"/>
                  </a:lnTo>
                  <a:lnTo>
                    <a:pt x="607853" y="706885"/>
                  </a:lnTo>
                  <a:lnTo>
                    <a:pt x="613130" y="706885"/>
                  </a:lnTo>
                  <a:lnTo>
                    <a:pt x="619339" y="706885"/>
                  </a:lnTo>
                  <a:lnTo>
                    <a:pt x="620271" y="704712"/>
                  </a:lnTo>
                  <a:lnTo>
                    <a:pt x="624306" y="702539"/>
                  </a:lnTo>
                  <a:lnTo>
                    <a:pt x="626480" y="701608"/>
                  </a:lnTo>
                  <a:lnTo>
                    <a:pt x="626480" y="699434"/>
                  </a:lnTo>
                  <a:lnTo>
                    <a:pt x="627411" y="699434"/>
                  </a:lnTo>
                  <a:lnTo>
                    <a:pt x="627411" y="695088"/>
                  </a:lnTo>
                  <a:lnTo>
                    <a:pt x="622133" y="687638"/>
                  </a:lnTo>
                  <a:lnTo>
                    <a:pt x="614993" y="682360"/>
                  </a:lnTo>
                  <a:lnTo>
                    <a:pt x="607853" y="677082"/>
                  </a:lnTo>
                  <a:lnTo>
                    <a:pt x="600713" y="671805"/>
                  </a:lnTo>
                  <a:lnTo>
                    <a:pt x="600713" y="662491"/>
                  </a:lnTo>
                  <a:lnTo>
                    <a:pt x="617477" y="673047"/>
                  </a:lnTo>
                  <a:lnTo>
                    <a:pt x="632068" y="687638"/>
                  </a:lnTo>
                  <a:lnTo>
                    <a:pt x="644485" y="702228"/>
                  </a:lnTo>
                  <a:lnTo>
                    <a:pt x="644485" y="723339"/>
                  </a:lnTo>
                  <a:lnTo>
                    <a:pt x="642312" y="718992"/>
                  </a:lnTo>
                  <a:lnTo>
                    <a:pt x="639208" y="715888"/>
                  </a:lnTo>
                  <a:lnTo>
                    <a:pt x="637035" y="711542"/>
                  </a:lnTo>
                  <a:lnTo>
                    <a:pt x="633930" y="709369"/>
                  </a:lnTo>
                  <a:lnTo>
                    <a:pt x="629894" y="709369"/>
                  </a:lnTo>
                  <a:lnTo>
                    <a:pt x="626790" y="709369"/>
                  </a:lnTo>
                  <a:lnTo>
                    <a:pt x="622754" y="709369"/>
                  </a:lnTo>
                  <a:lnTo>
                    <a:pt x="617477" y="711542"/>
                  </a:lnTo>
                  <a:lnTo>
                    <a:pt x="615304" y="723028"/>
                  </a:lnTo>
                  <a:lnTo>
                    <a:pt x="613130" y="741034"/>
                  </a:lnTo>
                  <a:lnTo>
                    <a:pt x="613130" y="763076"/>
                  </a:lnTo>
                  <a:lnTo>
                    <a:pt x="613130" y="787291"/>
                  </a:lnTo>
                  <a:lnTo>
                    <a:pt x="613130" y="807159"/>
                  </a:lnTo>
                  <a:lnTo>
                    <a:pt x="612199" y="821750"/>
                  </a:lnTo>
                  <a:lnTo>
                    <a:pt x="612199" y="829201"/>
                  </a:lnTo>
                  <a:lnTo>
                    <a:pt x="613130" y="859624"/>
                  </a:lnTo>
                  <a:lnTo>
                    <a:pt x="617166" y="881666"/>
                  </a:lnTo>
                  <a:lnTo>
                    <a:pt x="622444" y="898430"/>
                  </a:lnTo>
                  <a:lnTo>
                    <a:pt x="629584" y="911158"/>
                  </a:lnTo>
                  <a:lnTo>
                    <a:pt x="641071" y="922645"/>
                  </a:lnTo>
                  <a:lnTo>
                    <a:pt x="651626" y="935373"/>
                  </a:lnTo>
                  <a:lnTo>
                    <a:pt x="664043" y="953379"/>
                  </a:lnTo>
                  <a:lnTo>
                    <a:pt x="669321" y="964866"/>
                  </a:lnTo>
                  <a:lnTo>
                    <a:pt x="673357" y="975421"/>
                  </a:lnTo>
                  <a:lnTo>
                    <a:pt x="680497" y="984734"/>
                  </a:lnTo>
                  <a:lnTo>
                    <a:pt x="691052" y="992185"/>
                  </a:lnTo>
                  <a:lnTo>
                    <a:pt x="704712" y="997462"/>
                  </a:lnTo>
                  <a:lnTo>
                    <a:pt x="715267" y="1003671"/>
                  </a:lnTo>
                  <a:lnTo>
                    <a:pt x="724580" y="1014226"/>
                  </a:lnTo>
                  <a:lnTo>
                    <a:pt x="731721" y="1026955"/>
                  </a:lnTo>
                  <a:lnTo>
                    <a:pt x="734825" y="1041546"/>
                  </a:lnTo>
                  <a:lnTo>
                    <a:pt x="741034" y="1054274"/>
                  </a:lnTo>
                  <a:lnTo>
                    <a:pt x="747243" y="1065761"/>
                  </a:lnTo>
                  <a:lnTo>
                    <a:pt x="760903" y="1075074"/>
                  </a:lnTo>
                  <a:lnTo>
                    <a:pt x="758729" y="1076005"/>
                  </a:lnTo>
                  <a:lnTo>
                    <a:pt x="758729" y="1078178"/>
                  </a:lnTo>
                  <a:lnTo>
                    <a:pt x="758729" y="1080351"/>
                  </a:lnTo>
                  <a:lnTo>
                    <a:pt x="756556" y="1080351"/>
                  </a:lnTo>
                  <a:lnTo>
                    <a:pt x="754383" y="1080351"/>
                  </a:lnTo>
                  <a:lnTo>
                    <a:pt x="751279" y="1082525"/>
                  </a:lnTo>
                  <a:lnTo>
                    <a:pt x="760592" y="1095253"/>
                  </a:lnTo>
                  <a:lnTo>
                    <a:pt x="771147" y="1102704"/>
                  </a:lnTo>
                  <a:lnTo>
                    <a:pt x="782634" y="1110154"/>
                  </a:lnTo>
                  <a:lnTo>
                    <a:pt x="791016" y="1119468"/>
                  </a:lnTo>
                  <a:lnTo>
                    <a:pt x="797225" y="1130023"/>
                  </a:lnTo>
                  <a:lnTo>
                    <a:pt x="800329" y="1142751"/>
                  </a:lnTo>
                  <a:lnTo>
                    <a:pt x="804365" y="1155479"/>
                  </a:lnTo>
                  <a:lnTo>
                    <a:pt x="809643" y="1155479"/>
                  </a:lnTo>
                  <a:lnTo>
                    <a:pt x="811816" y="1155479"/>
                  </a:lnTo>
                  <a:lnTo>
                    <a:pt x="812747" y="1155479"/>
                  </a:lnTo>
                  <a:lnTo>
                    <a:pt x="814920" y="1155479"/>
                  </a:lnTo>
                  <a:lnTo>
                    <a:pt x="817093" y="1155479"/>
                  </a:lnTo>
                  <a:lnTo>
                    <a:pt x="820198" y="1155479"/>
                  </a:lnTo>
                  <a:lnTo>
                    <a:pt x="822371" y="1159826"/>
                  </a:lnTo>
                  <a:lnTo>
                    <a:pt x="822371" y="1162930"/>
                  </a:lnTo>
                  <a:lnTo>
                    <a:pt x="824544" y="1169139"/>
                  </a:lnTo>
                  <a:lnTo>
                    <a:pt x="824544" y="1176590"/>
                  </a:lnTo>
                  <a:lnTo>
                    <a:pt x="827648" y="1174417"/>
                  </a:lnTo>
                  <a:lnTo>
                    <a:pt x="827648" y="1172243"/>
                  </a:lnTo>
                  <a:lnTo>
                    <a:pt x="829822" y="1170070"/>
                  </a:lnTo>
                  <a:lnTo>
                    <a:pt x="831995" y="1166966"/>
                  </a:lnTo>
                  <a:lnTo>
                    <a:pt x="831995" y="1159515"/>
                  </a:lnTo>
                  <a:lnTo>
                    <a:pt x="827959" y="1148960"/>
                  </a:lnTo>
                  <a:lnTo>
                    <a:pt x="819577" y="1132196"/>
                  </a:lnTo>
                  <a:lnTo>
                    <a:pt x="808090" y="1113259"/>
                  </a:lnTo>
                  <a:lnTo>
                    <a:pt x="797535" y="1095253"/>
                  </a:lnTo>
                  <a:lnTo>
                    <a:pt x="783876" y="1076316"/>
                  </a:lnTo>
                  <a:lnTo>
                    <a:pt x="773320" y="1061725"/>
                  </a:lnTo>
                  <a:lnTo>
                    <a:pt x="761834" y="1048996"/>
                  </a:lnTo>
                  <a:lnTo>
                    <a:pt x="756556" y="1041546"/>
                  </a:lnTo>
                  <a:lnTo>
                    <a:pt x="756556" y="1021677"/>
                  </a:lnTo>
                  <a:lnTo>
                    <a:pt x="760592" y="1023850"/>
                  </a:lnTo>
                  <a:lnTo>
                    <a:pt x="763697" y="1026955"/>
                  </a:lnTo>
                  <a:lnTo>
                    <a:pt x="767732" y="1031301"/>
                  </a:lnTo>
                  <a:lnTo>
                    <a:pt x="776114" y="1036578"/>
                  </a:lnTo>
                  <a:lnTo>
                    <a:pt x="782323" y="1048065"/>
                  </a:lnTo>
                  <a:lnTo>
                    <a:pt x="785428" y="1058620"/>
                  </a:lnTo>
                  <a:lnTo>
                    <a:pt x="789464" y="1069175"/>
                  </a:lnTo>
                  <a:lnTo>
                    <a:pt x="796604" y="1078489"/>
                  </a:lnTo>
                  <a:lnTo>
                    <a:pt x="797535" y="1080662"/>
                  </a:lnTo>
                  <a:lnTo>
                    <a:pt x="803744" y="1082835"/>
                  </a:lnTo>
                  <a:lnTo>
                    <a:pt x="806849" y="1082835"/>
                  </a:lnTo>
                  <a:lnTo>
                    <a:pt x="812126" y="1083766"/>
                  </a:lnTo>
                  <a:lnTo>
                    <a:pt x="816162" y="1085939"/>
                  </a:lnTo>
                  <a:lnTo>
                    <a:pt x="833857" y="1112327"/>
                  </a:lnTo>
                  <a:lnTo>
                    <a:pt x="852484" y="1137473"/>
                  </a:lnTo>
                  <a:lnTo>
                    <a:pt x="870179" y="1161688"/>
                  </a:lnTo>
                  <a:lnTo>
                    <a:pt x="890048" y="1183730"/>
                  </a:lnTo>
                  <a:lnTo>
                    <a:pt x="882908" y="1206703"/>
                  </a:lnTo>
                  <a:lnTo>
                    <a:pt x="886944" y="1211049"/>
                  </a:lnTo>
                  <a:lnTo>
                    <a:pt x="894084" y="1218500"/>
                  </a:lnTo>
                  <a:lnTo>
                    <a:pt x="901224" y="1227813"/>
                  </a:lnTo>
                  <a:lnTo>
                    <a:pt x="910537" y="1235264"/>
                  </a:lnTo>
                  <a:lnTo>
                    <a:pt x="915815" y="1242715"/>
                  </a:lnTo>
                  <a:lnTo>
                    <a:pt x="918919" y="1243646"/>
                  </a:lnTo>
                  <a:lnTo>
                    <a:pt x="939719" y="1240541"/>
                  </a:lnTo>
                  <a:lnTo>
                    <a:pt x="940651" y="1242715"/>
                  </a:lnTo>
                  <a:lnTo>
                    <a:pt x="944686" y="1245819"/>
                  </a:lnTo>
                  <a:lnTo>
                    <a:pt x="947791" y="1250165"/>
                  </a:lnTo>
                  <a:lnTo>
                    <a:pt x="951827" y="1253270"/>
                  </a:lnTo>
                  <a:lnTo>
                    <a:pt x="954931" y="1256374"/>
                  </a:lnTo>
                  <a:lnTo>
                    <a:pt x="978835" y="1260720"/>
                  </a:lnTo>
                  <a:lnTo>
                    <a:pt x="981940" y="1262894"/>
                  </a:lnTo>
                  <a:lnTo>
                    <a:pt x="985976" y="1265998"/>
                  </a:lnTo>
                  <a:lnTo>
                    <a:pt x="991253" y="1271276"/>
                  </a:lnTo>
                  <a:lnTo>
                    <a:pt x="995289" y="1275622"/>
                  </a:lnTo>
                  <a:lnTo>
                    <a:pt x="998394" y="1278726"/>
                  </a:lnTo>
                  <a:lnTo>
                    <a:pt x="1002429" y="1280899"/>
                  </a:lnTo>
                  <a:lnTo>
                    <a:pt x="1010811" y="1283073"/>
                  </a:lnTo>
                  <a:lnTo>
                    <a:pt x="1017952" y="1278726"/>
                  </a:lnTo>
                  <a:lnTo>
                    <a:pt x="1024161" y="1275622"/>
                  </a:lnTo>
                  <a:lnTo>
                    <a:pt x="1031301" y="1271276"/>
                  </a:lnTo>
                  <a:lnTo>
                    <a:pt x="1041856" y="1271276"/>
                  </a:lnTo>
                  <a:lnTo>
                    <a:pt x="1058620" y="1278726"/>
                  </a:lnTo>
                  <a:lnTo>
                    <a:pt x="1069175" y="1288040"/>
                  </a:lnTo>
                  <a:lnTo>
                    <a:pt x="1081593" y="1297353"/>
                  </a:lnTo>
                  <a:lnTo>
                    <a:pt x="1102393" y="1304804"/>
                  </a:lnTo>
                  <a:lnTo>
                    <a:pt x="1117915" y="1310081"/>
                  </a:lnTo>
                  <a:lnTo>
                    <a:pt x="1132506" y="1314428"/>
                  </a:lnTo>
                  <a:lnTo>
                    <a:pt x="1141820" y="1317532"/>
                  </a:lnTo>
                  <a:lnTo>
                    <a:pt x="1151133" y="1326845"/>
                  </a:lnTo>
                  <a:lnTo>
                    <a:pt x="1159515" y="1339574"/>
                  </a:lnTo>
                  <a:lnTo>
                    <a:pt x="1168828" y="1361615"/>
                  </a:lnTo>
                  <a:lnTo>
                    <a:pt x="1180315" y="1364720"/>
                  </a:lnTo>
                  <a:lnTo>
                    <a:pt x="1195837" y="1372171"/>
                  </a:lnTo>
                  <a:lnTo>
                    <a:pt x="1212601" y="1381484"/>
                  </a:lnTo>
                  <a:lnTo>
                    <a:pt x="1229365" y="1390797"/>
                  </a:lnTo>
                  <a:lnTo>
                    <a:pt x="1238679" y="1398248"/>
                  </a:lnTo>
                  <a:lnTo>
                    <a:pt x="1241783" y="1396075"/>
                  </a:lnTo>
                  <a:lnTo>
                    <a:pt x="1243956" y="1396075"/>
                  </a:lnTo>
                  <a:lnTo>
                    <a:pt x="1244888" y="1396075"/>
                  </a:lnTo>
                  <a:lnTo>
                    <a:pt x="1247061" y="1393902"/>
                  </a:lnTo>
                  <a:lnTo>
                    <a:pt x="1249234" y="1393902"/>
                  </a:lnTo>
                  <a:lnTo>
                    <a:pt x="1251407" y="1390797"/>
                  </a:lnTo>
                  <a:lnTo>
                    <a:pt x="1251407" y="1388624"/>
                  </a:lnTo>
                  <a:lnTo>
                    <a:pt x="1251407" y="1385520"/>
                  </a:lnTo>
                  <a:lnTo>
                    <a:pt x="1249234" y="1381173"/>
                  </a:lnTo>
                  <a:lnTo>
                    <a:pt x="1252338" y="1379000"/>
                  </a:lnTo>
                  <a:lnTo>
                    <a:pt x="1254511" y="1378069"/>
                  </a:lnTo>
                  <a:lnTo>
                    <a:pt x="1256684" y="1375896"/>
                  </a:lnTo>
                  <a:lnTo>
                    <a:pt x="1258858" y="1373723"/>
                  </a:lnTo>
                  <a:lnTo>
                    <a:pt x="1265998" y="1373723"/>
                  </a:lnTo>
                  <a:lnTo>
                    <a:pt x="1273138" y="1385209"/>
                  </a:lnTo>
                  <a:lnTo>
                    <a:pt x="1280278" y="1395764"/>
                  </a:lnTo>
                  <a:lnTo>
                    <a:pt x="1285556" y="1405078"/>
                  </a:lnTo>
                  <a:lnTo>
                    <a:pt x="1287729" y="1419669"/>
                  </a:lnTo>
                  <a:lnTo>
                    <a:pt x="1287729" y="1434260"/>
                  </a:lnTo>
                  <a:lnTo>
                    <a:pt x="1288660" y="1444815"/>
                  </a:lnTo>
                  <a:lnTo>
                    <a:pt x="1276243" y="1459406"/>
                  </a:lnTo>
                  <a:lnTo>
                    <a:pt x="1261652" y="1472134"/>
                  </a:lnTo>
                  <a:lnTo>
                    <a:pt x="1249234" y="1485794"/>
                  </a:lnTo>
                  <a:lnTo>
                    <a:pt x="1242094" y="1501626"/>
                  </a:lnTo>
                  <a:lnTo>
                    <a:pt x="1236816" y="1518390"/>
                  </a:lnTo>
                  <a:lnTo>
                    <a:pt x="1229676" y="1535155"/>
                  </a:lnTo>
                  <a:lnTo>
                    <a:pt x="1234953" y="1537328"/>
                  </a:lnTo>
                  <a:lnTo>
                    <a:pt x="1240231" y="1537328"/>
                  </a:lnTo>
                  <a:lnTo>
                    <a:pt x="1245508" y="1538259"/>
                  </a:lnTo>
                  <a:lnTo>
                    <a:pt x="1254822" y="1538259"/>
                  </a:lnTo>
                  <a:lnTo>
                    <a:pt x="1254822" y="1542605"/>
                  </a:lnTo>
                  <a:lnTo>
                    <a:pt x="1245508" y="1547883"/>
                  </a:lnTo>
                  <a:lnTo>
                    <a:pt x="1239300" y="1553160"/>
                  </a:lnTo>
                  <a:lnTo>
                    <a:pt x="1229986" y="1558438"/>
                  </a:lnTo>
                  <a:lnTo>
                    <a:pt x="1229986" y="1565889"/>
                  </a:lnTo>
                  <a:lnTo>
                    <a:pt x="1229986" y="1573339"/>
                  </a:lnTo>
                  <a:lnTo>
                    <a:pt x="1229986" y="1579548"/>
                  </a:lnTo>
                  <a:lnTo>
                    <a:pt x="1225950" y="1586999"/>
                  </a:lnTo>
                  <a:lnTo>
                    <a:pt x="1229986" y="1590104"/>
                  </a:lnTo>
                  <a:lnTo>
                    <a:pt x="1233091" y="1594450"/>
                  </a:lnTo>
                  <a:lnTo>
                    <a:pt x="1237126" y="1595381"/>
                  </a:lnTo>
                  <a:lnTo>
                    <a:pt x="1242404" y="1595381"/>
                  </a:lnTo>
                  <a:lnTo>
                    <a:pt x="1245508" y="1599727"/>
                  </a:lnTo>
                  <a:lnTo>
                    <a:pt x="1256995" y="1610283"/>
                  </a:lnTo>
                  <a:lnTo>
                    <a:pt x="1264135" y="1624873"/>
                  </a:lnTo>
                  <a:lnTo>
                    <a:pt x="1269413" y="1643811"/>
                  </a:lnTo>
                  <a:lnTo>
                    <a:pt x="1274690" y="1659643"/>
                  </a:lnTo>
                  <a:lnTo>
                    <a:pt x="1281831" y="1676407"/>
                  </a:lnTo>
                  <a:lnTo>
                    <a:pt x="1302630" y="1705900"/>
                  </a:lnTo>
                  <a:lnTo>
                    <a:pt x="1327777" y="1733219"/>
                  </a:lnTo>
                  <a:lnTo>
                    <a:pt x="1359132" y="1754329"/>
                  </a:lnTo>
                  <a:lnTo>
                    <a:pt x="1395454" y="1767989"/>
                  </a:lnTo>
                  <a:lnTo>
                    <a:pt x="1391418" y="1797481"/>
                  </a:lnTo>
                  <a:lnTo>
                    <a:pt x="1389245" y="1829147"/>
                  </a:lnTo>
                  <a:lnTo>
                    <a:pt x="1388314" y="1861744"/>
                  </a:lnTo>
                  <a:lnTo>
                    <a:pt x="1382105" y="1893409"/>
                  </a:lnTo>
                  <a:lnTo>
                    <a:pt x="1371549" y="1941839"/>
                  </a:lnTo>
                  <a:lnTo>
                    <a:pt x="1362236" y="1991199"/>
                  </a:lnTo>
                  <a:lnTo>
                    <a:pt x="1351681" y="2036214"/>
                  </a:lnTo>
                  <a:lnTo>
                    <a:pt x="1339263" y="2080297"/>
                  </a:lnTo>
                  <a:lnTo>
                    <a:pt x="1337090" y="2091784"/>
                  </a:lnTo>
                  <a:lnTo>
                    <a:pt x="1340194" y="2104512"/>
                  </a:lnTo>
                  <a:lnTo>
                    <a:pt x="1342368" y="2111963"/>
                  </a:lnTo>
                  <a:lnTo>
                    <a:pt x="1329950" y="2188643"/>
                  </a:lnTo>
                  <a:lnTo>
                    <a:pt x="1329950" y="2192989"/>
                  </a:lnTo>
                  <a:lnTo>
                    <a:pt x="1337090" y="2190816"/>
                  </a:lnTo>
                  <a:lnTo>
                    <a:pt x="1340194" y="2186470"/>
                  </a:lnTo>
                  <a:lnTo>
                    <a:pt x="1342368" y="2183365"/>
                  </a:lnTo>
                  <a:lnTo>
                    <a:pt x="1345472" y="2179019"/>
                  </a:lnTo>
                  <a:lnTo>
                    <a:pt x="1349508" y="2175915"/>
                  </a:lnTo>
                  <a:lnTo>
                    <a:pt x="1349508" y="2179019"/>
                  </a:lnTo>
                  <a:lnTo>
                    <a:pt x="1354785" y="2179019"/>
                  </a:lnTo>
                  <a:lnTo>
                    <a:pt x="1345472" y="2215652"/>
                  </a:lnTo>
                  <a:lnTo>
                    <a:pt x="1334917" y="2215652"/>
                  </a:lnTo>
                  <a:lnTo>
                    <a:pt x="1327777" y="2234589"/>
                  </a:lnTo>
                  <a:lnTo>
                    <a:pt x="1320636" y="2256631"/>
                  </a:lnTo>
                  <a:lnTo>
                    <a:pt x="1315359" y="2279604"/>
                  </a:lnTo>
                  <a:lnTo>
                    <a:pt x="1313186" y="2305992"/>
                  </a:lnTo>
                  <a:lnTo>
                    <a:pt x="1311012" y="2333311"/>
                  </a:lnTo>
                  <a:lnTo>
                    <a:pt x="1315048" y="2357525"/>
                  </a:lnTo>
                  <a:lnTo>
                    <a:pt x="1322189" y="2380499"/>
                  </a:lnTo>
                  <a:lnTo>
                    <a:pt x="1332744" y="2401609"/>
                  </a:lnTo>
                  <a:lnTo>
                    <a:pt x="1349508" y="2416200"/>
                  </a:lnTo>
                  <a:lnTo>
                    <a:pt x="1369376" y="2426755"/>
                  </a:lnTo>
                  <a:lnTo>
                    <a:pt x="1369376" y="2434206"/>
                  </a:lnTo>
                  <a:lnTo>
                    <a:pt x="1354785" y="2424892"/>
                  </a:lnTo>
                  <a:lnTo>
                    <a:pt x="1342368" y="2414337"/>
                  </a:lnTo>
                  <a:lnTo>
                    <a:pt x="1329950" y="2401609"/>
                  </a:lnTo>
                  <a:lnTo>
                    <a:pt x="1325914" y="2401609"/>
                  </a:lnTo>
                  <a:lnTo>
                    <a:pt x="1332123" y="2416200"/>
                  </a:lnTo>
                  <a:lnTo>
                    <a:pt x="1342678" y="2430791"/>
                  </a:lnTo>
                  <a:lnTo>
                    <a:pt x="1357269" y="2445382"/>
                  </a:lnTo>
                  <a:lnTo>
                    <a:pt x="1374033" y="2458110"/>
                  </a:lnTo>
                  <a:lnTo>
                    <a:pt x="1389555" y="2466492"/>
                  </a:lnTo>
                  <a:lnTo>
                    <a:pt x="1406319" y="2470838"/>
                  </a:lnTo>
                  <a:lnTo>
                    <a:pt x="1423083" y="2466492"/>
                  </a:lnTo>
                  <a:lnTo>
                    <a:pt x="1426188" y="2465561"/>
                  </a:lnTo>
                  <a:lnTo>
                    <a:pt x="1428361" y="2463388"/>
                  </a:lnTo>
                  <a:lnTo>
                    <a:pt x="1430534" y="2463388"/>
                  </a:lnTo>
                  <a:lnTo>
                    <a:pt x="1430534" y="2461214"/>
                  </a:lnTo>
                  <a:lnTo>
                    <a:pt x="1432707" y="2460283"/>
                  </a:lnTo>
                  <a:lnTo>
                    <a:pt x="1435812" y="2458110"/>
                  </a:lnTo>
                  <a:lnTo>
                    <a:pt x="1432707" y="2453764"/>
                  </a:lnTo>
                  <a:lnTo>
                    <a:pt x="1432707" y="2452832"/>
                  </a:lnTo>
                  <a:lnTo>
                    <a:pt x="1432707" y="2452832"/>
                  </a:lnTo>
                  <a:lnTo>
                    <a:pt x="1432707" y="2450659"/>
                  </a:lnTo>
                  <a:lnTo>
                    <a:pt x="1428671" y="2450659"/>
                  </a:lnTo>
                  <a:lnTo>
                    <a:pt x="1427740" y="2450659"/>
                  </a:lnTo>
                  <a:lnTo>
                    <a:pt x="1421531" y="2450659"/>
                  </a:lnTo>
                  <a:lnTo>
                    <a:pt x="1420600" y="2439173"/>
                  </a:lnTo>
                  <a:lnTo>
                    <a:pt x="1418427" y="2426444"/>
                  </a:lnTo>
                  <a:lnTo>
                    <a:pt x="1416254" y="2415889"/>
                  </a:lnTo>
                  <a:lnTo>
                    <a:pt x="1413149" y="2406576"/>
                  </a:lnTo>
                  <a:lnTo>
                    <a:pt x="1410976" y="2404403"/>
                  </a:lnTo>
                  <a:lnTo>
                    <a:pt x="1410976" y="2402230"/>
                  </a:lnTo>
                  <a:lnTo>
                    <a:pt x="1408803" y="2402230"/>
                  </a:lnTo>
                  <a:lnTo>
                    <a:pt x="1405698" y="2401298"/>
                  </a:lnTo>
                  <a:lnTo>
                    <a:pt x="1396385" y="2414027"/>
                  </a:lnTo>
                  <a:lnTo>
                    <a:pt x="1384899" y="2426755"/>
                  </a:lnTo>
                  <a:lnTo>
                    <a:pt x="1384899" y="2431101"/>
                  </a:lnTo>
                  <a:lnTo>
                    <a:pt x="1381794" y="2431101"/>
                  </a:lnTo>
                  <a:lnTo>
                    <a:pt x="1381794" y="2424892"/>
                  </a:lnTo>
                  <a:lnTo>
                    <a:pt x="1381794" y="2421788"/>
                  </a:lnTo>
                  <a:lnTo>
                    <a:pt x="1383967" y="2417442"/>
                  </a:lnTo>
                  <a:lnTo>
                    <a:pt x="1384899" y="2414337"/>
                  </a:lnTo>
                  <a:lnTo>
                    <a:pt x="1394212" y="2402851"/>
                  </a:lnTo>
                  <a:lnTo>
                    <a:pt x="1406630" y="2392295"/>
                  </a:lnTo>
                  <a:lnTo>
                    <a:pt x="1420289" y="2384845"/>
                  </a:lnTo>
                  <a:lnTo>
                    <a:pt x="1428671" y="2382672"/>
                  </a:lnTo>
                  <a:lnTo>
                    <a:pt x="1427740" y="2373358"/>
                  </a:lnTo>
                  <a:lnTo>
                    <a:pt x="1423704" y="2368081"/>
                  </a:lnTo>
                  <a:lnTo>
                    <a:pt x="1418427" y="2362803"/>
                  </a:lnTo>
                  <a:lnTo>
                    <a:pt x="1413149" y="2357525"/>
                  </a:lnTo>
                  <a:lnTo>
                    <a:pt x="1418427" y="2340761"/>
                  </a:lnTo>
                  <a:lnTo>
                    <a:pt x="1427740" y="2322756"/>
                  </a:lnTo>
                  <a:lnTo>
                    <a:pt x="1440158" y="2303818"/>
                  </a:lnTo>
                  <a:lnTo>
                    <a:pt x="1454749" y="2289227"/>
                  </a:lnTo>
                  <a:lnTo>
                    <a:pt x="1469340" y="2281777"/>
                  </a:lnTo>
                  <a:lnTo>
                    <a:pt x="1472444" y="2269048"/>
                  </a:lnTo>
                  <a:lnTo>
                    <a:pt x="1467167" y="2264702"/>
                  </a:lnTo>
                  <a:lnTo>
                    <a:pt x="1461889" y="2261598"/>
                  </a:lnTo>
                  <a:lnTo>
                    <a:pt x="1455680" y="2258493"/>
                  </a:lnTo>
                  <a:lnTo>
                    <a:pt x="1452576" y="2252284"/>
                  </a:lnTo>
                  <a:lnTo>
                    <a:pt x="1448540" y="2244834"/>
                  </a:lnTo>
                  <a:lnTo>
                    <a:pt x="1448540" y="2243902"/>
                  </a:lnTo>
                  <a:lnTo>
                    <a:pt x="1447609" y="2241729"/>
                  </a:lnTo>
                  <a:lnTo>
                    <a:pt x="1448540" y="2239556"/>
                  </a:lnTo>
                  <a:lnTo>
                    <a:pt x="1448540" y="2237383"/>
                  </a:lnTo>
                  <a:lnTo>
                    <a:pt x="1448540" y="2234279"/>
                  </a:lnTo>
                  <a:lnTo>
                    <a:pt x="1448540" y="2229001"/>
                  </a:lnTo>
                  <a:lnTo>
                    <a:pt x="1454749" y="2229001"/>
                  </a:lnTo>
                  <a:lnTo>
                    <a:pt x="1460026" y="2226828"/>
                  </a:lnTo>
                  <a:lnTo>
                    <a:pt x="1462200" y="2226828"/>
                  </a:lnTo>
                  <a:lnTo>
                    <a:pt x="1465304" y="2224655"/>
                  </a:lnTo>
                  <a:lnTo>
                    <a:pt x="1469340" y="2214100"/>
                  </a:lnTo>
                  <a:lnTo>
                    <a:pt x="1472444" y="2202613"/>
                  </a:lnTo>
                  <a:lnTo>
                    <a:pt x="1477722" y="2192058"/>
                  </a:lnTo>
                  <a:lnTo>
                    <a:pt x="1479895" y="2185849"/>
                  </a:lnTo>
                  <a:lnTo>
                    <a:pt x="1483931" y="2184918"/>
                  </a:lnTo>
                  <a:lnTo>
                    <a:pt x="1489208" y="2182745"/>
                  </a:lnTo>
                  <a:lnTo>
                    <a:pt x="1494486" y="2180571"/>
                  </a:lnTo>
                  <a:lnTo>
                    <a:pt x="1501626" y="2178398"/>
                  </a:lnTo>
                  <a:lnTo>
                    <a:pt x="1498522" y="2173121"/>
                  </a:lnTo>
                  <a:lnTo>
                    <a:pt x="1496349" y="2170016"/>
                  </a:lnTo>
                  <a:lnTo>
                    <a:pt x="1492313" y="2165670"/>
                  </a:lnTo>
                  <a:lnTo>
                    <a:pt x="1489208" y="2163497"/>
                  </a:lnTo>
                  <a:lnTo>
                    <a:pt x="1485173" y="2162566"/>
                  </a:lnTo>
                  <a:lnTo>
                    <a:pt x="1479895" y="2158219"/>
                  </a:lnTo>
                  <a:lnTo>
                    <a:pt x="1472755" y="2155115"/>
                  </a:lnTo>
                  <a:lnTo>
                    <a:pt x="1472755" y="2147664"/>
                  </a:lnTo>
                  <a:lnTo>
                    <a:pt x="1487346" y="2145491"/>
                  </a:lnTo>
                  <a:lnTo>
                    <a:pt x="1501937" y="2145491"/>
                  </a:lnTo>
                  <a:lnTo>
                    <a:pt x="1513423" y="2143318"/>
                  </a:lnTo>
                  <a:lnTo>
                    <a:pt x="1521805" y="2143318"/>
                  </a:lnTo>
                  <a:lnTo>
                    <a:pt x="1520874" y="2135867"/>
                  </a:lnTo>
                  <a:lnTo>
                    <a:pt x="1520874" y="2132763"/>
                  </a:lnTo>
                  <a:lnTo>
                    <a:pt x="1520874" y="2129037"/>
                  </a:lnTo>
                  <a:lnTo>
                    <a:pt x="1520874" y="2128106"/>
                  </a:lnTo>
                  <a:lnTo>
                    <a:pt x="1521805" y="2123760"/>
                  </a:lnTo>
                  <a:lnTo>
                    <a:pt x="1521805" y="2116309"/>
                  </a:lnTo>
                  <a:lnTo>
                    <a:pt x="1521805" y="2108858"/>
                  </a:lnTo>
                  <a:lnTo>
                    <a:pt x="1523978" y="2103581"/>
                  </a:lnTo>
                  <a:lnTo>
                    <a:pt x="1526151" y="2099235"/>
                  </a:lnTo>
                  <a:lnTo>
                    <a:pt x="1553160" y="2091784"/>
                  </a:lnTo>
                  <a:lnTo>
                    <a:pt x="1585447" y="2090853"/>
                  </a:lnTo>
                  <a:lnTo>
                    <a:pt x="1587620" y="2076262"/>
                  </a:lnTo>
                  <a:lnTo>
                    <a:pt x="1589793" y="2062602"/>
                  </a:lnTo>
                  <a:lnTo>
                    <a:pt x="1587620" y="2052047"/>
                  </a:lnTo>
                  <a:lnTo>
                    <a:pt x="1582342" y="2041492"/>
                  </a:lnTo>
                  <a:lnTo>
                    <a:pt x="1569924" y="2034041"/>
                  </a:lnTo>
                  <a:lnTo>
                    <a:pt x="1569924" y="2026590"/>
                  </a:lnTo>
                  <a:lnTo>
                    <a:pt x="1592897" y="2031868"/>
                  </a:lnTo>
                  <a:lnTo>
                    <a:pt x="1618975" y="2037145"/>
                  </a:lnTo>
                  <a:lnTo>
                    <a:pt x="1631393" y="2022554"/>
                  </a:lnTo>
                  <a:lnTo>
                    <a:pt x="1642879" y="2009826"/>
                  </a:lnTo>
                  <a:lnTo>
                    <a:pt x="1653434" y="1995235"/>
                  </a:lnTo>
                  <a:lnTo>
                    <a:pt x="1662747" y="1973194"/>
                  </a:lnTo>
                  <a:lnTo>
                    <a:pt x="1663679" y="1973194"/>
                  </a:lnTo>
                  <a:lnTo>
                    <a:pt x="1665852" y="1971020"/>
                  </a:lnTo>
                  <a:lnTo>
                    <a:pt x="1668025" y="1971020"/>
                  </a:lnTo>
                  <a:lnTo>
                    <a:pt x="1670198" y="1968847"/>
                  </a:lnTo>
                  <a:lnTo>
                    <a:pt x="1671130" y="1973194"/>
                  </a:lnTo>
                  <a:lnTo>
                    <a:pt x="1673303" y="1978471"/>
                  </a:lnTo>
                  <a:lnTo>
                    <a:pt x="1673303" y="1982817"/>
                  </a:lnTo>
                  <a:lnTo>
                    <a:pt x="1673303" y="1990268"/>
                  </a:lnTo>
                  <a:lnTo>
                    <a:pt x="1678580" y="1990268"/>
                  </a:lnTo>
                  <a:lnTo>
                    <a:pt x="1685721" y="1969158"/>
                  </a:lnTo>
                  <a:lnTo>
                    <a:pt x="1692861" y="1953325"/>
                  </a:lnTo>
                  <a:lnTo>
                    <a:pt x="1700001" y="1936561"/>
                  </a:lnTo>
                  <a:lnTo>
                    <a:pt x="1704037" y="1916692"/>
                  </a:lnTo>
                  <a:lnTo>
                    <a:pt x="1706210" y="1892478"/>
                  </a:lnTo>
                  <a:lnTo>
                    <a:pt x="1718628" y="1892478"/>
                  </a:lnTo>
                  <a:lnTo>
                    <a:pt x="1716455" y="1887200"/>
                  </a:lnTo>
                  <a:lnTo>
                    <a:pt x="1714282" y="1881923"/>
                  </a:lnTo>
                  <a:lnTo>
                    <a:pt x="1714282" y="1877576"/>
                  </a:lnTo>
                  <a:lnTo>
                    <a:pt x="1714282" y="1874472"/>
                  </a:lnTo>
                  <a:lnTo>
                    <a:pt x="1718317" y="1868263"/>
                  </a:lnTo>
                  <a:lnTo>
                    <a:pt x="1727631" y="1857708"/>
                  </a:lnTo>
                  <a:lnTo>
                    <a:pt x="1742222" y="1852430"/>
                  </a:lnTo>
                  <a:lnTo>
                    <a:pt x="1757744" y="1848084"/>
                  </a:lnTo>
                  <a:lnTo>
                    <a:pt x="1774508" y="1847153"/>
                  </a:lnTo>
                  <a:lnTo>
                    <a:pt x="1791272" y="1844979"/>
                  </a:lnTo>
                  <a:lnTo>
                    <a:pt x="1801827" y="1840633"/>
                  </a:lnTo>
                  <a:lnTo>
                    <a:pt x="1807105" y="1833183"/>
                  </a:lnTo>
                  <a:lnTo>
                    <a:pt x="1816418" y="1820454"/>
                  </a:lnTo>
                  <a:lnTo>
                    <a:pt x="1825732" y="1803690"/>
                  </a:lnTo>
                  <a:lnTo>
                    <a:pt x="1835045" y="1787857"/>
                  </a:lnTo>
                  <a:lnTo>
                    <a:pt x="1842185" y="1773267"/>
                  </a:lnTo>
                  <a:lnTo>
                    <a:pt x="1845290" y="1763953"/>
                  </a:lnTo>
                  <a:lnTo>
                    <a:pt x="1847463" y="1749362"/>
                  </a:lnTo>
                  <a:lnTo>
                    <a:pt x="1843427" y="1732598"/>
                  </a:lnTo>
                  <a:lnTo>
                    <a:pt x="1842496" y="1718007"/>
                  </a:lnTo>
                  <a:lnTo>
                    <a:pt x="1842496" y="1707452"/>
                  </a:lnTo>
                  <a:lnTo>
                    <a:pt x="1850878" y="1690688"/>
                  </a:lnTo>
                  <a:lnTo>
                    <a:pt x="1863296" y="1668646"/>
                  </a:lnTo>
                  <a:lnTo>
                    <a:pt x="1877887" y="1646605"/>
                  </a:lnTo>
                  <a:lnTo>
                    <a:pt x="1892477" y="1626736"/>
                  </a:lnTo>
                  <a:lnTo>
                    <a:pt x="1906137" y="1609972"/>
                  </a:lnTo>
                  <a:lnTo>
                    <a:pt x="1903964" y="1601590"/>
                  </a:lnTo>
                  <a:lnTo>
                    <a:pt x="1901480" y="1594450"/>
                  </a:lnTo>
                  <a:close/>
                  <a:moveTo>
                    <a:pt x="1340815" y="768043"/>
                  </a:moveTo>
                  <a:lnTo>
                    <a:pt x="1342988" y="765870"/>
                  </a:lnTo>
                  <a:lnTo>
                    <a:pt x="1345162" y="763697"/>
                  </a:lnTo>
                  <a:lnTo>
                    <a:pt x="1348266" y="760592"/>
                  </a:lnTo>
                  <a:lnTo>
                    <a:pt x="1350439" y="756246"/>
                  </a:lnTo>
                  <a:lnTo>
                    <a:pt x="1353544" y="756246"/>
                  </a:lnTo>
                  <a:lnTo>
                    <a:pt x="1352612" y="760592"/>
                  </a:lnTo>
                  <a:lnTo>
                    <a:pt x="1350439" y="762765"/>
                  </a:lnTo>
                  <a:lnTo>
                    <a:pt x="1348266" y="765870"/>
                  </a:lnTo>
                  <a:lnTo>
                    <a:pt x="1348266" y="768043"/>
                  </a:lnTo>
                  <a:lnTo>
                    <a:pt x="1347335" y="773320"/>
                  </a:lnTo>
                  <a:lnTo>
                    <a:pt x="1343299" y="771147"/>
                  </a:lnTo>
                  <a:lnTo>
                    <a:pt x="1341126" y="770216"/>
                  </a:lnTo>
                  <a:lnTo>
                    <a:pt x="1341126" y="768043"/>
                  </a:lnTo>
                  <a:close/>
                  <a:moveTo>
                    <a:pt x="1108602" y="713094"/>
                  </a:moveTo>
                  <a:lnTo>
                    <a:pt x="1117915" y="701608"/>
                  </a:lnTo>
                  <a:lnTo>
                    <a:pt x="1126297" y="688879"/>
                  </a:lnTo>
                  <a:lnTo>
                    <a:pt x="1144924" y="691052"/>
                  </a:lnTo>
                  <a:lnTo>
                    <a:pt x="1159515" y="698503"/>
                  </a:lnTo>
                  <a:lnTo>
                    <a:pt x="1167897" y="705954"/>
                  </a:lnTo>
                  <a:lnTo>
                    <a:pt x="1175037" y="716509"/>
                  </a:lnTo>
                  <a:lnTo>
                    <a:pt x="1181246" y="727995"/>
                  </a:lnTo>
                  <a:lnTo>
                    <a:pt x="1189628" y="736377"/>
                  </a:lnTo>
                  <a:lnTo>
                    <a:pt x="1203288" y="746001"/>
                  </a:lnTo>
                  <a:lnTo>
                    <a:pt x="1211670" y="749106"/>
                  </a:lnTo>
                  <a:lnTo>
                    <a:pt x="1218810" y="749106"/>
                  </a:lnTo>
                  <a:lnTo>
                    <a:pt x="1228124" y="751279"/>
                  </a:lnTo>
                  <a:lnTo>
                    <a:pt x="1237437" y="756556"/>
                  </a:lnTo>
                  <a:lnTo>
                    <a:pt x="1237437" y="766180"/>
                  </a:lnTo>
                  <a:lnTo>
                    <a:pt x="1235264" y="771458"/>
                  </a:lnTo>
                  <a:lnTo>
                    <a:pt x="1235264" y="775804"/>
                  </a:lnTo>
                  <a:lnTo>
                    <a:pt x="1233091" y="777977"/>
                  </a:lnTo>
                  <a:lnTo>
                    <a:pt x="1232159" y="778909"/>
                  </a:lnTo>
                  <a:lnTo>
                    <a:pt x="1229986" y="778909"/>
                  </a:lnTo>
                  <a:lnTo>
                    <a:pt x="1227813" y="778909"/>
                  </a:lnTo>
                  <a:lnTo>
                    <a:pt x="1225640" y="781082"/>
                  </a:lnTo>
                  <a:lnTo>
                    <a:pt x="1224709" y="783255"/>
                  </a:lnTo>
                  <a:lnTo>
                    <a:pt x="1222535" y="785428"/>
                  </a:lnTo>
                  <a:lnTo>
                    <a:pt x="1218500" y="795983"/>
                  </a:lnTo>
                  <a:lnTo>
                    <a:pt x="1220673" y="805607"/>
                  </a:lnTo>
                  <a:lnTo>
                    <a:pt x="1222846" y="810884"/>
                  </a:lnTo>
                  <a:lnTo>
                    <a:pt x="1222846" y="818335"/>
                  </a:lnTo>
                  <a:lnTo>
                    <a:pt x="1217568" y="827959"/>
                  </a:lnTo>
                  <a:lnTo>
                    <a:pt x="1218500" y="831063"/>
                  </a:lnTo>
                  <a:lnTo>
                    <a:pt x="1218500" y="833237"/>
                  </a:lnTo>
                  <a:lnTo>
                    <a:pt x="1218500" y="835410"/>
                  </a:lnTo>
                  <a:lnTo>
                    <a:pt x="1220673" y="837583"/>
                  </a:lnTo>
                  <a:lnTo>
                    <a:pt x="1222846" y="838514"/>
                  </a:lnTo>
                  <a:lnTo>
                    <a:pt x="1225950" y="837583"/>
                  </a:lnTo>
                  <a:lnTo>
                    <a:pt x="1237437" y="833237"/>
                  </a:lnTo>
                  <a:lnTo>
                    <a:pt x="1252959" y="825786"/>
                  </a:lnTo>
                  <a:lnTo>
                    <a:pt x="1269723" y="815231"/>
                  </a:lnTo>
                  <a:lnTo>
                    <a:pt x="1288350" y="805607"/>
                  </a:lnTo>
                  <a:lnTo>
                    <a:pt x="1302941" y="794120"/>
                  </a:lnTo>
                  <a:lnTo>
                    <a:pt x="1315359" y="786670"/>
                  </a:lnTo>
                  <a:lnTo>
                    <a:pt x="1322499" y="781392"/>
                  </a:lnTo>
                  <a:lnTo>
                    <a:pt x="1325603" y="783565"/>
                  </a:lnTo>
                  <a:lnTo>
                    <a:pt x="1327777" y="783565"/>
                  </a:lnTo>
                  <a:lnTo>
                    <a:pt x="1329950" y="783565"/>
                  </a:lnTo>
                  <a:lnTo>
                    <a:pt x="1332123" y="785738"/>
                  </a:lnTo>
                  <a:lnTo>
                    <a:pt x="1332123" y="786670"/>
                  </a:lnTo>
                  <a:lnTo>
                    <a:pt x="1333054" y="791016"/>
                  </a:lnTo>
                  <a:lnTo>
                    <a:pt x="1337090" y="791016"/>
                  </a:lnTo>
                  <a:lnTo>
                    <a:pt x="1329950" y="801571"/>
                  </a:lnTo>
                  <a:lnTo>
                    <a:pt x="1313186" y="811195"/>
                  </a:lnTo>
                  <a:lnTo>
                    <a:pt x="1295490" y="818646"/>
                  </a:lnTo>
                  <a:lnTo>
                    <a:pt x="1276863" y="826096"/>
                  </a:lnTo>
                  <a:lnTo>
                    <a:pt x="1259168" y="835720"/>
                  </a:lnTo>
                  <a:lnTo>
                    <a:pt x="1242404" y="845344"/>
                  </a:lnTo>
                  <a:lnTo>
                    <a:pt x="1233091" y="859004"/>
                  </a:lnTo>
                  <a:lnTo>
                    <a:pt x="1210118" y="855899"/>
                  </a:lnTo>
                  <a:lnTo>
                    <a:pt x="1207945" y="831684"/>
                  </a:lnTo>
                  <a:lnTo>
                    <a:pt x="1207945" y="809332"/>
                  </a:lnTo>
                  <a:lnTo>
                    <a:pt x="1207945" y="791326"/>
                  </a:lnTo>
                  <a:lnTo>
                    <a:pt x="1205771" y="771147"/>
                  </a:lnTo>
                  <a:lnTo>
                    <a:pt x="1193354" y="771147"/>
                  </a:lnTo>
                  <a:lnTo>
                    <a:pt x="1191180" y="778598"/>
                  </a:lnTo>
                  <a:lnTo>
                    <a:pt x="1185903" y="789153"/>
                  </a:lnTo>
                  <a:lnTo>
                    <a:pt x="1180625" y="801882"/>
                  </a:lnTo>
                  <a:lnTo>
                    <a:pt x="1174416" y="816783"/>
                  </a:lnTo>
                  <a:lnTo>
                    <a:pt x="1169139" y="828269"/>
                  </a:lnTo>
                  <a:lnTo>
                    <a:pt x="1166034" y="835720"/>
                  </a:lnTo>
                  <a:lnTo>
                    <a:pt x="1166034" y="838825"/>
                  </a:lnTo>
                  <a:lnTo>
                    <a:pt x="1159825" y="837893"/>
                  </a:lnTo>
                  <a:lnTo>
                    <a:pt x="1158894" y="835720"/>
                  </a:lnTo>
                  <a:lnTo>
                    <a:pt x="1156721" y="833547"/>
                  </a:lnTo>
                  <a:lnTo>
                    <a:pt x="1154548" y="831374"/>
                  </a:lnTo>
                  <a:lnTo>
                    <a:pt x="1154548" y="828269"/>
                  </a:lnTo>
                  <a:lnTo>
                    <a:pt x="1153306" y="822061"/>
                  </a:lnTo>
                  <a:lnTo>
                    <a:pt x="1153306" y="812747"/>
                  </a:lnTo>
                  <a:lnTo>
                    <a:pt x="1159515" y="797846"/>
                  </a:lnTo>
                  <a:lnTo>
                    <a:pt x="1166655" y="780771"/>
                  </a:lnTo>
                  <a:lnTo>
                    <a:pt x="1175037" y="768043"/>
                  </a:lnTo>
                  <a:lnTo>
                    <a:pt x="1182177" y="756556"/>
                  </a:lnTo>
                  <a:lnTo>
                    <a:pt x="1175037" y="748174"/>
                  </a:lnTo>
                  <a:lnTo>
                    <a:pt x="1167897" y="743828"/>
                  </a:lnTo>
                  <a:lnTo>
                    <a:pt x="1160757" y="740724"/>
                  </a:lnTo>
                  <a:lnTo>
                    <a:pt x="1152375" y="736377"/>
                  </a:lnTo>
                  <a:lnTo>
                    <a:pt x="1147097" y="723649"/>
                  </a:lnTo>
                  <a:lnTo>
                    <a:pt x="1137784" y="723649"/>
                  </a:lnTo>
                  <a:lnTo>
                    <a:pt x="1137784" y="728927"/>
                  </a:lnTo>
                  <a:lnTo>
                    <a:pt x="1135611" y="733273"/>
                  </a:lnTo>
                  <a:lnTo>
                    <a:pt x="1135611" y="738551"/>
                  </a:lnTo>
                  <a:lnTo>
                    <a:pt x="1133438" y="746001"/>
                  </a:lnTo>
                  <a:lnTo>
                    <a:pt x="1126297" y="736377"/>
                  </a:lnTo>
                  <a:lnTo>
                    <a:pt x="1121020" y="731100"/>
                  </a:lnTo>
                  <a:lnTo>
                    <a:pt x="1113879" y="727995"/>
                  </a:lnTo>
                  <a:lnTo>
                    <a:pt x="1103324" y="728927"/>
                  </a:lnTo>
                  <a:lnTo>
                    <a:pt x="1108602" y="713094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17" name="Freeform: Shape 4"/>
            <p:cNvSpPr/>
            <p:nvPr/>
          </p:nvSpPr>
          <p:spPr>
            <a:xfrm>
              <a:off x="4469400" y="1657800"/>
              <a:ext cx="2992320" cy="1030320"/>
            </a:xfrm>
            <a:custGeom>
              <a:avLst/>
              <a:gdLst>
                <a:gd name="textAreaLeft" fmla="*/ 0 w 2992320"/>
                <a:gd name="textAreaRight" fmla="*/ 2992680 w 2992320"/>
                <a:gd name="textAreaTop" fmla="*/ 0 h 1030320"/>
                <a:gd name="textAreaBottom" fmla="*/ 1030680 h 1030320"/>
              </a:gdLst>
              <a:ahLst/>
              <a:rect l="textAreaLeft" t="textAreaTop" r="textAreaRight" b="textAreaBottom"/>
              <a:pathLst>
                <a:path w="2992697" h="1030680">
                  <a:moveTo>
                    <a:pt x="7140" y="256428"/>
                  </a:moveTo>
                  <a:lnTo>
                    <a:pt x="26077" y="261706"/>
                  </a:lnTo>
                  <a:lnTo>
                    <a:pt x="38495" y="271330"/>
                  </a:lnTo>
                  <a:lnTo>
                    <a:pt x="49050" y="279712"/>
                  </a:lnTo>
                  <a:lnTo>
                    <a:pt x="60537" y="291198"/>
                  </a:lnTo>
                  <a:lnTo>
                    <a:pt x="71092" y="299580"/>
                  </a:lnTo>
                  <a:lnTo>
                    <a:pt x="71092" y="296476"/>
                  </a:lnTo>
                  <a:lnTo>
                    <a:pt x="77301" y="296476"/>
                  </a:lnTo>
                  <a:lnTo>
                    <a:pt x="77301" y="299580"/>
                  </a:lnTo>
                  <a:lnTo>
                    <a:pt x="78232" y="303926"/>
                  </a:lnTo>
                  <a:lnTo>
                    <a:pt x="82268" y="309204"/>
                  </a:lnTo>
                  <a:lnTo>
                    <a:pt x="84441" y="316655"/>
                  </a:lnTo>
                  <a:lnTo>
                    <a:pt x="76991" y="316655"/>
                  </a:lnTo>
                  <a:lnTo>
                    <a:pt x="72955" y="316655"/>
                  </a:lnTo>
                  <a:lnTo>
                    <a:pt x="72955" y="318828"/>
                  </a:lnTo>
                  <a:lnTo>
                    <a:pt x="70782" y="318828"/>
                  </a:lnTo>
                  <a:lnTo>
                    <a:pt x="67677" y="318828"/>
                  </a:lnTo>
                  <a:lnTo>
                    <a:pt x="63641" y="321001"/>
                  </a:lnTo>
                  <a:lnTo>
                    <a:pt x="49050" y="309514"/>
                  </a:lnTo>
                  <a:lnTo>
                    <a:pt x="34460" y="304237"/>
                  </a:lnTo>
                  <a:lnTo>
                    <a:pt x="16764" y="299891"/>
                  </a:lnTo>
                  <a:lnTo>
                    <a:pt x="0" y="291509"/>
                  </a:lnTo>
                  <a:lnTo>
                    <a:pt x="6209" y="286231"/>
                  </a:lnTo>
                  <a:lnTo>
                    <a:pt x="7140" y="280022"/>
                  </a:lnTo>
                  <a:lnTo>
                    <a:pt x="6209" y="274745"/>
                  </a:lnTo>
                  <a:lnTo>
                    <a:pt x="6209" y="266983"/>
                  </a:lnTo>
                  <a:lnTo>
                    <a:pt x="7140" y="256428"/>
                  </a:lnTo>
                  <a:lnTo>
                    <a:pt x="7140" y="256428"/>
                  </a:lnTo>
                  <a:lnTo>
                    <a:pt x="7140" y="256428"/>
                  </a:lnTo>
                  <a:close/>
                  <a:moveTo>
                    <a:pt x="1275001" y="248978"/>
                  </a:moveTo>
                  <a:lnTo>
                    <a:pt x="1279037" y="248978"/>
                  </a:lnTo>
                  <a:lnTo>
                    <a:pt x="1282141" y="249909"/>
                  </a:lnTo>
                  <a:lnTo>
                    <a:pt x="1284314" y="252082"/>
                  </a:lnTo>
                  <a:lnTo>
                    <a:pt x="1286487" y="254255"/>
                  </a:lnTo>
                  <a:lnTo>
                    <a:pt x="1287419" y="256428"/>
                  </a:lnTo>
                  <a:lnTo>
                    <a:pt x="1287419" y="257670"/>
                  </a:lnTo>
                  <a:lnTo>
                    <a:pt x="1287419" y="259843"/>
                  </a:lnTo>
                  <a:lnTo>
                    <a:pt x="1289592" y="264189"/>
                  </a:lnTo>
                  <a:lnTo>
                    <a:pt x="1282141" y="264189"/>
                  </a:lnTo>
                  <a:lnTo>
                    <a:pt x="1279037" y="265121"/>
                  </a:lnTo>
                  <a:lnTo>
                    <a:pt x="1275001" y="265121"/>
                  </a:lnTo>
                  <a:lnTo>
                    <a:pt x="1271896" y="267294"/>
                  </a:lnTo>
                  <a:lnTo>
                    <a:pt x="1265687" y="267294"/>
                  </a:lnTo>
                  <a:lnTo>
                    <a:pt x="1265687" y="264189"/>
                  </a:lnTo>
                  <a:lnTo>
                    <a:pt x="1262583" y="264189"/>
                  </a:lnTo>
                  <a:lnTo>
                    <a:pt x="1262583" y="250530"/>
                  </a:lnTo>
                  <a:lnTo>
                    <a:pt x="1267861" y="250530"/>
                  </a:lnTo>
                  <a:lnTo>
                    <a:pt x="1273138" y="249598"/>
                  </a:lnTo>
                  <a:lnTo>
                    <a:pt x="1275001" y="249598"/>
                  </a:lnTo>
                  <a:lnTo>
                    <a:pt x="1275001" y="248978"/>
                  </a:lnTo>
                  <a:lnTo>
                    <a:pt x="1275001" y="248978"/>
                  </a:lnTo>
                  <a:close/>
                  <a:moveTo>
                    <a:pt x="63641" y="239664"/>
                  </a:moveTo>
                  <a:lnTo>
                    <a:pt x="80405" y="239664"/>
                  </a:lnTo>
                  <a:lnTo>
                    <a:pt x="80405" y="242769"/>
                  </a:lnTo>
                  <a:lnTo>
                    <a:pt x="77301" y="242769"/>
                  </a:lnTo>
                  <a:lnTo>
                    <a:pt x="73265" y="242769"/>
                  </a:lnTo>
                  <a:lnTo>
                    <a:pt x="71092" y="244942"/>
                  </a:lnTo>
                  <a:lnTo>
                    <a:pt x="70161" y="244942"/>
                  </a:lnTo>
                  <a:lnTo>
                    <a:pt x="70161" y="244942"/>
                  </a:lnTo>
                  <a:lnTo>
                    <a:pt x="67988" y="244942"/>
                  </a:lnTo>
                  <a:lnTo>
                    <a:pt x="65815" y="242769"/>
                  </a:lnTo>
                  <a:lnTo>
                    <a:pt x="63641" y="239664"/>
                  </a:lnTo>
                  <a:lnTo>
                    <a:pt x="63641" y="239664"/>
                  </a:lnTo>
                  <a:lnTo>
                    <a:pt x="63641" y="239664"/>
                  </a:lnTo>
                  <a:close/>
                  <a:moveTo>
                    <a:pt x="1790651" y="213276"/>
                  </a:moveTo>
                  <a:lnTo>
                    <a:pt x="1803069" y="213276"/>
                  </a:lnTo>
                  <a:lnTo>
                    <a:pt x="1807105" y="228178"/>
                  </a:lnTo>
                  <a:lnTo>
                    <a:pt x="1810209" y="237801"/>
                  </a:lnTo>
                  <a:lnTo>
                    <a:pt x="1817660" y="242148"/>
                  </a:lnTo>
                  <a:lnTo>
                    <a:pt x="1830078" y="247425"/>
                  </a:lnTo>
                  <a:lnTo>
                    <a:pt x="1824800" y="269467"/>
                  </a:lnTo>
                  <a:lnTo>
                    <a:pt x="1817350" y="291509"/>
                  </a:lnTo>
                  <a:lnTo>
                    <a:pt x="1806794" y="307341"/>
                  </a:lnTo>
                  <a:lnTo>
                    <a:pt x="1806794" y="287162"/>
                  </a:lnTo>
                  <a:lnTo>
                    <a:pt x="1782890" y="287162"/>
                  </a:lnTo>
                  <a:lnTo>
                    <a:pt x="1785063" y="263879"/>
                  </a:lnTo>
                  <a:lnTo>
                    <a:pt x="1787236" y="241837"/>
                  </a:lnTo>
                  <a:lnTo>
                    <a:pt x="1790651" y="213276"/>
                  </a:lnTo>
                  <a:lnTo>
                    <a:pt x="1790651" y="213276"/>
                  </a:lnTo>
                  <a:lnTo>
                    <a:pt x="1790651" y="213276"/>
                  </a:lnTo>
                  <a:close/>
                  <a:moveTo>
                    <a:pt x="2941784" y="165778"/>
                  </a:moveTo>
                  <a:lnTo>
                    <a:pt x="2945820" y="165778"/>
                  </a:lnTo>
                  <a:lnTo>
                    <a:pt x="2945820" y="170124"/>
                  </a:lnTo>
                  <a:lnTo>
                    <a:pt x="2946751" y="175402"/>
                  </a:lnTo>
                  <a:lnTo>
                    <a:pt x="2948925" y="177575"/>
                  </a:lnTo>
                  <a:lnTo>
                    <a:pt x="2951098" y="180679"/>
                  </a:lnTo>
                  <a:lnTo>
                    <a:pt x="2953271" y="182853"/>
                  </a:lnTo>
                  <a:lnTo>
                    <a:pt x="2956375" y="185957"/>
                  </a:lnTo>
                  <a:lnTo>
                    <a:pt x="2960411" y="182853"/>
                  </a:lnTo>
                  <a:lnTo>
                    <a:pt x="2961342" y="178506"/>
                  </a:lnTo>
                  <a:lnTo>
                    <a:pt x="2963515" y="177575"/>
                  </a:lnTo>
                  <a:lnTo>
                    <a:pt x="2967551" y="177575"/>
                  </a:lnTo>
                  <a:lnTo>
                    <a:pt x="2972829" y="175402"/>
                  </a:lnTo>
                  <a:lnTo>
                    <a:pt x="2975933" y="185957"/>
                  </a:lnTo>
                  <a:lnTo>
                    <a:pt x="2982142" y="193408"/>
                  </a:lnTo>
                  <a:lnTo>
                    <a:pt x="2987420" y="200858"/>
                  </a:lnTo>
                  <a:lnTo>
                    <a:pt x="2990524" y="210482"/>
                  </a:lnTo>
                  <a:lnTo>
                    <a:pt x="2992697" y="223211"/>
                  </a:lnTo>
                  <a:lnTo>
                    <a:pt x="2992697" y="225384"/>
                  </a:lnTo>
                  <a:lnTo>
                    <a:pt x="2990524" y="227557"/>
                  </a:lnTo>
                  <a:lnTo>
                    <a:pt x="2990524" y="228488"/>
                  </a:lnTo>
                  <a:lnTo>
                    <a:pt x="2990524" y="230661"/>
                  </a:lnTo>
                  <a:lnTo>
                    <a:pt x="2990524" y="232834"/>
                  </a:lnTo>
                  <a:lnTo>
                    <a:pt x="2989593" y="235939"/>
                  </a:lnTo>
                  <a:lnTo>
                    <a:pt x="2978106" y="243390"/>
                  </a:lnTo>
                  <a:lnTo>
                    <a:pt x="2961342" y="250840"/>
                  </a:lnTo>
                  <a:lnTo>
                    <a:pt x="2941474" y="255186"/>
                  </a:lnTo>
                  <a:lnTo>
                    <a:pt x="2921605" y="258291"/>
                  </a:lnTo>
                  <a:lnTo>
                    <a:pt x="2904841" y="260464"/>
                  </a:lnTo>
                  <a:lnTo>
                    <a:pt x="2907014" y="250840"/>
                  </a:lnTo>
                  <a:lnTo>
                    <a:pt x="2909187" y="247736"/>
                  </a:lnTo>
                  <a:lnTo>
                    <a:pt x="2911360" y="243390"/>
                  </a:lnTo>
                  <a:lnTo>
                    <a:pt x="2912292" y="242458"/>
                  </a:lnTo>
                  <a:lnTo>
                    <a:pt x="2914465" y="242458"/>
                  </a:lnTo>
                  <a:lnTo>
                    <a:pt x="2918501" y="240285"/>
                  </a:lnTo>
                  <a:lnTo>
                    <a:pt x="2919432" y="240285"/>
                  </a:lnTo>
                  <a:lnTo>
                    <a:pt x="2921605" y="238112"/>
                  </a:lnTo>
                  <a:lnTo>
                    <a:pt x="2925641" y="235939"/>
                  </a:lnTo>
                  <a:lnTo>
                    <a:pt x="2930919" y="221037"/>
                  </a:lnTo>
                  <a:lnTo>
                    <a:pt x="2930919" y="206136"/>
                  </a:lnTo>
                  <a:lnTo>
                    <a:pt x="2928746" y="192476"/>
                  </a:lnTo>
                  <a:lnTo>
                    <a:pt x="2931850" y="180990"/>
                  </a:lnTo>
                  <a:lnTo>
                    <a:pt x="2941163" y="170435"/>
                  </a:lnTo>
                  <a:lnTo>
                    <a:pt x="2941163" y="165778"/>
                  </a:lnTo>
                  <a:lnTo>
                    <a:pt x="2941784" y="165778"/>
                  </a:lnTo>
                  <a:lnTo>
                    <a:pt x="2941784" y="165778"/>
                  </a:lnTo>
                  <a:close/>
                  <a:moveTo>
                    <a:pt x="148083" y="158327"/>
                  </a:moveTo>
                  <a:lnTo>
                    <a:pt x="167951" y="180369"/>
                  </a:lnTo>
                  <a:lnTo>
                    <a:pt x="193097" y="197133"/>
                  </a:lnTo>
                  <a:lnTo>
                    <a:pt x="224452" y="209861"/>
                  </a:lnTo>
                  <a:lnTo>
                    <a:pt x="226625" y="227867"/>
                  </a:lnTo>
                  <a:lnTo>
                    <a:pt x="231903" y="241527"/>
                  </a:lnTo>
                  <a:lnTo>
                    <a:pt x="237181" y="248978"/>
                  </a:lnTo>
                  <a:lnTo>
                    <a:pt x="244631" y="256428"/>
                  </a:lnTo>
                  <a:lnTo>
                    <a:pt x="252082" y="266983"/>
                  </a:lnTo>
                  <a:lnTo>
                    <a:pt x="239664" y="269157"/>
                  </a:lnTo>
                  <a:lnTo>
                    <a:pt x="227246" y="271330"/>
                  </a:lnTo>
                  <a:lnTo>
                    <a:pt x="215760" y="276607"/>
                  </a:lnTo>
                  <a:lnTo>
                    <a:pt x="208309" y="284058"/>
                  </a:lnTo>
                  <a:lnTo>
                    <a:pt x="207378" y="287162"/>
                  </a:lnTo>
                  <a:lnTo>
                    <a:pt x="205205" y="291509"/>
                  </a:lnTo>
                  <a:lnTo>
                    <a:pt x="203032" y="294613"/>
                  </a:lnTo>
                  <a:lnTo>
                    <a:pt x="200858" y="296786"/>
                  </a:lnTo>
                  <a:lnTo>
                    <a:pt x="197754" y="299891"/>
                  </a:lnTo>
                  <a:lnTo>
                    <a:pt x="186267" y="302064"/>
                  </a:lnTo>
                  <a:lnTo>
                    <a:pt x="170745" y="304237"/>
                  </a:lnTo>
                  <a:lnTo>
                    <a:pt x="151808" y="302064"/>
                  </a:lnTo>
                  <a:lnTo>
                    <a:pt x="137217" y="299891"/>
                  </a:lnTo>
                  <a:lnTo>
                    <a:pt x="134113" y="289335"/>
                  </a:lnTo>
                  <a:lnTo>
                    <a:pt x="131939" y="281885"/>
                  </a:lnTo>
                  <a:lnTo>
                    <a:pt x="129766" y="276607"/>
                  </a:lnTo>
                  <a:lnTo>
                    <a:pt x="124489" y="266983"/>
                  </a:lnTo>
                  <a:lnTo>
                    <a:pt x="148393" y="259533"/>
                  </a:lnTo>
                  <a:lnTo>
                    <a:pt x="148393" y="256428"/>
                  </a:lnTo>
                  <a:lnTo>
                    <a:pt x="129456" y="254255"/>
                  </a:lnTo>
                  <a:lnTo>
                    <a:pt x="117038" y="249909"/>
                  </a:lnTo>
                  <a:lnTo>
                    <a:pt x="107725" y="242458"/>
                  </a:lnTo>
                  <a:lnTo>
                    <a:pt x="106793" y="237181"/>
                  </a:lnTo>
                  <a:lnTo>
                    <a:pt x="102758" y="231903"/>
                  </a:lnTo>
                  <a:lnTo>
                    <a:pt x="100584" y="226625"/>
                  </a:lnTo>
                  <a:lnTo>
                    <a:pt x="100584" y="220417"/>
                  </a:lnTo>
                  <a:lnTo>
                    <a:pt x="100584" y="217312"/>
                  </a:lnTo>
                  <a:lnTo>
                    <a:pt x="100584" y="212966"/>
                  </a:lnTo>
                  <a:lnTo>
                    <a:pt x="102758" y="212966"/>
                  </a:lnTo>
                  <a:lnTo>
                    <a:pt x="104931" y="212034"/>
                  </a:lnTo>
                  <a:lnTo>
                    <a:pt x="107104" y="212034"/>
                  </a:lnTo>
                  <a:lnTo>
                    <a:pt x="108035" y="212034"/>
                  </a:lnTo>
                  <a:lnTo>
                    <a:pt x="112071" y="209861"/>
                  </a:lnTo>
                  <a:lnTo>
                    <a:pt x="113623" y="204894"/>
                  </a:lnTo>
                  <a:lnTo>
                    <a:pt x="113623" y="198685"/>
                  </a:lnTo>
                  <a:lnTo>
                    <a:pt x="113623" y="195581"/>
                  </a:lnTo>
                  <a:lnTo>
                    <a:pt x="114554" y="193408"/>
                  </a:lnTo>
                  <a:lnTo>
                    <a:pt x="116728" y="190303"/>
                  </a:lnTo>
                  <a:lnTo>
                    <a:pt x="118901" y="190303"/>
                  </a:lnTo>
                  <a:lnTo>
                    <a:pt x="121074" y="188130"/>
                  </a:lnTo>
                  <a:lnTo>
                    <a:pt x="122005" y="188130"/>
                  </a:lnTo>
                  <a:lnTo>
                    <a:pt x="124178" y="188130"/>
                  </a:lnTo>
                  <a:lnTo>
                    <a:pt x="127283" y="185957"/>
                  </a:lnTo>
                  <a:lnTo>
                    <a:pt x="129456" y="178506"/>
                  </a:lnTo>
                  <a:lnTo>
                    <a:pt x="131629" y="173229"/>
                  </a:lnTo>
                  <a:lnTo>
                    <a:pt x="133802" y="167951"/>
                  </a:lnTo>
                  <a:lnTo>
                    <a:pt x="136907" y="162674"/>
                  </a:lnTo>
                  <a:lnTo>
                    <a:pt x="139080" y="160500"/>
                  </a:lnTo>
                  <a:lnTo>
                    <a:pt x="141253" y="160500"/>
                  </a:lnTo>
                  <a:lnTo>
                    <a:pt x="142184" y="158327"/>
                  </a:lnTo>
                  <a:lnTo>
                    <a:pt x="144357" y="158327"/>
                  </a:lnTo>
                  <a:lnTo>
                    <a:pt x="148083" y="158327"/>
                  </a:lnTo>
                  <a:lnTo>
                    <a:pt x="148083" y="158327"/>
                  </a:lnTo>
                  <a:lnTo>
                    <a:pt x="148083" y="158327"/>
                  </a:lnTo>
                  <a:close/>
                  <a:moveTo>
                    <a:pt x="1222846" y="138148"/>
                  </a:moveTo>
                  <a:lnTo>
                    <a:pt x="1228124" y="140322"/>
                  </a:lnTo>
                  <a:lnTo>
                    <a:pt x="1233401" y="141253"/>
                  </a:lnTo>
                  <a:lnTo>
                    <a:pt x="1236506" y="143426"/>
                  </a:lnTo>
                  <a:lnTo>
                    <a:pt x="1242714" y="145599"/>
                  </a:lnTo>
                  <a:lnTo>
                    <a:pt x="1242714" y="150877"/>
                  </a:lnTo>
                  <a:lnTo>
                    <a:pt x="1243646" y="155223"/>
                  </a:lnTo>
                  <a:lnTo>
                    <a:pt x="1243646" y="158327"/>
                  </a:lnTo>
                  <a:lnTo>
                    <a:pt x="1245819" y="162674"/>
                  </a:lnTo>
                  <a:lnTo>
                    <a:pt x="1233401" y="162674"/>
                  </a:lnTo>
                  <a:lnTo>
                    <a:pt x="1231228" y="158327"/>
                  </a:lnTo>
                  <a:lnTo>
                    <a:pt x="1229055" y="155223"/>
                  </a:lnTo>
                  <a:lnTo>
                    <a:pt x="1225950" y="150877"/>
                  </a:lnTo>
                  <a:lnTo>
                    <a:pt x="1223777" y="148704"/>
                  </a:lnTo>
                  <a:lnTo>
                    <a:pt x="1223777" y="143426"/>
                  </a:lnTo>
                  <a:lnTo>
                    <a:pt x="1222846" y="138148"/>
                  </a:lnTo>
                  <a:lnTo>
                    <a:pt x="1222846" y="138148"/>
                  </a:lnTo>
                  <a:lnTo>
                    <a:pt x="1222846" y="138148"/>
                  </a:lnTo>
                  <a:close/>
                  <a:moveTo>
                    <a:pt x="1730114" y="113934"/>
                  </a:moveTo>
                  <a:lnTo>
                    <a:pt x="1736323" y="123557"/>
                  </a:lnTo>
                  <a:lnTo>
                    <a:pt x="1741601" y="141563"/>
                  </a:lnTo>
                  <a:lnTo>
                    <a:pt x="1749051" y="158327"/>
                  </a:lnTo>
                  <a:lnTo>
                    <a:pt x="1758365" y="175091"/>
                  </a:lnTo>
                  <a:lnTo>
                    <a:pt x="1763642" y="182542"/>
                  </a:lnTo>
                  <a:lnTo>
                    <a:pt x="1766747" y="178196"/>
                  </a:lnTo>
                  <a:lnTo>
                    <a:pt x="1768920" y="177265"/>
                  </a:lnTo>
                  <a:lnTo>
                    <a:pt x="1772956" y="177265"/>
                  </a:lnTo>
                  <a:lnTo>
                    <a:pt x="1776060" y="175091"/>
                  </a:lnTo>
                  <a:lnTo>
                    <a:pt x="1783511" y="175091"/>
                  </a:lnTo>
                  <a:lnTo>
                    <a:pt x="1783511" y="178196"/>
                  </a:lnTo>
                  <a:lnTo>
                    <a:pt x="1787547" y="178196"/>
                  </a:lnTo>
                  <a:lnTo>
                    <a:pt x="1787547" y="189682"/>
                  </a:lnTo>
                  <a:lnTo>
                    <a:pt x="1759296" y="192787"/>
                  </a:lnTo>
                  <a:lnTo>
                    <a:pt x="1756192" y="222279"/>
                  </a:lnTo>
                  <a:lnTo>
                    <a:pt x="1746878" y="246494"/>
                  </a:lnTo>
                  <a:lnTo>
                    <a:pt x="1739428" y="270709"/>
                  </a:lnTo>
                  <a:lnTo>
                    <a:pt x="1736323" y="290888"/>
                  </a:lnTo>
                  <a:lnTo>
                    <a:pt x="1734150" y="311067"/>
                  </a:lnTo>
                  <a:lnTo>
                    <a:pt x="1734150" y="327831"/>
                  </a:lnTo>
                  <a:lnTo>
                    <a:pt x="1730114" y="343664"/>
                  </a:lnTo>
                  <a:lnTo>
                    <a:pt x="1727010" y="343664"/>
                  </a:lnTo>
                  <a:lnTo>
                    <a:pt x="1727010" y="340559"/>
                  </a:lnTo>
                  <a:lnTo>
                    <a:pt x="1721732" y="333108"/>
                  </a:lnTo>
                  <a:lnTo>
                    <a:pt x="1712419" y="323485"/>
                  </a:lnTo>
                  <a:lnTo>
                    <a:pt x="1701864" y="310756"/>
                  </a:lnTo>
                  <a:lnTo>
                    <a:pt x="1692550" y="298028"/>
                  </a:lnTo>
                  <a:lnTo>
                    <a:pt x="1685100" y="285300"/>
                  </a:lnTo>
                  <a:lnTo>
                    <a:pt x="1681064" y="273813"/>
                  </a:lnTo>
                  <a:lnTo>
                    <a:pt x="1683237" y="266363"/>
                  </a:lnTo>
                  <a:lnTo>
                    <a:pt x="1687273" y="264189"/>
                  </a:lnTo>
                  <a:lnTo>
                    <a:pt x="1690377" y="264189"/>
                  </a:lnTo>
                  <a:lnTo>
                    <a:pt x="1692550" y="264189"/>
                  </a:lnTo>
                  <a:lnTo>
                    <a:pt x="1694723" y="264189"/>
                  </a:lnTo>
                  <a:lnTo>
                    <a:pt x="1695655" y="264189"/>
                  </a:lnTo>
                  <a:lnTo>
                    <a:pt x="1697828" y="264189"/>
                  </a:lnTo>
                  <a:lnTo>
                    <a:pt x="1700001" y="263879"/>
                  </a:lnTo>
                  <a:lnTo>
                    <a:pt x="1703106" y="259533"/>
                  </a:lnTo>
                  <a:lnTo>
                    <a:pt x="1700001" y="259533"/>
                  </a:lnTo>
                  <a:lnTo>
                    <a:pt x="1700001" y="256428"/>
                  </a:lnTo>
                  <a:lnTo>
                    <a:pt x="1683237" y="254255"/>
                  </a:lnTo>
                  <a:lnTo>
                    <a:pt x="1673924" y="248978"/>
                  </a:lnTo>
                  <a:lnTo>
                    <a:pt x="1666473" y="239354"/>
                  </a:lnTo>
                  <a:lnTo>
                    <a:pt x="1673924" y="237181"/>
                  </a:lnTo>
                  <a:lnTo>
                    <a:pt x="1680132" y="235007"/>
                  </a:lnTo>
                  <a:lnTo>
                    <a:pt x="1683237" y="234076"/>
                  </a:lnTo>
                  <a:lnTo>
                    <a:pt x="1687273" y="231903"/>
                  </a:lnTo>
                  <a:lnTo>
                    <a:pt x="1690377" y="229730"/>
                  </a:lnTo>
                  <a:lnTo>
                    <a:pt x="1694413" y="226625"/>
                  </a:lnTo>
                  <a:lnTo>
                    <a:pt x="1694413" y="222279"/>
                  </a:lnTo>
                  <a:lnTo>
                    <a:pt x="1679822" y="222279"/>
                  </a:lnTo>
                  <a:lnTo>
                    <a:pt x="1675786" y="224452"/>
                  </a:lnTo>
                  <a:lnTo>
                    <a:pt x="1672682" y="224452"/>
                  </a:lnTo>
                  <a:lnTo>
                    <a:pt x="1668646" y="226625"/>
                  </a:lnTo>
                  <a:lnTo>
                    <a:pt x="1663369" y="226625"/>
                  </a:lnTo>
                  <a:lnTo>
                    <a:pt x="1654055" y="209861"/>
                  </a:lnTo>
                  <a:lnTo>
                    <a:pt x="1643500" y="193097"/>
                  </a:lnTo>
                  <a:lnTo>
                    <a:pt x="1644431" y="187820"/>
                  </a:lnTo>
                  <a:lnTo>
                    <a:pt x="1644431" y="184715"/>
                  </a:lnTo>
                  <a:lnTo>
                    <a:pt x="1646604" y="182542"/>
                  </a:lnTo>
                  <a:lnTo>
                    <a:pt x="1648778" y="178196"/>
                  </a:lnTo>
                  <a:lnTo>
                    <a:pt x="1648778" y="175091"/>
                  </a:lnTo>
                  <a:lnTo>
                    <a:pt x="1650951" y="169814"/>
                  </a:lnTo>
                  <a:lnTo>
                    <a:pt x="1646915" y="169814"/>
                  </a:lnTo>
                  <a:lnTo>
                    <a:pt x="1646915" y="165468"/>
                  </a:lnTo>
                  <a:lnTo>
                    <a:pt x="1643810" y="167641"/>
                  </a:lnTo>
                  <a:lnTo>
                    <a:pt x="1641637" y="167641"/>
                  </a:lnTo>
                  <a:lnTo>
                    <a:pt x="1639464" y="167641"/>
                  </a:lnTo>
                  <a:lnTo>
                    <a:pt x="1639464" y="167641"/>
                  </a:lnTo>
                  <a:lnTo>
                    <a:pt x="1637291" y="167641"/>
                  </a:lnTo>
                  <a:lnTo>
                    <a:pt x="1637291" y="165468"/>
                  </a:lnTo>
                  <a:lnTo>
                    <a:pt x="1634187" y="162363"/>
                  </a:lnTo>
                  <a:lnTo>
                    <a:pt x="1632013" y="158017"/>
                  </a:lnTo>
                  <a:lnTo>
                    <a:pt x="1629840" y="154912"/>
                  </a:lnTo>
                  <a:lnTo>
                    <a:pt x="1628909" y="152739"/>
                  </a:lnTo>
                  <a:lnTo>
                    <a:pt x="1628909" y="147462"/>
                  </a:lnTo>
                  <a:lnTo>
                    <a:pt x="1626736" y="141253"/>
                  </a:lnTo>
                  <a:lnTo>
                    <a:pt x="1646604" y="128525"/>
                  </a:lnTo>
                  <a:lnTo>
                    <a:pt x="1666473" y="117969"/>
                  </a:lnTo>
                  <a:lnTo>
                    <a:pt x="1668646" y="123247"/>
                  </a:lnTo>
                  <a:lnTo>
                    <a:pt x="1670819" y="128525"/>
                  </a:lnTo>
                  <a:lnTo>
                    <a:pt x="1672992" y="130698"/>
                  </a:lnTo>
                  <a:lnTo>
                    <a:pt x="1676097" y="132871"/>
                  </a:lnTo>
                  <a:lnTo>
                    <a:pt x="1678270" y="132871"/>
                  </a:lnTo>
                  <a:lnTo>
                    <a:pt x="1680443" y="133802"/>
                  </a:lnTo>
                  <a:lnTo>
                    <a:pt x="1683547" y="135975"/>
                  </a:lnTo>
                  <a:lnTo>
                    <a:pt x="1687583" y="138148"/>
                  </a:lnTo>
                  <a:lnTo>
                    <a:pt x="1690688" y="148704"/>
                  </a:lnTo>
                  <a:lnTo>
                    <a:pt x="1692861" y="162363"/>
                  </a:lnTo>
                  <a:lnTo>
                    <a:pt x="1695034" y="175091"/>
                  </a:lnTo>
                  <a:lnTo>
                    <a:pt x="1703416" y="175091"/>
                  </a:lnTo>
                  <a:lnTo>
                    <a:pt x="1703416" y="165468"/>
                  </a:lnTo>
                  <a:lnTo>
                    <a:pt x="1700311" y="154912"/>
                  </a:lnTo>
                  <a:lnTo>
                    <a:pt x="1700311" y="141253"/>
                  </a:lnTo>
                  <a:lnTo>
                    <a:pt x="1703416" y="128525"/>
                  </a:lnTo>
                  <a:lnTo>
                    <a:pt x="1707452" y="117969"/>
                  </a:lnTo>
                  <a:lnTo>
                    <a:pt x="1730114" y="113934"/>
                  </a:lnTo>
                  <a:lnTo>
                    <a:pt x="1730114" y="113934"/>
                  </a:lnTo>
                  <a:lnTo>
                    <a:pt x="1730114" y="113934"/>
                  </a:lnTo>
                  <a:close/>
                  <a:moveTo>
                    <a:pt x="2755827" y="104620"/>
                  </a:moveTo>
                  <a:lnTo>
                    <a:pt x="2761105" y="108966"/>
                  </a:lnTo>
                  <a:lnTo>
                    <a:pt x="2765140" y="112071"/>
                  </a:lnTo>
                  <a:lnTo>
                    <a:pt x="2770418" y="112071"/>
                  </a:lnTo>
                  <a:lnTo>
                    <a:pt x="2775696" y="112071"/>
                  </a:lnTo>
                  <a:lnTo>
                    <a:pt x="2785009" y="114244"/>
                  </a:lnTo>
                  <a:lnTo>
                    <a:pt x="2782836" y="118590"/>
                  </a:lnTo>
                  <a:lnTo>
                    <a:pt x="2782836" y="119522"/>
                  </a:lnTo>
                  <a:lnTo>
                    <a:pt x="2782836" y="121695"/>
                  </a:lnTo>
                  <a:lnTo>
                    <a:pt x="2781905" y="123868"/>
                  </a:lnTo>
                  <a:lnTo>
                    <a:pt x="2781905" y="126041"/>
                  </a:lnTo>
                  <a:lnTo>
                    <a:pt x="2768245" y="133492"/>
                  </a:lnTo>
                  <a:lnTo>
                    <a:pt x="2750550" y="136596"/>
                  </a:lnTo>
                  <a:lnTo>
                    <a:pt x="2731613" y="138769"/>
                  </a:lnTo>
                  <a:lnTo>
                    <a:pt x="2730681" y="134423"/>
                  </a:lnTo>
                  <a:lnTo>
                    <a:pt x="2730681" y="131319"/>
                  </a:lnTo>
                  <a:lnTo>
                    <a:pt x="2728508" y="126972"/>
                  </a:lnTo>
                  <a:lnTo>
                    <a:pt x="2728508" y="121695"/>
                  </a:lnTo>
                  <a:lnTo>
                    <a:pt x="2733786" y="118590"/>
                  </a:lnTo>
                  <a:lnTo>
                    <a:pt x="2737821" y="114244"/>
                  </a:lnTo>
                  <a:lnTo>
                    <a:pt x="2740926" y="112071"/>
                  </a:lnTo>
                  <a:lnTo>
                    <a:pt x="2744961" y="108966"/>
                  </a:lnTo>
                  <a:lnTo>
                    <a:pt x="2748066" y="106793"/>
                  </a:lnTo>
                  <a:lnTo>
                    <a:pt x="2755827" y="104620"/>
                  </a:lnTo>
                  <a:lnTo>
                    <a:pt x="2755827" y="104620"/>
                  </a:lnTo>
                  <a:lnTo>
                    <a:pt x="2755827" y="104620"/>
                  </a:lnTo>
                  <a:close/>
                  <a:moveTo>
                    <a:pt x="2195472" y="104620"/>
                  </a:moveTo>
                  <a:lnTo>
                    <a:pt x="2210063" y="106793"/>
                  </a:lnTo>
                  <a:lnTo>
                    <a:pt x="2220619" y="112071"/>
                  </a:lnTo>
                  <a:lnTo>
                    <a:pt x="2231174" y="118280"/>
                  </a:lnTo>
                  <a:lnTo>
                    <a:pt x="2228069" y="121384"/>
                  </a:lnTo>
                  <a:lnTo>
                    <a:pt x="2225896" y="126662"/>
                  </a:lnTo>
                  <a:lnTo>
                    <a:pt x="2222792" y="128835"/>
                  </a:lnTo>
                  <a:lnTo>
                    <a:pt x="2217514" y="131008"/>
                  </a:lnTo>
                  <a:lnTo>
                    <a:pt x="2211305" y="133181"/>
                  </a:lnTo>
                  <a:lnTo>
                    <a:pt x="2203855" y="133181"/>
                  </a:lnTo>
                  <a:lnTo>
                    <a:pt x="2198577" y="136286"/>
                  </a:lnTo>
                  <a:lnTo>
                    <a:pt x="2193300" y="136286"/>
                  </a:lnTo>
                  <a:lnTo>
                    <a:pt x="2188022" y="138459"/>
                  </a:lnTo>
                  <a:lnTo>
                    <a:pt x="2180571" y="138459"/>
                  </a:lnTo>
                  <a:lnTo>
                    <a:pt x="2180571" y="126972"/>
                  </a:lnTo>
                  <a:lnTo>
                    <a:pt x="2181502" y="119522"/>
                  </a:lnTo>
                  <a:lnTo>
                    <a:pt x="2188953" y="114244"/>
                  </a:lnTo>
                  <a:lnTo>
                    <a:pt x="2195472" y="104620"/>
                  </a:lnTo>
                  <a:lnTo>
                    <a:pt x="2195472" y="104620"/>
                  </a:lnTo>
                  <a:lnTo>
                    <a:pt x="2195472" y="104620"/>
                  </a:lnTo>
                  <a:close/>
                  <a:moveTo>
                    <a:pt x="798156" y="104620"/>
                  </a:moveTo>
                  <a:lnTo>
                    <a:pt x="812747" y="104620"/>
                  </a:lnTo>
                  <a:lnTo>
                    <a:pt x="815852" y="114244"/>
                  </a:lnTo>
                  <a:lnTo>
                    <a:pt x="819887" y="119522"/>
                  </a:lnTo>
                  <a:lnTo>
                    <a:pt x="822992" y="126972"/>
                  </a:lnTo>
                  <a:lnTo>
                    <a:pt x="825165" y="138459"/>
                  </a:lnTo>
                  <a:lnTo>
                    <a:pt x="822060" y="138459"/>
                  </a:lnTo>
                  <a:lnTo>
                    <a:pt x="810574" y="131008"/>
                  </a:lnTo>
                  <a:lnTo>
                    <a:pt x="803123" y="123557"/>
                  </a:lnTo>
                  <a:lnTo>
                    <a:pt x="797846" y="116107"/>
                  </a:lnTo>
                  <a:lnTo>
                    <a:pt x="797846" y="104620"/>
                  </a:lnTo>
                  <a:lnTo>
                    <a:pt x="798156" y="104620"/>
                  </a:lnTo>
                  <a:lnTo>
                    <a:pt x="798156" y="104620"/>
                  </a:lnTo>
                  <a:close/>
                  <a:moveTo>
                    <a:pt x="2852997" y="81337"/>
                  </a:moveTo>
                  <a:lnTo>
                    <a:pt x="2856101" y="81337"/>
                  </a:lnTo>
                  <a:lnTo>
                    <a:pt x="2860137" y="83510"/>
                  </a:lnTo>
                  <a:lnTo>
                    <a:pt x="2861068" y="83510"/>
                  </a:lnTo>
                  <a:lnTo>
                    <a:pt x="2863241" y="83510"/>
                  </a:lnTo>
                  <a:lnTo>
                    <a:pt x="2865415" y="84441"/>
                  </a:lnTo>
                  <a:lnTo>
                    <a:pt x="2861379" y="88788"/>
                  </a:lnTo>
                  <a:lnTo>
                    <a:pt x="2858274" y="91892"/>
                  </a:lnTo>
                  <a:lnTo>
                    <a:pt x="2856101" y="97170"/>
                  </a:lnTo>
                  <a:lnTo>
                    <a:pt x="2853928" y="101516"/>
                  </a:lnTo>
                  <a:lnTo>
                    <a:pt x="2852997" y="108966"/>
                  </a:lnTo>
                  <a:lnTo>
                    <a:pt x="2856101" y="108966"/>
                  </a:lnTo>
                  <a:lnTo>
                    <a:pt x="2860137" y="103689"/>
                  </a:lnTo>
                  <a:lnTo>
                    <a:pt x="2863241" y="99343"/>
                  </a:lnTo>
                  <a:lnTo>
                    <a:pt x="2867277" y="96238"/>
                  </a:lnTo>
                  <a:lnTo>
                    <a:pt x="2872555" y="94065"/>
                  </a:lnTo>
                  <a:lnTo>
                    <a:pt x="2883110" y="104620"/>
                  </a:lnTo>
                  <a:lnTo>
                    <a:pt x="2896770" y="114244"/>
                  </a:lnTo>
                  <a:lnTo>
                    <a:pt x="2905151" y="121695"/>
                  </a:lnTo>
                  <a:lnTo>
                    <a:pt x="2905151" y="145910"/>
                  </a:lnTo>
                  <a:lnTo>
                    <a:pt x="2911360" y="151187"/>
                  </a:lnTo>
                  <a:lnTo>
                    <a:pt x="2916638" y="155533"/>
                  </a:lnTo>
                  <a:lnTo>
                    <a:pt x="2921916" y="156465"/>
                  </a:lnTo>
                  <a:lnTo>
                    <a:pt x="2925952" y="163915"/>
                  </a:lnTo>
                  <a:lnTo>
                    <a:pt x="2929056" y="178817"/>
                  </a:lnTo>
                  <a:lnTo>
                    <a:pt x="2921605" y="188441"/>
                  </a:lnTo>
                  <a:lnTo>
                    <a:pt x="2918501" y="198064"/>
                  </a:lnTo>
                  <a:lnTo>
                    <a:pt x="2911050" y="203342"/>
                  </a:lnTo>
                  <a:lnTo>
                    <a:pt x="2901737" y="205515"/>
                  </a:lnTo>
                  <a:lnTo>
                    <a:pt x="2884972" y="206446"/>
                  </a:lnTo>
                  <a:lnTo>
                    <a:pt x="2872555" y="195891"/>
                  </a:lnTo>
                  <a:lnTo>
                    <a:pt x="2853618" y="186267"/>
                  </a:lnTo>
                  <a:lnTo>
                    <a:pt x="2833749" y="180990"/>
                  </a:lnTo>
                  <a:lnTo>
                    <a:pt x="2813881" y="173539"/>
                  </a:lnTo>
                  <a:lnTo>
                    <a:pt x="2796185" y="166089"/>
                  </a:lnTo>
                  <a:lnTo>
                    <a:pt x="2784699" y="155533"/>
                  </a:lnTo>
                  <a:lnTo>
                    <a:pt x="2792149" y="151187"/>
                  </a:lnTo>
                  <a:lnTo>
                    <a:pt x="2797427" y="148083"/>
                  </a:lnTo>
                  <a:lnTo>
                    <a:pt x="2801463" y="143736"/>
                  </a:lnTo>
                  <a:lnTo>
                    <a:pt x="2803636" y="138459"/>
                  </a:lnTo>
                  <a:lnTo>
                    <a:pt x="2804567" y="128835"/>
                  </a:lnTo>
                  <a:lnTo>
                    <a:pt x="2803636" y="125731"/>
                  </a:lnTo>
                  <a:lnTo>
                    <a:pt x="2801463" y="119522"/>
                  </a:lnTo>
                  <a:lnTo>
                    <a:pt x="2801463" y="111760"/>
                  </a:lnTo>
                  <a:lnTo>
                    <a:pt x="2801463" y="104310"/>
                  </a:lnTo>
                  <a:lnTo>
                    <a:pt x="2801463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4567" y="101205"/>
                  </a:lnTo>
                  <a:lnTo>
                    <a:pt x="2821331" y="96859"/>
                  </a:lnTo>
                  <a:lnTo>
                    <a:pt x="2839027" y="88477"/>
                  </a:lnTo>
                  <a:lnTo>
                    <a:pt x="2852997" y="81337"/>
                  </a:lnTo>
                  <a:lnTo>
                    <a:pt x="2852997" y="81337"/>
                  </a:lnTo>
                  <a:lnTo>
                    <a:pt x="2852997" y="81337"/>
                  </a:lnTo>
                  <a:close/>
                  <a:moveTo>
                    <a:pt x="2621404" y="76991"/>
                  </a:moveTo>
                  <a:lnTo>
                    <a:pt x="2631959" y="76991"/>
                  </a:lnTo>
                  <a:lnTo>
                    <a:pt x="2646550" y="91892"/>
                  </a:lnTo>
                  <a:lnTo>
                    <a:pt x="2665487" y="104620"/>
                  </a:lnTo>
                  <a:lnTo>
                    <a:pt x="2665487" y="108656"/>
                  </a:lnTo>
                  <a:lnTo>
                    <a:pt x="2661451" y="108656"/>
                  </a:lnTo>
                  <a:lnTo>
                    <a:pt x="2661451" y="113934"/>
                  </a:lnTo>
                  <a:lnTo>
                    <a:pt x="2643756" y="104310"/>
                  </a:lnTo>
                  <a:lnTo>
                    <a:pt x="2631338" y="91582"/>
                  </a:lnTo>
                  <a:lnTo>
                    <a:pt x="2621404" y="76991"/>
                  </a:lnTo>
                  <a:lnTo>
                    <a:pt x="2621404" y="76991"/>
                  </a:lnTo>
                  <a:lnTo>
                    <a:pt x="2621404" y="76991"/>
                  </a:lnTo>
                  <a:close/>
                  <a:moveTo>
                    <a:pt x="2255078" y="71713"/>
                  </a:moveTo>
                  <a:lnTo>
                    <a:pt x="2269669" y="76059"/>
                  </a:lnTo>
                  <a:lnTo>
                    <a:pt x="2281155" y="79164"/>
                  </a:lnTo>
                  <a:lnTo>
                    <a:pt x="2291711" y="84441"/>
                  </a:lnTo>
                  <a:lnTo>
                    <a:pt x="2291711" y="94065"/>
                  </a:lnTo>
                  <a:lnTo>
                    <a:pt x="2282397" y="96238"/>
                  </a:lnTo>
                  <a:lnTo>
                    <a:pt x="2274015" y="99343"/>
                  </a:lnTo>
                  <a:lnTo>
                    <a:pt x="2260356" y="101516"/>
                  </a:lnTo>
                  <a:lnTo>
                    <a:pt x="2255078" y="103689"/>
                  </a:lnTo>
                  <a:lnTo>
                    <a:pt x="2251974" y="104620"/>
                  </a:lnTo>
                  <a:lnTo>
                    <a:pt x="2245765" y="104620"/>
                  </a:lnTo>
                  <a:lnTo>
                    <a:pt x="2240487" y="104620"/>
                  </a:lnTo>
                  <a:lnTo>
                    <a:pt x="2240487" y="94065"/>
                  </a:lnTo>
                  <a:lnTo>
                    <a:pt x="2244523" y="88788"/>
                  </a:lnTo>
                  <a:lnTo>
                    <a:pt x="2249800" y="81337"/>
                  </a:lnTo>
                  <a:lnTo>
                    <a:pt x="2255078" y="71713"/>
                  </a:lnTo>
                  <a:lnTo>
                    <a:pt x="2255078" y="71713"/>
                  </a:lnTo>
                  <a:lnTo>
                    <a:pt x="2255078" y="71713"/>
                  </a:lnTo>
                  <a:close/>
                  <a:moveTo>
                    <a:pt x="1810520" y="61158"/>
                  </a:moveTo>
                  <a:lnTo>
                    <a:pt x="1810520" y="81337"/>
                  </a:lnTo>
                  <a:lnTo>
                    <a:pt x="1817970" y="81337"/>
                  </a:lnTo>
                  <a:lnTo>
                    <a:pt x="1822006" y="79164"/>
                  </a:lnTo>
                  <a:lnTo>
                    <a:pt x="1825111" y="79164"/>
                  </a:lnTo>
                  <a:lnTo>
                    <a:pt x="1829146" y="79164"/>
                  </a:lnTo>
                  <a:lnTo>
                    <a:pt x="1830078" y="79164"/>
                  </a:lnTo>
                  <a:lnTo>
                    <a:pt x="1834114" y="81337"/>
                  </a:lnTo>
                  <a:lnTo>
                    <a:pt x="1839391" y="84441"/>
                  </a:lnTo>
                  <a:lnTo>
                    <a:pt x="1839391" y="94065"/>
                  </a:lnTo>
                  <a:lnTo>
                    <a:pt x="1843427" y="96238"/>
                  </a:lnTo>
                  <a:lnTo>
                    <a:pt x="1848705" y="96238"/>
                  </a:lnTo>
                  <a:lnTo>
                    <a:pt x="1851809" y="94065"/>
                  </a:lnTo>
                  <a:lnTo>
                    <a:pt x="1858018" y="94065"/>
                  </a:lnTo>
                  <a:lnTo>
                    <a:pt x="1858949" y="91892"/>
                  </a:lnTo>
                  <a:lnTo>
                    <a:pt x="1862985" y="94065"/>
                  </a:lnTo>
                  <a:lnTo>
                    <a:pt x="1866090" y="97170"/>
                  </a:lnTo>
                  <a:lnTo>
                    <a:pt x="1870125" y="103378"/>
                  </a:lnTo>
                  <a:lnTo>
                    <a:pt x="1873230" y="108656"/>
                  </a:lnTo>
                  <a:lnTo>
                    <a:pt x="1867952" y="121384"/>
                  </a:lnTo>
                  <a:lnTo>
                    <a:pt x="1862675" y="134113"/>
                  </a:lnTo>
                  <a:lnTo>
                    <a:pt x="1858639" y="149014"/>
                  </a:lnTo>
                  <a:lnTo>
                    <a:pt x="1846221" y="149014"/>
                  </a:lnTo>
                  <a:lnTo>
                    <a:pt x="1836908" y="153360"/>
                  </a:lnTo>
                  <a:lnTo>
                    <a:pt x="1828526" y="158638"/>
                  </a:lnTo>
                  <a:lnTo>
                    <a:pt x="1813935" y="162984"/>
                  </a:lnTo>
                  <a:lnTo>
                    <a:pt x="1804621" y="155533"/>
                  </a:lnTo>
                  <a:lnTo>
                    <a:pt x="1792203" y="151187"/>
                  </a:lnTo>
                  <a:lnTo>
                    <a:pt x="1779786" y="145910"/>
                  </a:lnTo>
                  <a:lnTo>
                    <a:pt x="1777613" y="141563"/>
                  </a:lnTo>
                  <a:lnTo>
                    <a:pt x="1777613" y="138459"/>
                  </a:lnTo>
                  <a:lnTo>
                    <a:pt x="1775439" y="134113"/>
                  </a:lnTo>
                  <a:lnTo>
                    <a:pt x="1773266" y="128835"/>
                  </a:lnTo>
                  <a:lnTo>
                    <a:pt x="1767989" y="123557"/>
                  </a:lnTo>
                  <a:lnTo>
                    <a:pt x="1762711" y="118280"/>
                  </a:lnTo>
                  <a:lnTo>
                    <a:pt x="1758675" y="113934"/>
                  </a:lnTo>
                  <a:lnTo>
                    <a:pt x="1755571" y="106483"/>
                  </a:lnTo>
                  <a:lnTo>
                    <a:pt x="1753398" y="93755"/>
                  </a:lnTo>
                  <a:lnTo>
                    <a:pt x="1760848" y="84131"/>
                  </a:lnTo>
                  <a:lnTo>
                    <a:pt x="1766126" y="76680"/>
                  </a:lnTo>
                  <a:lnTo>
                    <a:pt x="1773577" y="76680"/>
                  </a:lnTo>
                  <a:lnTo>
                    <a:pt x="1779786" y="78853"/>
                  </a:lnTo>
                  <a:lnTo>
                    <a:pt x="1787236" y="81026"/>
                  </a:lnTo>
                  <a:lnTo>
                    <a:pt x="1794687" y="81026"/>
                  </a:lnTo>
                  <a:lnTo>
                    <a:pt x="1794687" y="68298"/>
                  </a:lnTo>
                  <a:lnTo>
                    <a:pt x="1797791" y="66125"/>
                  </a:lnTo>
                  <a:lnTo>
                    <a:pt x="1801827" y="63952"/>
                  </a:lnTo>
                  <a:lnTo>
                    <a:pt x="1802759" y="63952"/>
                  </a:lnTo>
                  <a:lnTo>
                    <a:pt x="1806794" y="61779"/>
                  </a:lnTo>
                  <a:lnTo>
                    <a:pt x="1810520" y="61158"/>
                  </a:lnTo>
                  <a:lnTo>
                    <a:pt x="1810520" y="61158"/>
                  </a:lnTo>
                  <a:lnTo>
                    <a:pt x="1810520" y="61158"/>
                  </a:lnTo>
                  <a:close/>
                  <a:moveTo>
                    <a:pt x="2281155" y="47498"/>
                  </a:moveTo>
                  <a:lnTo>
                    <a:pt x="2295747" y="47498"/>
                  </a:lnTo>
                  <a:lnTo>
                    <a:pt x="2304129" y="57122"/>
                  </a:lnTo>
                  <a:lnTo>
                    <a:pt x="2313442" y="62400"/>
                  </a:lnTo>
                  <a:lnTo>
                    <a:pt x="2320893" y="69850"/>
                  </a:lnTo>
                  <a:lnTo>
                    <a:pt x="2328343" y="81337"/>
                  </a:lnTo>
                  <a:lnTo>
                    <a:pt x="2311579" y="81337"/>
                  </a:lnTo>
                  <a:lnTo>
                    <a:pt x="2301024" y="69850"/>
                  </a:lnTo>
                  <a:lnTo>
                    <a:pt x="2289538" y="61468"/>
                  </a:lnTo>
                  <a:lnTo>
                    <a:pt x="2281155" y="47498"/>
                  </a:lnTo>
                  <a:lnTo>
                    <a:pt x="2281155" y="47498"/>
                  </a:lnTo>
                  <a:lnTo>
                    <a:pt x="2281155" y="47498"/>
                  </a:lnTo>
                  <a:close/>
                  <a:moveTo>
                    <a:pt x="439281" y="47498"/>
                  </a:moveTo>
                  <a:lnTo>
                    <a:pt x="451699" y="47498"/>
                  </a:lnTo>
                  <a:lnTo>
                    <a:pt x="456976" y="51844"/>
                  </a:lnTo>
                  <a:lnTo>
                    <a:pt x="461012" y="54949"/>
                  </a:lnTo>
                  <a:lnTo>
                    <a:pt x="463185" y="59295"/>
                  </a:lnTo>
                  <a:lnTo>
                    <a:pt x="466290" y="64573"/>
                  </a:lnTo>
                  <a:lnTo>
                    <a:pt x="468463" y="68919"/>
                  </a:lnTo>
                  <a:lnTo>
                    <a:pt x="477776" y="59295"/>
                  </a:lnTo>
                  <a:lnTo>
                    <a:pt x="488331" y="54949"/>
                  </a:lnTo>
                  <a:lnTo>
                    <a:pt x="505095" y="57122"/>
                  </a:lnTo>
                  <a:lnTo>
                    <a:pt x="505095" y="72023"/>
                  </a:lnTo>
                  <a:lnTo>
                    <a:pt x="528068" y="74197"/>
                  </a:lnTo>
                  <a:lnTo>
                    <a:pt x="548868" y="77301"/>
                  </a:lnTo>
                  <a:lnTo>
                    <a:pt x="566564" y="81647"/>
                  </a:lnTo>
                  <a:lnTo>
                    <a:pt x="586432" y="83820"/>
                  </a:lnTo>
                  <a:lnTo>
                    <a:pt x="608474" y="81647"/>
                  </a:lnTo>
                  <a:lnTo>
                    <a:pt x="608474" y="94376"/>
                  </a:lnTo>
                  <a:lnTo>
                    <a:pt x="612510" y="94376"/>
                  </a:lnTo>
                  <a:lnTo>
                    <a:pt x="615614" y="94376"/>
                  </a:lnTo>
                  <a:lnTo>
                    <a:pt x="617787" y="94376"/>
                  </a:lnTo>
                  <a:lnTo>
                    <a:pt x="619960" y="96549"/>
                  </a:lnTo>
                  <a:lnTo>
                    <a:pt x="622133" y="97480"/>
                  </a:lnTo>
                  <a:lnTo>
                    <a:pt x="618098" y="97480"/>
                  </a:lnTo>
                  <a:lnTo>
                    <a:pt x="601023" y="108656"/>
                  </a:lnTo>
                  <a:lnTo>
                    <a:pt x="581155" y="121384"/>
                  </a:lnTo>
                  <a:lnTo>
                    <a:pt x="557250" y="132871"/>
                  </a:lnTo>
                  <a:lnTo>
                    <a:pt x="535209" y="145599"/>
                  </a:lnTo>
                  <a:lnTo>
                    <a:pt x="519686" y="156154"/>
                  </a:lnTo>
                  <a:lnTo>
                    <a:pt x="508200" y="165778"/>
                  </a:lnTo>
                  <a:lnTo>
                    <a:pt x="524964" y="165778"/>
                  </a:lnTo>
                  <a:lnTo>
                    <a:pt x="530241" y="162674"/>
                  </a:lnTo>
                  <a:lnTo>
                    <a:pt x="535519" y="160500"/>
                  </a:lnTo>
                  <a:lnTo>
                    <a:pt x="541728" y="158327"/>
                  </a:lnTo>
                  <a:lnTo>
                    <a:pt x="549179" y="158327"/>
                  </a:lnTo>
                  <a:lnTo>
                    <a:pt x="549179" y="162674"/>
                  </a:lnTo>
                  <a:lnTo>
                    <a:pt x="527137" y="178506"/>
                  </a:lnTo>
                  <a:lnTo>
                    <a:pt x="508200" y="195270"/>
                  </a:lnTo>
                  <a:lnTo>
                    <a:pt x="492677" y="212034"/>
                  </a:lnTo>
                  <a:lnTo>
                    <a:pt x="473740" y="226936"/>
                  </a:lnTo>
                  <a:lnTo>
                    <a:pt x="453872" y="239664"/>
                  </a:lnTo>
                  <a:lnTo>
                    <a:pt x="427794" y="247115"/>
                  </a:lnTo>
                  <a:lnTo>
                    <a:pt x="427794" y="259843"/>
                  </a:lnTo>
                  <a:lnTo>
                    <a:pt x="415377" y="262016"/>
                  </a:lnTo>
                  <a:lnTo>
                    <a:pt x="400786" y="267294"/>
                  </a:lnTo>
                  <a:lnTo>
                    <a:pt x="392403" y="274745"/>
                  </a:lnTo>
                  <a:lnTo>
                    <a:pt x="397681" y="279091"/>
                  </a:lnTo>
                  <a:lnTo>
                    <a:pt x="400786" y="282195"/>
                  </a:lnTo>
                  <a:lnTo>
                    <a:pt x="402959" y="284368"/>
                  </a:lnTo>
                  <a:lnTo>
                    <a:pt x="402959" y="287473"/>
                  </a:lnTo>
                  <a:lnTo>
                    <a:pt x="402959" y="291819"/>
                  </a:lnTo>
                  <a:lnTo>
                    <a:pt x="400786" y="297097"/>
                  </a:lnTo>
                  <a:lnTo>
                    <a:pt x="400786" y="304547"/>
                  </a:lnTo>
                  <a:lnTo>
                    <a:pt x="361048" y="307652"/>
                  </a:lnTo>
                  <a:lnTo>
                    <a:pt x="361048" y="311998"/>
                  </a:lnTo>
                  <a:lnTo>
                    <a:pt x="366326" y="314171"/>
                  </a:lnTo>
                  <a:lnTo>
                    <a:pt x="368499" y="314171"/>
                  </a:lnTo>
                  <a:lnTo>
                    <a:pt x="371604" y="314171"/>
                  </a:lnTo>
                  <a:lnTo>
                    <a:pt x="371604" y="314171"/>
                  </a:lnTo>
                  <a:lnTo>
                    <a:pt x="373777" y="315103"/>
                  </a:lnTo>
                  <a:lnTo>
                    <a:pt x="373777" y="317276"/>
                  </a:lnTo>
                  <a:lnTo>
                    <a:pt x="377813" y="321622"/>
                  </a:lnTo>
                  <a:lnTo>
                    <a:pt x="371604" y="321622"/>
                  </a:lnTo>
                  <a:lnTo>
                    <a:pt x="363222" y="324726"/>
                  </a:lnTo>
                  <a:lnTo>
                    <a:pt x="351735" y="329073"/>
                  </a:lnTo>
                  <a:lnTo>
                    <a:pt x="341180" y="332177"/>
                  </a:lnTo>
                  <a:lnTo>
                    <a:pt x="344284" y="334350"/>
                  </a:lnTo>
                  <a:lnTo>
                    <a:pt x="346458" y="334350"/>
                  </a:lnTo>
                  <a:lnTo>
                    <a:pt x="348631" y="334350"/>
                  </a:lnTo>
                  <a:lnTo>
                    <a:pt x="349562" y="336523"/>
                  </a:lnTo>
                  <a:lnTo>
                    <a:pt x="351735" y="336523"/>
                  </a:lnTo>
                  <a:lnTo>
                    <a:pt x="349562" y="339628"/>
                  </a:lnTo>
                  <a:lnTo>
                    <a:pt x="348631" y="343974"/>
                  </a:lnTo>
                  <a:lnTo>
                    <a:pt x="346458" y="344905"/>
                  </a:lnTo>
                  <a:lnTo>
                    <a:pt x="348631" y="347078"/>
                  </a:lnTo>
                  <a:lnTo>
                    <a:pt x="348631" y="349252"/>
                  </a:lnTo>
                  <a:lnTo>
                    <a:pt x="349562" y="352356"/>
                  </a:lnTo>
                  <a:lnTo>
                    <a:pt x="351735" y="356702"/>
                  </a:lnTo>
                  <a:lnTo>
                    <a:pt x="344284" y="358875"/>
                  </a:lnTo>
                  <a:lnTo>
                    <a:pt x="339007" y="358875"/>
                  </a:lnTo>
                  <a:lnTo>
                    <a:pt x="333729" y="358875"/>
                  </a:lnTo>
                  <a:lnTo>
                    <a:pt x="327520" y="361980"/>
                  </a:lnTo>
                  <a:lnTo>
                    <a:pt x="346458" y="361980"/>
                  </a:lnTo>
                  <a:lnTo>
                    <a:pt x="361048" y="366326"/>
                  </a:lnTo>
                  <a:lnTo>
                    <a:pt x="361048" y="373777"/>
                  </a:lnTo>
                  <a:lnTo>
                    <a:pt x="337144" y="373777"/>
                  </a:lnTo>
                  <a:lnTo>
                    <a:pt x="334971" y="379054"/>
                  </a:lnTo>
                  <a:lnTo>
                    <a:pt x="334971" y="381227"/>
                  </a:lnTo>
                  <a:lnTo>
                    <a:pt x="334971" y="382159"/>
                  </a:lnTo>
                  <a:lnTo>
                    <a:pt x="334040" y="384332"/>
                  </a:lnTo>
                  <a:lnTo>
                    <a:pt x="331867" y="386505"/>
                  </a:lnTo>
                  <a:lnTo>
                    <a:pt x="322553" y="389609"/>
                  </a:lnTo>
                  <a:lnTo>
                    <a:pt x="310135" y="389609"/>
                  </a:lnTo>
                  <a:lnTo>
                    <a:pt x="297717" y="389609"/>
                  </a:lnTo>
                  <a:lnTo>
                    <a:pt x="285300" y="382159"/>
                  </a:lnTo>
                  <a:lnTo>
                    <a:pt x="268536" y="382159"/>
                  </a:lnTo>
                  <a:lnTo>
                    <a:pt x="251772" y="384332"/>
                  </a:lnTo>
                  <a:lnTo>
                    <a:pt x="234076" y="386505"/>
                  </a:lnTo>
                  <a:lnTo>
                    <a:pt x="217312" y="384332"/>
                  </a:lnTo>
                  <a:lnTo>
                    <a:pt x="200548" y="379054"/>
                  </a:lnTo>
                  <a:lnTo>
                    <a:pt x="199617" y="376881"/>
                  </a:lnTo>
                  <a:lnTo>
                    <a:pt x="199617" y="374708"/>
                  </a:lnTo>
                  <a:lnTo>
                    <a:pt x="197444" y="374708"/>
                  </a:lnTo>
                  <a:lnTo>
                    <a:pt x="197444" y="372535"/>
                  </a:lnTo>
                  <a:lnTo>
                    <a:pt x="197444" y="368189"/>
                  </a:lnTo>
                  <a:lnTo>
                    <a:pt x="200548" y="368189"/>
                  </a:lnTo>
                  <a:lnTo>
                    <a:pt x="202721" y="365084"/>
                  </a:lnTo>
                  <a:lnTo>
                    <a:pt x="206757" y="360738"/>
                  </a:lnTo>
                  <a:lnTo>
                    <a:pt x="207688" y="358565"/>
                  </a:lnTo>
                  <a:lnTo>
                    <a:pt x="211724" y="357634"/>
                  </a:lnTo>
                  <a:lnTo>
                    <a:pt x="213897" y="353287"/>
                  </a:lnTo>
                  <a:lnTo>
                    <a:pt x="217002" y="348010"/>
                  </a:lnTo>
                  <a:lnTo>
                    <a:pt x="209551" y="345837"/>
                  </a:lnTo>
                  <a:lnTo>
                    <a:pt x="204273" y="342732"/>
                  </a:lnTo>
                  <a:lnTo>
                    <a:pt x="200238" y="336523"/>
                  </a:lnTo>
                  <a:lnTo>
                    <a:pt x="199306" y="331246"/>
                  </a:lnTo>
                  <a:lnTo>
                    <a:pt x="197133" y="323795"/>
                  </a:lnTo>
                  <a:lnTo>
                    <a:pt x="204584" y="323795"/>
                  </a:lnTo>
                  <a:lnTo>
                    <a:pt x="217002" y="320691"/>
                  </a:lnTo>
                  <a:lnTo>
                    <a:pt x="231593" y="323795"/>
                  </a:lnTo>
                  <a:lnTo>
                    <a:pt x="244010" y="329073"/>
                  </a:lnTo>
                  <a:lnTo>
                    <a:pt x="256428" y="335281"/>
                  </a:lnTo>
                  <a:lnTo>
                    <a:pt x="256428" y="327831"/>
                  </a:lnTo>
                  <a:lnTo>
                    <a:pt x="244010" y="321622"/>
                  </a:lnTo>
                  <a:lnTo>
                    <a:pt x="233455" y="316344"/>
                  </a:lnTo>
                  <a:lnTo>
                    <a:pt x="224142" y="306720"/>
                  </a:lnTo>
                  <a:lnTo>
                    <a:pt x="227246" y="306720"/>
                  </a:lnTo>
                  <a:lnTo>
                    <a:pt x="236560" y="293061"/>
                  </a:lnTo>
                  <a:lnTo>
                    <a:pt x="248046" y="283437"/>
                  </a:lnTo>
                  <a:lnTo>
                    <a:pt x="262637" y="275986"/>
                  </a:lnTo>
                  <a:lnTo>
                    <a:pt x="280333" y="270709"/>
                  </a:lnTo>
                  <a:lnTo>
                    <a:pt x="280333" y="266983"/>
                  </a:lnTo>
                  <a:lnTo>
                    <a:pt x="263568" y="261706"/>
                  </a:lnTo>
                  <a:lnTo>
                    <a:pt x="251151" y="252082"/>
                  </a:lnTo>
                  <a:lnTo>
                    <a:pt x="240595" y="239354"/>
                  </a:lnTo>
                  <a:lnTo>
                    <a:pt x="231282" y="226625"/>
                  </a:lnTo>
                  <a:lnTo>
                    <a:pt x="236560" y="224452"/>
                  </a:lnTo>
                  <a:lnTo>
                    <a:pt x="240595" y="224452"/>
                  </a:lnTo>
                  <a:lnTo>
                    <a:pt x="245873" y="222279"/>
                  </a:lnTo>
                  <a:lnTo>
                    <a:pt x="251151" y="222279"/>
                  </a:lnTo>
                  <a:lnTo>
                    <a:pt x="258601" y="227557"/>
                  </a:lnTo>
                  <a:lnTo>
                    <a:pt x="263879" y="233766"/>
                  </a:lnTo>
                  <a:lnTo>
                    <a:pt x="271330" y="239043"/>
                  </a:lnTo>
                  <a:lnTo>
                    <a:pt x="271330" y="234697"/>
                  </a:lnTo>
                  <a:lnTo>
                    <a:pt x="270398" y="231593"/>
                  </a:lnTo>
                  <a:lnTo>
                    <a:pt x="268225" y="231593"/>
                  </a:lnTo>
                  <a:lnTo>
                    <a:pt x="268225" y="229419"/>
                  </a:lnTo>
                  <a:lnTo>
                    <a:pt x="266052" y="227246"/>
                  </a:lnTo>
                  <a:lnTo>
                    <a:pt x="266052" y="226315"/>
                  </a:lnTo>
                  <a:lnTo>
                    <a:pt x="263879" y="221969"/>
                  </a:lnTo>
                  <a:lnTo>
                    <a:pt x="267915" y="221969"/>
                  </a:lnTo>
                  <a:lnTo>
                    <a:pt x="267915" y="218864"/>
                  </a:lnTo>
                  <a:lnTo>
                    <a:pt x="284679" y="212655"/>
                  </a:lnTo>
                  <a:lnTo>
                    <a:pt x="300201" y="209551"/>
                  </a:lnTo>
                  <a:lnTo>
                    <a:pt x="316965" y="207378"/>
                  </a:lnTo>
                  <a:lnTo>
                    <a:pt x="336834" y="209551"/>
                  </a:lnTo>
                  <a:lnTo>
                    <a:pt x="327520" y="198064"/>
                  </a:lnTo>
                  <a:lnTo>
                    <a:pt x="339007" y="194960"/>
                  </a:lnTo>
                  <a:lnTo>
                    <a:pt x="351425" y="189682"/>
                  </a:lnTo>
                  <a:lnTo>
                    <a:pt x="363842" y="184405"/>
                  </a:lnTo>
                  <a:lnTo>
                    <a:pt x="371293" y="178196"/>
                  </a:lnTo>
                  <a:lnTo>
                    <a:pt x="377502" y="178196"/>
                  </a:lnTo>
                  <a:lnTo>
                    <a:pt x="377502" y="175091"/>
                  </a:lnTo>
                  <a:lnTo>
                    <a:pt x="368189" y="175091"/>
                  </a:lnTo>
                  <a:lnTo>
                    <a:pt x="364153" y="177265"/>
                  </a:lnTo>
                  <a:lnTo>
                    <a:pt x="361048" y="178196"/>
                  </a:lnTo>
                  <a:lnTo>
                    <a:pt x="358875" y="178196"/>
                  </a:lnTo>
                  <a:lnTo>
                    <a:pt x="356702" y="178196"/>
                  </a:lnTo>
                  <a:lnTo>
                    <a:pt x="355771" y="178196"/>
                  </a:lnTo>
                  <a:lnTo>
                    <a:pt x="353598" y="177265"/>
                  </a:lnTo>
                  <a:lnTo>
                    <a:pt x="351425" y="175091"/>
                  </a:lnTo>
                  <a:lnTo>
                    <a:pt x="348320" y="175091"/>
                  </a:lnTo>
                  <a:lnTo>
                    <a:pt x="344284" y="178196"/>
                  </a:lnTo>
                  <a:lnTo>
                    <a:pt x="339007" y="184405"/>
                  </a:lnTo>
                  <a:lnTo>
                    <a:pt x="333729" y="189682"/>
                  </a:lnTo>
                  <a:lnTo>
                    <a:pt x="329693" y="194960"/>
                  </a:lnTo>
                  <a:lnTo>
                    <a:pt x="324416" y="198064"/>
                  </a:lnTo>
                  <a:lnTo>
                    <a:pt x="304547" y="204273"/>
                  </a:lnTo>
                  <a:lnTo>
                    <a:pt x="285610" y="204273"/>
                  </a:lnTo>
                  <a:lnTo>
                    <a:pt x="267915" y="199927"/>
                  </a:lnTo>
                  <a:lnTo>
                    <a:pt x="251151" y="192476"/>
                  </a:lnTo>
                  <a:lnTo>
                    <a:pt x="248978" y="192476"/>
                  </a:lnTo>
                  <a:lnTo>
                    <a:pt x="245873" y="194650"/>
                  </a:lnTo>
                  <a:lnTo>
                    <a:pt x="240595" y="196823"/>
                  </a:lnTo>
                  <a:lnTo>
                    <a:pt x="236560" y="197754"/>
                  </a:lnTo>
                  <a:lnTo>
                    <a:pt x="233455" y="199927"/>
                  </a:lnTo>
                  <a:lnTo>
                    <a:pt x="227246" y="202100"/>
                  </a:lnTo>
                  <a:lnTo>
                    <a:pt x="224142" y="192476"/>
                  </a:lnTo>
                  <a:lnTo>
                    <a:pt x="227246" y="191545"/>
                  </a:lnTo>
                  <a:lnTo>
                    <a:pt x="227246" y="191545"/>
                  </a:lnTo>
                  <a:lnTo>
                    <a:pt x="229419" y="189372"/>
                  </a:lnTo>
                  <a:lnTo>
                    <a:pt x="231593" y="185026"/>
                  </a:lnTo>
                  <a:lnTo>
                    <a:pt x="221037" y="185026"/>
                  </a:lnTo>
                  <a:lnTo>
                    <a:pt x="217002" y="187199"/>
                  </a:lnTo>
                  <a:lnTo>
                    <a:pt x="211724" y="189372"/>
                  </a:lnTo>
                  <a:lnTo>
                    <a:pt x="206446" y="189372"/>
                  </a:lnTo>
                  <a:lnTo>
                    <a:pt x="200238" y="189372"/>
                  </a:lnTo>
                  <a:lnTo>
                    <a:pt x="197133" y="177885"/>
                  </a:lnTo>
                  <a:lnTo>
                    <a:pt x="200238" y="176954"/>
                  </a:lnTo>
                  <a:lnTo>
                    <a:pt x="202411" y="176954"/>
                  </a:lnTo>
                  <a:lnTo>
                    <a:pt x="204584" y="176954"/>
                  </a:lnTo>
                  <a:lnTo>
                    <a:pt x="206757" y="174781"/>
                  </a:lnTo>
                  <a:lnTo>
                    <a:pt x="207688" y="174781"/>
                  </a:lnTo>
                  <a:lnTo>
                    <a:pt x="184715" y="177885"/>
                  </a:lnTo>
                  <a:lnTo>
                    <a:pt x="182542" y="172608"/>
                  </a:lnTo>
                  <a:lnTo>
                    <a:pt x="178506" y="169503"/>
                  </a:lnTo>
                  <a:lnTo>
                    <a:pt x="177575" y="167330"/>
                  </a:lnTo>
                  <a:lnTo>
                    <a:pt x="175402" y="162984"/>
                  </a:lnTo>
                  <a:lnTo>
                    <a:pt x="171366" y="157706"/>
                  </a:lnTo>
                  <a:lnTo>
                    <a:pt x="177575" y="155533"/>
                  </a:lnTo>
                  <a:lnTo>
                    <a:pt x="180679" y="155533"/>
                  </a:lnTo>
                  <a:lnTo>
                    <a:pt x="182853" y="155533"/>
                  </a:lnTo>
                  <a:lnTo>
                    <a:pt x="185026" y="155533"/>
                  </a:lnTo>
                  <a:lnTo>
                    <a:pt x="185026" y="155223"/>
                  </a:lnTo>
                  <a:lnTo>
                    <a:pt x="185957" y="153050"/>
                  </a:lnTo>
                  <a:lnTo>
                    <a:pt x="188130" y="148704"/>
                  </a:lnTo>
                  <a:lnTo>
                    <a:pt x="180679" y="147772"/>
                  </a:lnTo>
                  <a:lnTo>
                    <a:pt x="173229" y="145599"/>
                  </a:lnTo>
                  <a:lnTo>
                    <a:pt x="170124" y="141253"/>
                  </a:lnTo>
                  <a:lnTo>
                    <a:pt x="163915" y="138148"/>
                  </a:lnTo>
                  <a:lnTo>
                    <a:pt x="167951" y="138148"/>
                  </a:lnTo>
                  <a:lnTo>
                    <a:pt x="167951" y="132871"/>
                  </a:lnTo>
                  <a:lnTo>
                    <a:pt x="185647" y="135975"/>
                  </a:lnTo>
                  <a:lnTo>
                    <a:pt x="194960" y="133802"/>
                  </a:lnTo>
                  <a:lnTo>
                    <a:pt x="202411" y="130698"/>
                  </a:lnTo>
                  <a:lnTo>
                    <a:pt x="206446" y="125420"/>
                  </a:lnTo>
                  <a:lnTo>
                    <a:pt x="211724" y="117969"/>
                  </a:lnTo>
                  <a:lnTo>
                    <a:pt x="221037" y="113623"/>
                  </a:lnTo>
                  <a:lnTo>
                    <a:pt x="231593" y="110519"/>
                  </a:lnTo>
                  <a:lnTo>
                    <a:pt x="239043" y="113623"/>
                  </a:lnTo>
                  <a:lnTo>
                    <a:pt x="248357" y="117969"/>
                  </a:lnTo>
                  <a:lnTo>
                    <a:pt x="255807" y="118901"/>
                  </a:lnTo>
                  <a:lnTo>
                    <a:pt x="264189" y="117969"/>
                  </a:lnTo>
                  <a:lnTo>
                    <a:pt x="261085" y="115796"/>
                  </a:lnTo>
                  <a:lnTo>
                    <a:pt x="257049" y="113623"/>
                  </a:lnTo>
                  <a:lnTo>
                    <a:pt x="256118" y="113623"/>
                  </a:lnTo>
                  <a:lnTo>
                    <a:pt x="256118" y="111760"/>
                  </a:lnTo>
                  <a:lnTo>
                    <a:pt x="253945" y="110829"/>
                  </a:lnTo>
                  <a:lnTo>
                    <a:pt x="253945" y="106483"/>
                  </a:lnTo>
                  <a:lnTo>
                    <a:pt x="251772" y="101205"/>
                  </a:lnTo>
                  <a:lnTo>
                    <a:pt x="257049" y="99032"/>
                  </a:lnTo>
                  <a:lnTo>
                    <a:pt x="261085" y="96859"/>
                  </a:lnTo>
                  <a:lnTo>
                    <a:pt x="264189" y="96859"/>
                  </a:lnTo>
                  <a:lnTo>
                    <a:pt x="266363" y="95928"/>
                  </a:lnTo>
                  <a:lnTo>
                    <a:pt x="270398" y="93755"/>
                  </a:lnTo>
                  <a:lnTo>
                    <a:pt x="277849" y="93755"/>
                  </a:lnTo>
                  <a:lnTo>
                    <a:pt x="280953" y="95928"/>
                  </a:lnTo>
                  <a:lnTo>
                    <a:pt x="284989" y="99032"/>
                  </a:lnTo>
                  <a:lnTo>
                    <a:pt x="288094" y="101205"/>
                  </a:lnTo>
                  <a:lnTo>
                    <a:pt x="288094" y="96859"/>
                  </a:lnTo>
                  <a:lnTo>
                    <a:pt x="285921" y="95928"/>
                  </a:lnTo>
                  <a:lnTo>
                    <a:pt x="285921" y="93755"/>
                  </a:lnTo>
                  <a:lnTo>
                    <a:pt x="285921" y="93755"/>
                  </a:lnTo>
                  <a:lnTo>
                    <a:pt x="285921" y="91582"/>
                  </a:lnTo>
                  <a:lnTo>
                    <a:pt x="284989" y="88477"/>
                  </a:lnTo>
                  <a:lnTo>
                    <a:pt x="290267" y="86304"/>
                  </a:lnTo>
                  <a:lnTo>
                    <a:pt x="293371" y="84131"/>
                  </a:lnTo>
                  <a:lnTo>
                    <a:pt x="299580" y="81026"/>
                  </a:lnTo>
                  <a:lnTo>
                    <a:pt x="302685" y="76680"/>
                  </a:lnTo>
                  <a:lnTo>
                    <a:pt x="304858" y="76680"/>
                  </a:lnTo>
                  <a:lnTo>
                    <a:pt x="312308" y="76680"/>
                  </a:lnTo>
                  <a:lnTo>
                    <a:pt x="317586" y="78853"/>
                  </a:lnTo>
                  <a:lnTo>
                    <a:pt x="321622" y="83199"/>
                  </a:lnTo>
                  <a:lnTo>
                    <a:pt x="327831" y="83199"/>
                  </a:lnTo>
                  <a:lnTo>
                    <a:pt x="337144" y="81026"/>
                  </a:lnTo>
                  <a:lnTo>
                    <a:pt x="341180" y="68298"/>
                  </a:lnTo>
                  <a:lnTo>
                    <a:pt x="346458" y="66125"/>
                  </a:lnTo>
                  <a:lnTo>
                    <a:pt x="351735" y="66125"/>
                  </a:lnTo>
                  <a:lnTo>
                    <a:pt x="357013" y="66125"/>
                  </a:lnTo>
                  <a:lnTo>
                    <a:pt x="361048" y="68298"/>
                  </a:lnTo>
                  <a:lnTo>
                    <a:pt x="364153" y="68298"/>
                  </a:lnTo>
                  <a:lnTo>
                    <a:pt x="371604" y="56812"/>
                  </a:lnTo>
                  <a:lnTo>
                    <a:pt x="383090" y="54638"/>
                  </a:lnTo>
                  <a:lnTo>
                    <a:pt x="390541" y="58985"/>
                  </a:lnTo>
                  <a:lnTo>
                    <a:pt x="397992" y="62089"/>
                  </a:lnTo>
                  <a:lnTo>
                    <a:pt x="405442" y="64262"/>
                  </a:lnTo>
                  <a:lnTo>
                    <a:pt x="414756" y="61158"/>
                  </a:lnTo>
                  <a:lnTo>
                    <a:pt x="427173" y="53707"/>
                  </a:lnTo>
                  <a:lnTo>
                    <a:pt x="439281" y="47498"/>
                  </a:lnTo>
                  <a:lnTo>
                    <a:pt x="439281" y="47498"/>
                  </a:lnTo>
                  <a:lnTo>
                    <a:pt x="439281" y="47498"/>
                  </a:lnTo>
                  <a:close/>
                  <a:moveTo>
                    <a:pt x="2195472" y="44394"/>
                  </a:moveTo>
                  <a:lnTo>
                    <a:pt x="2202923" y="46567"/>
                  </a:lnTo>
                  <a:lnTo>
                    <a:pt x="2210374" y="49671"/>
                  </a:lnTo>
                  <a:lnTo>
                    <a:pt x="2213478" y="54018"/>
                  </a:lnTo>
                  <a:lnTo>
                    <a:pt x="2218756" y="57122"/>
                  </a:lnTo>
                  <a:lnTo>
                    <a:pt x="2224965" y="61468"/>
                  </a:lnTo>
                  <a:lnTo>
                    <a:pt x="2220929" y="72023"/>
                  </a:lnTo>
                  <a:lnTo>
                    <a:pt x="2198888" y="84752"/>
                  </a:lnTo>
                  <a:lnTo>
                    <a:pt x="2182123" y="99653"/>
                  </a:lnTo>
                  <a:lnTo>
                    <a:pt x="2167532" y="118590"/>
                  </a:lnTo>
                  <a:lnTo>
                    <a:pt x="2164428" y="118590"/>
                  </a:lnTo>
                  <a:lnTo>
                    <a:pt x="2164428" y="114244"/>
                  </a:lnTo>
                  <a:lnTo>
                    <a:pt x="2159150" y="111140"/>
                  </a:lnTo>
                  <a:lnTo>
                    <a:pt x="2155115" y="106793"/>
                  </a:lnTo>
                  <a:lnTo>
                    <a:pt x="2152942" y="103689"/>
                  </a:lnTo>
                  <a:lnTo>
                    <a:pt x="2149837" y="99343"/>
                  </a:lnTo>
                  <a:lnTo>
                    <a:pt x="2147664" y="94065"/>
                  </a:lnTo>
                  <a:lnTo>
                    <a:pt x="2151700" y="86614"/>
                  </a:lnTo>
                  <a:lnTo>
                    <a:pt x="2152631" y="81337"/>
                  </a:lnTo>
                  <a:lnTo>
                    <a:pt x="2154804" y="71713"/>
                  </a:lnTo>
                  <a:lnTo>
                    <a:pt x="2127795" y="71713"/>
                  </a:lnTo>
                  <a:lnTo>
                    <a:pt x="2127795" y="64262"/>
                  </a:lnTo>
                  <a:lnTo>
                    <a:pt x="2142386" y="58985"/>
                  </a:lnTo>
                  <a:lnTo>
                    <a:pt x="2156977" y="54638"/>
                  </a:lnTo>
                  <a:lnTo>
                    <a:pt x="2174673" y="51534"/>
                  </a:lnTo>
                  <a:lnTo>
                    <a:pt x="2176846" y="56812"/>
                  </a:lnTo>
                  <a:lnTo>
                    <a:pt x="2179019" y="58985"/>
                  </a:lnTo>
                  <a:lnTo>
                    <a:pt x="2179019" y="61158"/>
                  </a:lnTo>
                  <a:lnTo>
                    <a:pt x="2181192" y="61158"/>
                  </a:lnTo>
                  <a:lnTo>
                    <a:pt x="2181192" y="62089"/>
                  </a:lnTo>
                  <a:lnTo>
                    <a:pt x="2184297" y="64262"/>
                  </a:lnTo>
                  <a:lnTo>
                    <a:pt x="2186470" y="58985"/>
                  </a:lnTo>
                  <a:lnTo>
                    <a:pt x="2188643" y="54638"/>
                  </a:lnTo>
                  <a:lnTo>
                    <a:pt x="2189574" y="51534"/>
                  </a:lnTo>
                  <a:lnTo>
                    <a:pt x="2193610" y="47188"/>
                  </a:lnTo>
                  <a:lnTo>
                    <a:pt x="2195472" y="44394"/>
                  </a:lnTo>
                  <a:lnTo>
                    <a:pt x="2195472" y="44394"/>
                  </a:lnTo>
                  <a:lnTo>
                    <a:pt x="2195472" y="44394"/>
                  </a:lnTo>
                  <a:close/>
                  <a:moveTo>
                    <a:pt x="2240487" y="24215"/>
                  </a:moveTo>
                  <a:lnTo>
                    <a:pt x="2244523" y="25146"/>
                  </a:lnTo>
                  <a:lnTo>
                    <a:pt x="2245454" y="25146"/>
                  </a:lnTo>
                  <a:lnTo>
                    <a:pt x="2247628" y="27319"/>
                  </a:lnTo>
                  <a:lnTo>
                    <a:pt x="2247628" y="27319"/>
                  </a:lnTo>
                  <a:lnTo>
                    <a:pt x="2249800" y="29492"/>
                  </a:lnTo>
                  <a:lnTo>
                    <a:pt x="2251974" y="32597"/>
                  </a:lnTo>
                  <a:lnTo>
                    <a:pt x="2255078" y="38806"/>
                  </a:lnTo>
                  <a:lnTo>
                    <a:pt x="2259114" y="44083"/>
                  </a:lnTo>
                  <a:lnTo>
                    <a:pt x="2260045" y="51534"/>
                  </a:lnTo>
                  <a:lnTo>
                    <a:pt x="2251663" y="51534"/>
                  </a:lnTo>
                  <a:lnTo>
                    <a:pt x="2251663" y="47188"/>
                  </a:lnTo>
                  <a:lnTo>
                    <a:pt x="2247628" y="44083"/>
                  </a:lnTo>
                  <a:lnTo>
                    <a:pt x="2244523" y="39737"/>
                  </a:lnTo>
                  <a:lnTo>
                    <a:pt x="2242350" y="36633"/>
                  </a:lnTo>
                  <a:lnTo>
                    <a:pt x="2240177" y="31355"/>
                  </a:lnTo>
                  <a:lnTo>
                    <a:pt x="2240177" y="24215"/>
                  </a:lnTo>
                  <a:lnTo>
                    <a:pt x="2240487" y="24215"/>
                  </a:lnTo>
                  <a:lnTo>
                    <a:pt x="2240487" y="24215"/>
                  </a:lnTo>
                  <a:close/>
                  <a:moveTo>
                    <a:pt x="984113" y="20179"/>
                  </a:moveTo>
                  <a:lnTo>
                    <a:pt x="1009259" y="20179"/>
                  </a:lnTo>
                  <a:lnTo>
                    <a:pt x="1035337" y="24525"/>
                  </a:lnTo>
                  <a:lnTo>
                    <a:pt x="1058310" y="27630"/>
                  </a:lnTo>
                  <a:lnTo>
                    <a:pt x="1079110" y="32907"/>
                  </a:lnTo>
                  <a:lnTo>
                    <a:pt x="1109223" y="27630"/>
                  </a:lnTo>
                  <a:lnTo>
                    <a:pt x="1113259" y="31976"/>
                  </a:lnTo>
                  <a:lnTo>
                    <a:pt x="1116363" y="32907"/>
                  </a:lnTo>
                  <a:lnTo>
                    <a:pt x="1120399" y="39116"/>
                  </a:lnTo>
                  <a:lnTo>
                    <a:pt x="1122572" y="42221"/>
                  </a:lnTo>
                  <a:lnTo>
                    <a:pt x="1125676" y="44394"/>
                  </a:lnTo>
                  <a:lnTo>
                    <a:pt x="1143372" y="51844"/>
                  </a:lnTo>
                  <a:lnTo>
                    <a:pt x="1164172" y="57122"/>
                  </a:lnTo>
                  <a:lnTo>
                    <a:pt x="1181867" y="61468"/>
                  </a:lnTo>
                  <a:lnTo>
                    <a:pt x="1181867" y="68919"/>
                  </a:lnTo>
                  <a:lnTo>
                    <a:pt x="1152685" y="68919"/>
                  </a:lnTo>
                  <a:lnTo>
                    <a:pt x="1140267" y="62710"/>
                  </a:lnTo>
                  <a:lnTo>
                    <a:pt x="1125676" y="62710"/>
                  </a:lnTo>
                  <a:lnTo>
                    <a:pt x="1108912" y="64883"/>
                  </a:lnTo>
                  <a:lnTo>
                    <a:pt x="1093390" y="69229"/>
                  </a:lnTo>
                  <a:lnTo>
                    <a:pt x="1093390" y="77611"/>
                  </a:lnTo>
                  <a:lnTo>
                    <a:pt x="1113259" y="77611"/>
                  </a:lnTo>
                  <a:lnTo>
                    <a:pt x="1127850" y="74507"/>
                  </a:lnTo>
                  <a:lnTo>
                    <a:pt x="1145545" y="72334"/>
                  </a:lnTo>
                  <a:lnTo>
                    <a:pt x="1167587" y="72334"/>
                  </a:lnTo>
                  <a:lnTo>
                    <a:pt x="1189628" y="72334"/>
                  </a:lnTo>
                  <a:lnTo>
                    <a:pt x="1206392" y="72334"/>
                  </a:lnTo>
                  <a:lnTo>
                    <a:pt x="1220983" y="87235"/>
                  </a:lnTo>
                  <a:lnTo>
                    <a:pt x="1238679" y="97790"/>
                  </a:lnTo>
                  <a:lnTo>
                    <a:pt x="1233401" y="109277"/>
                  </a:lnTo>
                  <a:lnTo>
                    <a:pt x="1222846" y="116728"/>
                  </a:lnTo>
                  <a:lnTo>
                    <a:pt x="1213533" y="122005"/>
                  </a:lnTo>
                  <a:lnTo>
                    <a:pt x="1201115" y="126351"/>
                  </a:lnTo>
                  <a:lnTo>
                    <a:pt x="1182178" y="126351"/>
                  </a:lnTo>
                  <a:lnTo>
                    <a:pt x="1165413" y="131629"/>
                  </a:lnTo>
                  <a:lnTo>
                    <a:pt x="1147718" y="131629"/>
                  </a:lnTo>
                  <a:lnTo>
                    <a:pt x="1127850" y="129456"/>
                  </a:lnTo>
                  <a:lnTo>
                    <a:pt x="1108912" y="127283"/>
                  </a:lnTo>
                  <a:lnTo>
                    <a:pt x="1091527" y="127283"/>
                  </a:lnTo>
                  <a:lnTo>
                    <a:pt x="1076936" y="131629"/>
                  </a:lnTo>
                  <a:lnTo>
                    <a:pt x="1065450" y="142184"/>
                  </a:lnTo>
                  <a:lnTo>
                    <a:pt x="1109223" y="142184"/>
                  </a:lnTo>
                  <a:lnTo>
                    <a:pt x="1122882" y="139080"/>
                  </a:lnTo>
                  <a:lnTo>
                    <a:pt x="1138405" y="136907"/>
                  </a:lnTo>
                  <a:lnTo>
                    <a:pt x="1157342" y="139080"/>
                  </a:lnTo>
                  <a:lnTo>
                    <a:pt x="1169760" y="142184"/>
                  </a:lnTo>
                  <a:lnTo>
                    <a:pt x="1172864" y="155844"/>
                  </a:lnTo>
                  <a:lnTo>
                    <a:pt x="1179073" y="153671"/>
                  </a:lnTo>
                  <a:lnTo>
                    <a:pt x="1187455" y="148393"/>
                  </a:lnTo>
                  <a:lnTo>
                    <a:pt x="1198942" y="144047"/>
                  </a:lnTo>
                  <a:lnTo>
                    <a:pt x="1209497" y="141874"/>
                  </a:lnTo>
                  <a:lnTo>
                    <a:pt x="1211670" y="148083"/>
                  </a:lnTo>
                  <a:lnTo>
                    <a:pt x="1213843" y="151187"/>
                  </a:lnTo>
                  <a:lnTo>
                    <a:pt x="1216016" y="153360"/>
                  </a:lnTo>
                  <a:lnTo>
                    <a:pt x="1219121" y="155533"/>
                  </a:lnTo>
                  <a:lnTo>
                    <a:pt x="1223156" y="158638"/>
                  </a:lnTo>
                  <a:lnTo>
                    <a:pt x="1206392" y="189993"/>
                  </a:lnTo>
                  <a:lnTo>
                    <a:pt x="1213843" y="189993"/>
                  </a:lnTo>
                  <a:lnTo>
                    <a:pt x="1226261" y="182542"/>
                  </a:lnTo>
                  <a:lnTo>
                    <a:pt x="1243025" y="172918"/>
                  </a:lnTo>
                  <a:lnTo>
                    <a:pt x="1262893" y="165468"/>
                  </a:lnTo>
                  <a:lnTo>
                    <a:pt x="1284935" y="158017"/>
                  </a:lnTo>
                  <a:lnTo>
                    <a:pt x="1308839" y="152739"/>
                  </a:lnTo>
                  <a:lnTo>
                    <a:pt x="1329639" y="152739"/>
                  </a:lnTo>
                  <a:lnTo>
                    <a:pt x="1350439" y="154912"/>
                  </a:lnTo>
                  <a:lnTo>
                    <a:pt x="1365030" y="163294"/>
                  </a:lnTo>
                  <a:lnTo>
                    <a:pt x="1373412" y="178196"/>
                  </a:lnTo>
                  <a:lnTo>
                    <a:pt x="1379621" y="178196"/>
                  </a:lnTo>
                  <a:lnTo>
                    <a:pt x="1379621" y="180369"/>
                  </a:lnTo>
                  <a:lnTo>
                    <a:pt x="1379621" y="180369"/>
                  </a:lnTo>
                  <a:lnTo>
                    <a:pt x="1377448" y="182542"/>
                  </a:lnTo>
                  <a:lnTo>
                    <a:pt x="1375275" y="182542"/>
                  </a:lnTo>
                  <a:lnTo>
                    <a:pt x="1375275" y="182542"/>
                  </a:lnTo>
                  <a:lnTo>
                    <a:pt x="1373102" y="182542"/>
                  </a:lnTo>
                  <a:lnTo>
                    <a:pt x="1369997" y="185647"/>
                  </a:lnTo>
                  <a:lnTo>
                    <a:pt x="1364720" y="187820"/>
                  </a:lnTo>
                  <a:lnTo>
                    <a:pt x="1358511" y="189993"/>
                  </a:lnTo>
                  <a:lnTo>
                    <a:pt x="1351060" y="192166"/>
                  </a:lnTo>
                  <a:lnTo>
                    <a:pt x="1345783" y="193097"/>
                  </a:lnTo>
                  <a:lnTo>
                    <a:pt x="1333365" y="213276"/>
                  </a:lnTo>
                  <a:lnTo>
                    <a:pt x="1309460" y="228178"/>
                  </a:lnTo>
                  <a:lnTo>
                    <a:pt x="1282452" y="237801"/>
                  </a:lnTo>
                  <a:lnTo>
                    <a:pt x="1250165" y="243079"/>
                  </a:lnTo>
                  <a:lnTo>
                    <a:pt x="1250165" y="249288"/>
                  </a:lnTo>
                  <a:lnTo>
                    <a:pt x="1250165" y="252392"/>
                  </a:lnTo>
                  <a:lnTo>
                    <a:pt x="1250165" y="254566"/>
                  </a:lnTo>
                  <a:lnTo>
                    <a:pt x="1247992" y="256739"/>
                  </a:lnTo>
                  <a:lnTo>
                    <a:pt x="1250165" y="257670"/>
                  </a:lnTo>
                  <a:lnTo>
                    <a:pt x="1250165" y="259843"/>
                  </a:lnTo>
                  <a:lnTo>
                    <a:pt x="1253270" y="264189"/>
                  </a:lnTo>
                  <a:lnTo>
                    <a:pt x="1258547" y="267294"/>
                  </a:lnTo>
                  <a:lnTo>
                    <a:pt x="1262583" y="269467"/>
                  </a:lnTo>
                  <a:lnTo>
                    <a:pt x="1265687" y="272571"/>
                  </a:lnTo>
                  <a:lnTo>
                    <a:pt x="1269723" y="274745"/>
                  </a:lnTo>
                  <a:lnTo>
                    <a:pt x="1272828" y="280022"/>
                  </a:lnTo>
                  <a:lnTo>
                    <a:pt x="1269723" y="287473"/>
                  </a:lnTo>
                  <a:lnTo>
                    <a:pt x="1265687" y="304237"/>
                  </a:lnTo>
                  <a:lnTo>
                    <a:pt x="1262583" y="324416"/>
                  </a:lnTo>
                  <a:lnTo>
                    <a:pt x="1258547" y="344595"/>
                  </a:lnTo>
                  <a:lnTo>
                    <a:pt x="1258547" y="361359"/>
                  </a:lnTo>
                  <a:lnTo>
                    <a:pt x="1262583" y="359186"/>
                  </a:lnTo>
                  <a:lnTo>
                    <a:pt x="1265687" y="359186"/>
                  </a:lnTo>
                  <a:lnTo>
                    <a:pt x="1267861" y="359186"/>
                  </a:lnTo>
                  <a:lnTo>
                    <a:pt x="1271896" y="359186"/>
                  </a:lnTo>
                  <a:lnTo>
                    <a:pt x="1272828" y="359186"/>
                  </a:lnTo>
                  <a:lnTo>
                    <a:pt x="1279037" y="361359"/>
                  </a:lnTo>
                  <a:lnTo>
                    <a:pt x="1276864" y="366636"/>
                  </a:lnTo>
                  <a:lnTo>
                    <a:pt x="1276864" y="368810"/>
                  </a:lnTo>
                  <a:lnTo>
                    <a:pt x="1276864" y="373156"/>
                  </a:lnTo>
                  <a:lnTo>
                    <a:pt x="1276864" y="374087"/>
                  </a:lnTo>
                  <a:lnTo>
                    <a:pt x="1276864" y="378433"/>
                  </a:lnTo>
                  <a:lnTo>
                    <a:pt x="1279037" y="385884"/>
                  </a:lnTo>
                  <a:lnTo>
                    <a:pt x="1272828" y="385884"/>
                  </a:lnTo>
                  <a:lnTo>
                    <a:pt x="1272828" y="388989"/>
                  </a:lnTo>
                  <a:lnTo>
                    <a:pt x="1269723" y="388057"/>
                  </a:lnTo>
                  <a:lnTo>
                    <a:pt x="1265687" y="383711"/>
                  </a:lnTo>
                  <a:lnTo>
                    <a:pt x="1264756" y="381538"/>
                  </a:lnTo>
                  <a:lnTo>
                    <a:pt x="1260720" y="380607"/>
                  </a:lnTo>
                  <a:lnTo>
                    <a:pt x="1257616" y="378433"/>
                  </a:lnTo>
                  <a:lnTo>
                    <a:pt x="1250165" y="378433"/>
                  </a:lnTo>
                  <a:lnTo>
                    <a:pt x="1246129" y="380607"/>
                  </a:lnTo>
                  <a:lnTo>
                    <a:pt x="1243025" y="381538"/>
                  </a:lnTo>
                  <a:lnTo>
                    <a:pt x="1238989" y="383711"/>
                  </a:lnTo>
                  <a:lnTo>
                    <a:pt x="1236816" y="385884"/>
                  </a:lnTo>
                  <a:lnTo>
                    <a:pt x="1233711" y="388057"/>
                  </a:lnTo>
                  <a:lnTo>
                    <a:pt x="1231538" y="391162"/>
                  </a:lnTo>
                  <a:lnTo>
                    <a:pt x="1229365" y="398612"/>
                  </a:lnTo>
                  <a:lnTo>
                    <a:pt x="1253270" y="406063"/>
                  </a:lnTo>
                  <a:lnTo>
                    <a:pt x="1258547" y="438660"/>
                  </a:lnTo>
                  <a:lnTo>
                    <a:pt x="1253270" y="438660"/>
                  </a:lnTo>
                  <a:lnTo>
                    <a:pt x="1250165" y="438660"/>
                  </a:lnTo>
                  <a:lnTo>
                    <a:pt x="1246129" y="440833"/>
                  </a:lnTo>
                  <a:lnTo>
                    <a:pt x="1243025" y="443006"/>
                  </a:lnTo>
                  <a:lnTo>
                    <a:pt x="1243025" y="450457"/>
                  </a:lnTo>
                  <a:lnTo>
                    <a:pt x="1251407" y="455734"/>
                  </a:lnTo>
                  <a:lnTo>
                    <a:pt x="1257616" y="463185"/>
                  </a:lnTo>
                  <a:lnTo>
                    <a:pt x="1260720" y="472809"/>
                  </a:lnTo>
                  <a:lnTo>
                    <a:pt x="1262893" y="487710"/>
                  </a:lnTo>
                  <a:lnTo>
                    <a:pt x="1253580" y="487710"/>
                  </a:lnTo>
                  <a:lnTo>
                    <a:pt x="1251407" y="487710"/>
                  </a:lnTo>
                  <a:lnTo>
                    <a:pt x="1246129" y="485537"/>
                  </a:lnTo>
                  <a:lnTo>
                    <a:pt x="1243025" y="487710"/>
                  </a:lnTo>
                  <a:lnTo>
                    <a:pt x="1236816" y="487710"/>
                  </a:lnTo>
                  <a:lnTo>
                    <a:pt x="1233711" y="490815"/>
                  </a:lnTo>
                  <a:lnTo>
                    <a:pt x="1229676" y="495161"/>
                  </a:lnTo>
                  <a:lnTo>
                    <a:pt x="1235885" y="498266"/>
                  </a:lnTo>
                  <a:lnTo>
                    <a:pt x="1238989" y="500439"/>
                  </a:lnTo>
                  <a:lnTo>
                    <a:pt x="1241162" y="502612"/>
                  </a:lnTo>
                  <a:lnTo>
                    <a:pt x="1243335" y="503543"/>
                  </a:lnTo>
                  <a:lnTo>
                    <a:pt x="1244267" y="509752"/>
                  </a:lnTo>
                  <a:lnTo>
                    <a:pt x="1246440" y="515030"/>
                  </a:lnTo>
                  <a:lnTo>
                    <a:pt x="1244267" y="517203"/>
                  </a:lnTo>
                  <a:lnTo>
                    <a:pt x="1244267" y="518134"/>
                  </a:lnTo>
                  <a:lnTo>
                    <a:pt x="1244267" y="518134"/>
                  </a:lnTo>
                  <a:lnTo>
                    <a:pt x="1243335" y="520307"/>
                  </a:lnTo>
                  <a:lnTo>
                    <a:pt x="1243335" y="524653"/>
                  </a:lnTo>
                  <a:lnTo>
                    <a:pt x="1228124" y="524653"/>
                  </a:lnTo>
                  <a:lnTo>
                    <a:pt x="1213533" y="527758"/>
                  </a:lnTo>
                  <a:lnTo>
                    <a:pt x="1202046" y="532104"/>
                  </a:lnTo>
                  <a:lnTo>
                    <a:pt x="1206082" y="532104"/>
                  </a:lnTo>
                  <a:lnTo>
                    <a:pt x="1211359" y="535209"/>
                  </a:lnTo>
                  <a:lnTo>
                    <a:pt x="1215395" y="537382"/>
                  </a:lnTo>
                  <a:lnTo>
                    <a:pt x="1218500" y="537382"/>
                  </a:lnTo>
                  <a:lnTo>
                    <a:pt x="1222536" y="539555"/>
                  </a:lnTo>
                  <a:lnTo>
                    <a:pt x="1225640" y="542659"/>
                  </a:lnTo>
                  <a:lnTo>
                    <a:pt x="1228744" y="547937"/>
                  </a:lnTo>
                  <a:lnTo>
                    <a:pt x="1222536" y="557561"/>
                  </a:lnTo>
                  <a:lnTo>
                    <a:pt x="1218500" y="569047"/>
                  </a:lnTo>
                  <a:lnTo>
                    <a:pt x="1213222" y="581775"/>
                  </a:lnTo>
                  <a:lnTo>
                    <a:pt x="1211049" y="576498"/>
                  </a:lnTo>
                  <a:lnTo>
                    <a:pt x="1207945" y="572152"/>
                  </a:lnTo>
                  <a:lnTo>
                    <a:pt x="1205771" y="569979"/>
                  </a:lnTo>
                  <a:lnTo>
                    <a:pt x="1201736" y="569979"/>
                  </a:lnTo>
                  <a:lnTo>
                    <a:pt x="1196458" y="569047"/>
                  </a:lnTo>
                  <a:lnTo>
                    <a:pt x="1189007" y="569047"/>
                  </a:lnTo>
                  <a:lnTo>
                    <a:pt x="1189007" y="572152"/>
                  </a:lnTo>
                  <a:lnTo>
                    <a:pt x="1193043" y="572152"/>
                  </a:lnTo>
                  <a:lnTo>
                    <a:pt x="1205461" y="584880"/>
                  </a:lnTo>
                  <a:lnTo>
                    <a:pt x="1216016" y="599781"/>
                  </a:lnTo>
                  <a:lnTo>
                    <a:pt x="1222225" y="618719"/>
                  </a:lnTo>
                  <a:lnTo>
                    <a:pt x="1225329" y="640760"/>
                  </a:lnTo>
                  <a:lnTo>
                    <a:pt x="1222225" y="640760"/>
                  </a:lnTo>
                  <a:lnTo>
                    <a:pt x="1222225" y="646038"/>
                  </a:lnTo>
                  <a:lnTo>
                    <a:pt x="1193043" y="649142"/>
                  </a:lnTo>
                  <a:lnTo>
                    <a:pt x="1193043" y="628963"/>
                  </a:lnTo>
                  <a:lnTo>
                    <a:pt x="1189007" y="625859"/>
                  </a:lnTo>
                  <a:lnTo>
                    <a:pt x="1185903" y="623686"/>
                  </a:lnTo>
                  <a:lnTo>
                    <a:pt x="1183730" y="621513"/>
                  </a:lnTo>
                  <a:lnTo>
                    <a:pt x="1178452" y="618408"/>
                  </a:lnTo>
                  <a:lnTo>
                    <a:pt x="1172243" y="616235"/>
                  </a:lnTo>
                  <a:lnTo>
                    <a:pt x="1163861" y="621513"/>
                  </a:lnTo>
                  <a:lnTo>
                    <a:pt x="1152375" y="625859"/>
                  </a:lnTo>
                  <a:lnTo>
                    <a:pt x="1139957" y="626790"/>
                  </a:lnTo>
                  <a:lnTo>
                    <a:pt x="1128470" y="631136"/>
                  </a:lnTo>
                  <a:lnTo>
                    <a:pt x="1122262" y="636414"/>
                  </a:lnTo>
                  <a:lnTo>
                    <a:pt x="1128470" y="636414"/>
                  </a:lnTo>
                  <a:lnTo>
                    <a:pt x="1137784" y="636414"/>
                  </a:lnTo>
                  <a:lnTo>
                    <a:pt x="1152375" y="634241"/>
                  </a:lnTo>
                  <a:lnTo>
                    <a:pt x="1169139" y="633309"/>
                  </a:lnTo>
                  <a:lnTo>
                    <a:pt x="1169139" y="640760"/>
                  </a:lnTo>
                  <a:lnTo>
                    <a:pt x="1132506" y="653488"/>
                  </a:lnTo>
                  <a:lnTo>
                    <a:pt x="1132506" y="656593"/>
                  </a:lnTo>
                  <a:lnTo>
                    <a:pt x="1141820" y="656593"/>
                  </a:lnTo>
                  <a:lnTo>
                    <a:pt x="1147097" y="655662"/>
                  </a:lnTo>
                  <a:lnTo>
                    <a:pt x="1154548" y="653488"/>
                  </a:lnTo>
                  <a:lnTo>
                    <a:pt x="1161999" y="651315"/>
                  </a:lnTo>
                  <a:lnTo>
                    <a:pt x="1169449" y="649142"/>
                  </a:lnTo>
                  <a:lnTo>
                    <a:pt x="1171622" y="658766"/>
                  </a:lnTo>
                  <a:lnTo>
                    <a:pt x="1179073" y="663112"/>
                  </a:lnTo>
                  <a:lnTo>
                    <a:pt x="1186524" y="664044"/>
                  </a:lnTo>
                  <a:lnTo>
                    <a:pt x="1198942" y="663112"/>
                  </a:lnTo>
                  <a:lnTo>
                    <a:pt x="1213533" y="663112"/>
                  </a:lnTo>
                  <a:lnTo>
                    <a:pt x="1213533" y="666217"/>
                  </a:lnTo>
                  <a:lnTo>
                    <a:pt x="1209497" y="666217"/>
                  </a:lnTo>
                  <a:lnTo>
                    <a:pt x="1189628" y="685154"/>
                  </a:lnTo>
                  <a:lnTo>
                    <a:pt x="1167587" y="703160"/>
                  </a:lnTo>
                  <a:lnTo>
                    <a:pt x="1145545" y="718061"/>
                  </a:lnTo>
                  <a:lnTo>
                    <a:pt x="1120399" y="730789"/>
                  </a:lnTo>
                  <a:lnTo>
                    <a:pt x="1093390" y="736067"/>
                  </a:lnTo>
                  <a:lnTo>
                    <a:pt x="1062035" y="735136"/>
                  </a:lnTo>
                  <a:lnTo>
                    <a:pt x="1062035" y="740413"/>
                  </a:lnTo>
                  <a:lnTo>
                    <a:pt x="1062035" y="745691"/>
                  </a:lnTo>
                  <a:lnTo>
                    <a:pt x="1059862" y="750037"/>
                  </a:lnTo>
                  <a:lnTo>
                    <a:pt x="1057689" y="750968"/>
                  </a:lnTo>
                  <a:lnTo>
                    <a:pt x="1056757" y="750968"/>
                  </a:lnTo>
                  <a:lnTo>
                    <a:pt x="1054584" y="753142"/>
                  </a:lnTo>
                  <a:lnTo>
                    <a:pt x="1050548" y="755315"/>
                  </a:lnTo>
                  <a:lnTo>
                    <a:pt x="1047444" y="757488"/>
                  </a:lnTo>
                  <a:lnTo>
                    <a:pt x="1045271" y="758419"/>
                  </a:lnTo>
                  <a:lnTo>
                    <a:pt x="1042166" y="762765"/>
                  </a:lnTo>
                  <a:lnTo>
                    <a:pt x="1038131" y="773321"/>
                  </a:lnTo>
                  <a:lnTo>
                    <a:pt x="1035957" y="786980"/>
                  </a:lnTo>
                  <a:lnTo>
                    <a:pt x="1032853" y="795362"/>
                  </a:lnTo>
                  <a:lnTo>
                    <a:pt x="1023540" y="804986"/>
                  </a:lnTo>
                  <a:lnTo>
                    <a:pt x="1008017" y="815541"/>
                  </a:lnTo>
                  <a:lnTo>
                    <a:pt x="987218" y="825165"/>
                  </a:lnTo>
                  <a:lnTo>
                    <a:pt x="969522" y="832616"/>
                  </a:lnTo>
                  <a:lnTo>
                    <a:pt x="952758" y="836962"/>
                  </a:lnTo>
                  <a:lnTo>
                    <a:pt x="952758" y="832616"/>
                  </a:lnTo>
                  <a:lnTo>
                    <a:pt x="952758" y="829511"/>
                  </a:lnTo>
                  <a:lnTo>
                    <a:pt x="950585" y="829511"/>
                  </a:lnTo>
                  <a:lnTo>
                    <a:pt x="950585" y="827338"/>
                  </a:lnTo>
                  <a:lnTo>
                    <a:pt x="949654" y="825165"/>
                  </a:lnTo>
                  <a:lnTo>
                    <a:pt x="947480" y="840066"/>
                  </a:lnTo>
                  <a:lnTo>
                    <a:pt x="942203" y="852795"/>
                  </a:lnTo>
                  <a:lnTo>
                    <a:pt x="938167" y="864281"/>
                  </a:lnTo>
                  <a:lnTo>
                    <a:pt x="932890" y="874836"/>
                  </a:lnTo>
                  <a:lnTo>
                    <a:pt x="928854" y="889738"/>
                  </a:lnTo>
                  <a:lnTo>
                    <a:pt x="932890" y="891911"/>
                  </a:lnTo>
                  <a:lnTo>
                    <a:pt x="932890" y="894084"/>
                  </a:lnTo>
                  <a:lnTo>
                    <a:pt x="935063" y="894084"/>
                  </a:lnTo>
                  <a:lnTo>
                    <a:pt x="935063" y="894084"/>
                  </a:lnTo>
                  <a:lnTo>
                    <a:pt x="935063" y="896257"/>
                  </a:lnTo>
                  <a:lnTo>
                    <a:pt x="932890" y="897188"/>
                  </a:lnTo>
                  <a:lnTo>
                    <a:pt x="928854" y="901535"/>
                  </a:lnTo>
                  <a:lnTo>
                    <a:pt x="925749" y="903708"/>
                  </a:lnTo>
                  <a:lnTo>
                    <a:pt x="922645" y="906812"/>
                  </a:lnTo>
                  <a:lnTo>
                    <a:pt x="918609" y="908985"/>
                  </a:lnTo>
                  <a:lnTo>
                    <a:pt x="916436" y="912090"/>
                  </a:lnTo>
                  <a:lnTo>
                    <a:pt x="913331" y="917367"/>
                  </a:lnTo>
                  <a:lnTo>
                    <a:pt x="905881" y="938478"/>
                  </a:lnTo>
                  <a:lnTo>
                    <a:pt x="900603" y="960519"/>
                  </a:lnTo>
                  <a:lnTo>
                    <a:pt x="898430" y="985976"/>
                  </a:lnTo>
                  <a:lnTo>
                    <a:pt x="894394" y="1010191"/>
                  </a:lnTo>
                  <a:lnTo>
                    <a:pt x="889117" y="1032232"/>
                  </a:lnTo>
                  <a:lnTo>
                    <a:pt x="886012" y="1030059"/>
                  </a:lnTo>
                  <a:lnTo>
                    <a:pt x="886012" y="1030059"/>
                  </a:lnTo>
                  <a:lnTo>
                    <a:pt x="883839" y="1030059"/>
                  </a:lnTo>
                  <a:lnTo>
                    <a:pt x="883839" y="1027886"/>
                  </a:lnTo>
                  <a:lnTo>
                    <a:pt x="881666" y="1027886"/>
                  </a:lnTo>
                  <a:lnTo>
                    <a:pt x="876388" y="1024782"/>
                  </a:lnTo>
                  <a:lnTo>
                    <a:pt x="867075" y="1017331"/>
                  </a:lnTo>
                  <a:lnTo>
                    <a:pt x="852484" y="1005844"/>
                  </a:lnTo>
                  <a:lnTo>
                    <a:pt x="835720" y="996221"/>
                  </a:lnTo>
                  <a:lnTo>
                    <a:pt x="820198" y="985665"/>
                  </a:lnTo>
                  <a:lnTo>
                    <a:pt x="807780" y="976042"/>
                  </a:lnTo>
                  <a:lnTo>
                    <a:pt x="796294" y="970764"/>
                  </a:lnTo>
                  <a:lnTo>
                    <a:pt x="793189" y="968591"/>
                  </a:lnTo>
                  <a:lnTo>
                    <a:pt x="789153" y="928543"/>
                  </a:lnTo>
                  <a:lnTo>
                    <a:pt x="786980" y="924197"/>
                  </a:lnTo>
                  <a:lnTo>
                    <a:pt x="781703" y="921093"/>
                  </a:lnTo>
                  <a:lnTo>
                    <a:pt x="778598" y="918920"/>
                  </a:lnTo>
                  <a:lnTo>
                    <a:pt x="772389" y="914573"/>
                  </a:lnTo>
                  <a:lnTo>
                    <a:pt x="769285" y="911469"/>
                  </a:lnTo>
                  <a:lnTo>
                    <a:pt x="772389" y="909296"/>
                  </a:lnTo>
                  <a:lnTo>
                    <a:pt x="772389" y="907123"/>
                  </a:lnTo>
                  <a:lnTo>
                    <a:pt x="774562" y="906191"/>
                  </a:lnTo>
                  <a:lnTo>
                    <a:pt x="774562" y="906191"/>
                  </a:lnTo>
                  <a:lnTo>
                    <a:pt x="776735" y="901845"/>
                  </a:lnTo>
                  <a:lnTo>
                    <a:pt x="778908" y="898741"/>
                  </a:lnTo>
                  <a:lnTo>
                    <a:pt x="769595" y="898741"/>
                  </a:lnTo>
                  <a:lnTo>
                    <a:pt x="764317" y="898741"/>
                  </a:lnTo>
                  <a:lnTo>
                    <a:pt x="760282" y="898741"/>
                  </a:lnTo>
                  <a:lnTo>
                    <a:pt x="758109" y="896567"/>
                  </a:lnTo>
                  <a:lnTo>
                    <a:pt x="757177" y="893463"/>
                  </a:lnTo>
                  <a:lnTo>
                    <a:pt x="753141" y="887254"/>
                  </a:lnTo>
                  <a:lnTo>
                    <a:pt x="750968" y="884150"/>
                  </a:lnTo>
                  <a:lnTo>
                    <a:pt x="750968" y="879803"/>
                  </a:lnTo>
                  <a:lnTo>
                    <a:pt x="750968" y="878872"/>
                  </a:lnTo>
                  <a:lnTo>
                    <a:pt x="750968" y="874526"/>
                  </a:lnTo>
                  <a:lnTo>
                    <a:pt x="753141" y="871421"/>
                  </a:lnTo>
                  <a:lnTo>
                    <a:pt x="753141" y="867075"/>
                  </a:lnTo>
                  <a:lnTo>
                    <a:pt x="742586" y="867075"/>
                  </a:lnTo>
                  <a:lnTo>
                    <a:pt x="742586" y="861798"/>
                  </a:lnTo>
                  <a:lnTo>
                    <a:pt x="743518" y="856520"/>
                  </a:lnTo>
                  <a:lnTo>
                    <a:pt x="745691" y="854347"/>
                  </a:lnTo>
                  <a:lnTo>
                    <a:pt x="745691" y="850622"/>
                  </a:lnTo>
                  <a:lnTo>
                    <a:pt x="747864" y="847517"/>
                  </a:lnTo>
                  <a:lnTo>
                    <a:pt x="750037" y="842239"/>
                  </a:lnTo>
                  <a:lnTo>
                    <a:pt x="743828" y="842239"/>
                  </a:lnTo>
                  <a:lnTo>
                    <a:pt x="737619" y="842239"/>
                  </a:lnTo>
                  <a:lnTo>
                    <a:pt x="734515" y="840066"/>
                  </a:lnTo>
                  <a:lnTo>
                    <a:pt x="728306" y="837893"/>
                  </a:lnTo>
                  <a:lnTo>
                    <a:pt x="727375" y="810574"/>
                  </a:lnTo>
                  <a:lnTo>
                    <a:pt x="725201" y="785117"/>
                  </a:lnTo>
                  <a:lnTo>
                    <a:pt x="725201" y="760903"/>
                  </a:lnTo>
                  <a:lnTo>
                    <a:pt x="732652" y="736688"/>
                  </a:lnTo>
                  <a:lnTo>
                    <a:pt x="740103" y="726133"/>
                  </a:lnTo>
                  <a:lnTo>
                    <a:pt x="749416" y="718682"/>
                  </a:lnTo>
                  <a:lnTo>
                    <a:pt x="756867" y="712473"/>
                  </a:lnTo>
                  <a:lnTo>
                    <a:pt x="762144" y="704091"/>
                  </a:lnTo>
                  <a:lnTo>
                    <a:pt x="767422" y="692605"/>
                  </a:lnTo>
                  <a:lnTo>
                    <a:pt x="769595" y="672426"/>
                  </a:lnTo>
                  <a:lnTo>
                    <a:pt x="765559" y="672426"/>
                  </a:lnTo>
                  <a:lnTo>
                    <a:pt x="762455" y="676772"/>
                  </a:lnTo>
                  <a:lnTo>
                    <a:pt x="758419" y="677703"/>
                  </a:lnTo>
                  <a:lnTo>
                    <a:pt x="757488" y="677703"/>
                  </a:lnTo>
                  <a:lnTo>
                    <a:pt x="753452" y="677703"/>
                  </a:lnTo>
                  <a:lnTo>
                    <a:pt x="750347" y="676772"/>
                  </a:lnTo>
                  <a:lnTo>
                    <a:pt x="735757" y="672426"/>
                  </a:lnTo>
                  <a:lnTo>
                    <a:pt x="724270" y="664975"/>
                  </a:lnTo>
                  <a:lnTo>
                    <a:pt x="716819" y="654420"/>
                  </a:lnTo>
                  <a:lnTo>
                    <a:pt x="713715" y="635483"/>
                  </a:lnTo>
                  <a:lnTo>
                    <a:pt x="718992" y="635483"/>
                  </a:lnTo>
                  <a:lnTo>
                    <a:pt x="718992" y="632378"/>
                  </a:lnTo>
                  <a:lnTo>
                    <a:pt x="728306" y="637656"/>
                  </a:lnTo>
                  <a:lnTo>
                    <a:pt x="738861" y="645106"/>
                  </a:lnTo>
                  <a:lnTo>
                    <a:pt x="748174" y="648211"/>
                  </a:lnTo>
                  <a:lnTo>
                    <a:pt x="758729" y="648211"/>
                  </a:lnTo>
                  <a:lnTo>
                    <a:pt x="758729" y="647280"/>
                  </a:lnTo>
                  <a:lnTo>
                    <a:pt x="760903" y="645106"/>
                  </a:lnTo>
                  <a:lnTo>
                    <a:pt x="760903" y="645106"/>
                  </a:lnTo>
                  <a:lnTo>
                    <a:pt x="760903" y="642623"/>
                  </a:lnTo>
                  <a:lnTo>
                    <a:pt x="763076" y="639518"/>
                  </a:lnTo>
                  <a:lnTo>
                    <a:pt x="743207" y="624617"/>
                  </a:lnTo>
                  <a:lnTo>
                    <a:pt x="726443" y="603507"/>
                  </a:lnTo>
                  <a:lnTo>
                    <a:pt x="721166" y="605680"/>
                  </a:lnTo>
                  <a:lnTo>
                    <a:pt x="717130" y="607853"/>
                  </a:lnTo>
                  <a:lnTo>
                    <a:pt x="711852" y="610026"/>
                  </a:lnTo>
                  <a:lnTo>
                    <a:pt x="706575" y="610957"/>
                  </a:lnTo>
                  <a:lnTo>
                    <a:pt x="702539" y="607853"/>
                  </a:lnTo>
                  <a:lnTo>
                    <a:pt x="701608" y="605680"/>
                  </a:lnTo>
                  <a:lnTo>
                    <a:pt x="699434" y="602575"/>
                  </a:lnTo>
                  <a:lnTo>
                    <a:pt x="697261" y="600402"/>
                  </a:lnTo>
                  <a:lnTo>
                    <a:pt x="694157" y="595125"/>
                  </a:lnTo>
                  <a:lnTo>
                    <a:pt x="704712" y="583638"/>
                  </a:lnTo>
                  <a:lnTo>
                    <a:pt x="706885" y="567805"/>
                  </a:lnTo>
                  <a:lnTo>
                    <a:pt x="704712" y="546695"/>
                  </a:lnTo>
                  <a:lnTo>
                    <a:pt x="699434" y="524653"/>
                  </a:lnTo>
                  <a:lnTo>
                    <a:pt x="690121" y="501370"/>
                  </a:lnTo>
                  <a:lnTo>
                    <a:pt x="679566" y="479328"/>
                  </a:lnTo>
                  <a:lnTo>
                    <a:pt x="665906" y="459149"/>
                  </a:lnTo>
                  <a:lnTo>
                    <a:pt x="655351" y="440212"/>
                  </a:lnTo>
                  <a:lnTo>
                    <a:pt x="646038" y="425311"/>
                  </a:lnTo>
                  <a:lnTo>
                    <a:pt x="623996" y="410409"/>
                  </a:lnTo>
                  <a:lnTo>
                    <a:pt x="598850" y="405132"/>
                  </a:lnTo>
                  <a:lnTo>
                    <a:pt x="572772" y="405132"/>
                  </a:lnTo>
                  <a:lnTo>
                    <a:pt x="543591" y="405132"/>
                  </a:lnTo>
                  <a:lnTo>
                    <a:pt x="515340" y="407305"/>
                  </a:lnTo>
                  <a:lnTo>
                    <a:pt x="486158" y="405132"/>
                  </a:lnTo>
                  <a:lnTo>
                    <a:pt x="486158" y="399854"/>
                  </a:lnTo>
                  <a:lnTo>
                    <a:pt x="486158" y="395508"/>
                  </a:lnTo>
                  <a:lnTo>
                    <a:pt x="487089" y="394577"/>
                  </a:lnTo>
                  <a:lnTo>
                    <a:pt x="487089" y="392404"/>
                  </a:lnTo>
                  <a:lnTo>
                    <a:pt x="487089" y="390230"/>
                  </a:lnTo>
                  <a:lnTo>
                    <a:pt x="486158" y="388057"/>
                  </a:lnTo>
                  <a:lnTo>
                    <a:pt x="474672" y="382780"/>
                  </a:lnTo>
                  <a:lnTo>
                    <a:pt x="464116" y="379675"/>
                  </a:lnTo>
                  <a:lnTo>
                    <a:pt x="452630" y="372225"/>
                  </a:lnTo>
                  <a:lnTo>
                    <a:pt x="461943" y="372225"/>
                  </a:lnTo>
                  <a:lnTo>
                    <a:pt x="472499" y="367878"/>
                  </a:lnTo>
                  <a:lnTo>
                    <a:pt x="487089" y="364774"/>
                  </a:lnTo>
                  <a:lnTo>
                    <a:pt x="503854" y="362601"/>
                  </a:lnTo>
                  <a:lnTo>
                    <a:pt x="516271" y="358254"/>
                  </a:lnTo>
                  <a:lnTo>
                    <a:pt x="525585" y="350804"/>
                  </a:lnTo>
                  <a:lnTo>
                    <a:pt x="481812" y="350804"/>
                  </a:lnTo>
                  <a:lnTo>
                    <a:pt x="471257" y="347699"/>
                  </a:lnTo>
                  <a:lnTo>
                    <a:pt x="461943" y="347699"/>
                  </a:lnTo>
                  <a:lnTo>
                    <a:pt x="450457" y="345526"/>
                  </a:lnTo>
                  <a:lnTo>
                    <a:pt x="442075" y="343353"/>
                  </a:lnTo>
                  <a:lnTo>
                    <a:pt x="432761" y="340249"/>
                  </a:lnTo>
                  <a:lnTo>
                    <a:pt x="427484" y="330625"/>
                  </a:lnTo>
                  <a:lnTo>
                    <a:pt x="425311" y="315723"/>
                  </a:lnTo>
                  <a:lnTo>
                    <a:pt x="447352" y="312619"/>
                  </a:lnTo>
                  <a:lnTo>
                    <a:pt x="467221" y="305168"/>
                  </a:lnTo>
                  <a:lnTo>
                    <a:pt x="483985" y="297718"/>
                  </a:lnTo>
                  <a:lnTo>
                    <a:pt x="501680" y="290267"/>
                  </a:lnTo>
                  <a:lnTo>
                    <a:pt x="538313" y="290267"/>
                  </a:lnTo>
                  <a:lnTo>
                    <a:pt x="552904" y="241837"/>
                  </a:lnTo>
                  <a:lnTo>
                    <a:pt x="518444" y="241837"/>
                  </a:lnTo>
                  <a:lnTo>
                    <a:pt x="509131" y="229109"/>
                  </a:lnTo>
                  <a:lnTo>
                    <a:pt x="520618" y="221658"/>
                  </a:lnTo>
                  <a:lnTo>
                    <a:pt x="529000" y="214208"/>
                  </a:lnTo>
                  <a:lnTo>
                    <a:pt x="540486" y="208930"/>
                  </a:lnTo>
                  <a:lnTo>
                    <a:pt x="552904" y="204584"/>
                  </a:lnTo>
                  <a:lnTo>
                    <a:pt x="552904" y="191856"/>
                  </a:lnTo>
                  <a:lnTo>
                    <a:pt x="567495" y="184405"/>
                  </a:lnTo>
                  <a:lnTo>
                    <a:pt x="574946" y="176023"/>
                  </a:lnTo>
                  <a:lnTo>
                    <a:pt x="582396" y="164536"/>
                  </a:lnTo>
                  <a:lnTo>
                    <a:pt x="593883" y="157086"/>
                  </a:lnTo>
                  <a:lnTo>
                    <a:pt x="606301" y="151808"/>
                  </a:lnTo>
                  <a:lnTo>
                    <a:pt x="616856" y="151808"/>
                  </a:lnTo>
                  <a:lnTo>
                    <a:pt x="626169" y="154912"/>
                  </a:lnTo>
                  <a:lnTo>
                    <a:pt x="638587" y="153981"/>
                  </a:lnTo>
                  <a:lnTo>
                    <a:pt x="629274" y="149635"/>
                  </a:lnTo>
                  <a:lnTo>
                    <a:pt x="623996" y="147462"/>
                  </a:lnTo>
                  <a:lnTo>
                    <a:pt x="618718" y="146530"/>
                  </a:lnTo>
                  <a:lnTo>
                    <a:pt x="613441" y="140322"/>
                  </a:lnTo>
                  <a:lnTo>
                    <a:pt x="631136" y="137217"/>
                  </a:lnTo>
                  <a:lnTo>
                    <a:pt x="647900" y="131939"/>
                  </a:lnTo>
                  <a:lnTo>
                    <a:pt x="662491" y="127593"/>
                  </a:lnTo>
                  <a:lnTo>
                    <a:pt x="679255" y="124489"/>
                  </a:lnTo>
                  <a:lnTo>
                    <a:pt x="680187" y="131939"/>
                  </a:lnTo>
                  <a:lnTo>
                    <a:pt x="682360" y="135044"/>
                  </a:lnTo>
                  <a:lnTo>
                    <a:pt x="684533" y="140322"/>
                  </a:lnTo>
                  <a:lnTo>
                    <a:pt x="686706" y="144668"/>
                  </a:lnTo>
                  <a:lnTo>
                    <a:pt x="691984" y="146841"/>
                  </a:lnTo>
                  <a:lnTo>
                    <a:pt x="699434" y="147772"/>
                  </a:lnTo>
                  <a:lnTo>
                    <a:pt x="699434" y="142495"/>
                  </a:lnTo>
                  <a:lnTo>
                    <a:pt x="702539" y="137217"/>
                  </a:lnTo>
                  <a:lnTo>
                    <a:pt x="704712" y="129766"/>
                  </a:lnTo>
                  <a:lnTo>
                    <a:pt x="706885" y="124489"/>
                  </a:lnTo>
                  <a:lnTo>
                    <a:pt x="709989" y="129766"/>
                  </a:lnTo>
                  <a:lnTo>
                    <a:pt x="716198" y="135044"/>
                  </a:lnTo>
                  <a:lnTo>
                    <a:pt x="719303" y="139390"/>
                  </a:lnTo>
                  <a:lnTo>
                    <a:pt x="726754" y="142495"/>
                  </a:lnTo>
                  <a:lnTo>
                    <a:pt x="734204" y="144668"/>
                  </a:lnTo>
                  <a:lnTo>
                    <a:pt x="730168" y="120453"/>
                  </a:lnTo>
                  <a:lnTo>
                    <a:pt x="743828" y="117349"/>
                  </a:lnTo>
                  <a:lnTo>
                    <a:pt x="754383" y="113002"/>
                  </a:lnTo>
                  <a:lnTo>
                    <a:pt x="771147" y="117349"/>
                  </a:lnTo>
                  <a:lnTo>
                    <a:pt x="788843" y="124799"/>
                  </a:lnTo>
                  <a:lnTo>
                    <a:pt x="807780" y="135354"/>
                  </a:lnTo>
                  <a:lnTo>
                    <a:pt x="827648" y="144978"/>
                  </a:lnTo>
                  <a:lnTo>
                    <a:pt x="844413" y="152429"/>
                  </a:lnTo>
                  <a:lnTo>
                    <a:pt x="859935" y="157706"/>
                  </a:lnTo>
                  <a:lnTo>
                    <a:pt x="859935" y="154602"/>
                  </a:lnTo>
                  <a:lnTo>
                    <a:pt x="849380" y="144978"/>
                  </a:lnTo>
                  <a:lnTo>
                    <a:pt x="841929" y="137527"/>
                  </a:lnTo>
                  <a:lnTo>
                    <a:pt x="837893" y="127904"/>
                  </a:lnTo>
                  <a:lnTo>
                    <a:pt x="844102" y="117349"/>
                  </a:lnTo>
                  <a:lnTo>
                    <a:pt x="840066" y="113002"/>
                  </a:lnTo>
                  <a:lnTo>
                    <a:pt x="834789" y="107725"/>
                  </a:lnTo>
                  <a:lnTo>
                    <a:pt x="829511" y="103378"/>
                  </a:lnTo>
                  <a:lnTo>
                    <a:pt x="824234" y="100274"/>
                  </a:lnTo>
                  <a:lnTo>
                    <a:pt x="820198" y="95928"/>
                  </a:lnTo>
                  <a:lnTo>
                    <a:pt x="824234" y="87546"/>
                  </a:lnTo>
                  <a:lnTo>
                    <a:pt x="834789" y="90650"/>
                  </a:lnTo>
                  <a:lnTo>
                    <a:pt x="849380" y="92823"/>
                  </a:lnTo>
                  <a:lnTo>
                    <a:pt x="861797" y="90650"/>
                  </a:lnTo>
                  <a:lnTo>
                    <a:pt x="871111" y="83199"/>
                  </a:lnTo>
                  <a:lnTo>
                    <a:pt x="827338" y="83199"/>
                  </a:lnTo>
                  <a:lnTo>
                    <a:pt x="827338" y="80095"/>
                  </a:lnTo>
                  <a:lnTo>
                    <a:pt x="824234" y="80095"/>
                  </a:lnTo>
                  <a:lnTo>
                    <a:pt x="824234" y="75749"/>
                  </a:lnTo>
                  <a:lnTo>
                    <a:pt x="829511" y="72644"/>
                  </a:lnTo>
                  <a:lnTo>
                    <a:pt x="834789" y="68298"/>
                  </a:lnTo>
                  <a:lnTo>
                    <a:pt x="840066" y="65194"/>
                  </a:lnTo>
                  <a:lnTo>
                    <a:pt x="845344" y="60847"/>
                  </a:lnTo>
                  <a:lnTo>
                    <a:pt x="851553" y="59916"/>
                  </a:lnTo>
                  <a:lnTo>
                    <a:pt x="874526" y="63020"/>
                  </a:lnTo>
                  <a:lnTo>
                    <a:pt x="880735" y="46256"/>
                  </a:lnTo>
                  <a:lnTo>
                    <a:pt x="907743" y="50603"/>
                  </a:lnTo>
                  <a:lnTo>
                    <a:pt x="909917" y="50603"/>
                  </a:lnTo>
                  <a:lnTo>
                    <a:pt x="910848" y="46256"/>
                  </a:lnTo>
                  <a:lnTo>
                    <a:pt x="913021" y="45325"/>
                  </a:lnTo>
                  <a:lnTo>
                    <a:pt x="915194" y="40979"/>
                  </a:lnTo>
                  <a:lnTo>
                    <a:pt x="920472" y="38806"/>
                  </a:lnTo>
                  <a:lnTo>
                    <a:pt x="924508" y="45015"/>
                  </a:lnTo>
                  <a:lnTo>
                    <a:pt x="929785" y="50292"/>
                  </a:lnTo>
                  <a:lnTo>
                    <a:pt x="935063" y="55570"/>
                  </a:lnTo>
                  <a:lnTo>
                    <a:pt x="935063" y="45946"/>
                  </a:lnTo>
                  <a:lnTo>
                    <a:pt x="937236" y="45015"/>
                  </a:lnTo>
                  <a:lnTo>
                    <a:pt x="937236" y="42842"/>
                  </a:lnTo>
                  <a:lnTo>
                    <a:pt x="937236" y="40668"/>
                  </a:lnTo>
                  <a:lnTo>
                    <a:pt x="937236" y="38495"/>
                  </a:lnTo>
                  <a:lnTo>
                    <a:pt x="938167" y="35391"/>
                  </a:lnTo>
                  <a:lnTo>
                    <a:pt x="940340" y="33218"/>
                  </a:lnTo>
                  <a:lnTo>
                    <a:pt x="944376" y="31045"/>
                  </a:lnTo>
                  <a:lnTo>
                    <a:pt x="962071" y="22663"/>
                  </a:lnTo>
                  <a:lnTo>
                    <a:pt x="984113" y="20179"/>
                  </a:lnTo>
                  <a:lnTo>
                    <a:pt x="984113" y="20179"/>
                  </a:lnTo>
                  <a:lnTo>
                    <a:pt x="984113" y="20179"/>
                  </a:lnTo>
                  <a:close/>
                  <a:moveTo>
                    <a:pt x="2301024" y="16764"/>
                  </a:moveTo>
                  <a:lnTo>
                    <a:pt x="2311579" y="19869"/>
                  </a:lnTo>
                  <a:lnTo>
                    <a:pt x="2311579" y="27319"/>
                  </a:lnTo>
                  <a:lnTo>
                    <a:pt x="2296057" y="27319"/>
                  </a:lnTo>
                  <a:lnTo>
                    <a:pt x="2301024" y="16764"/>
                  </a:lnTo>
                  <a:lnTo>
                    <a:pt x="2301024" y="16764"/>
                  </a:lnTo>
                  <a:lnTo>
                    <a:pt x="2301024" y="16764"/>
                  </a:lnTo>
                  <a:close/>
                  <a:moveTo>
                    <a:pt x="2792460" y="0"/>
                  </a:moveTo>
                  <a:lnTo>
                    <a:pt x="2797737" y="3104"/>
                  </a:lnTo>
                  <a:lnTo>
                    <a:pt x="2801773" y="7451"/>
                  </a:lnTo>
                  <a:lnTo>
                    <a:pt x="2803946" y="10555"/>
                  </a:lnTo>
                  <a:lnTo>
                    <a:pt x="2804878" y="16764"/>
                  </a:lnTo>
                  <a:lnTo>
                    <a:pt x="2807051" y="19869"/>
                  </a:lnTo>
                  <a:lnTo>
                    <a:pt x="2809224" y="25146"/>
                  </a:lnTo>
                  <a:lnTo>
                    <a:pt x="2812328" y="27319"/>
                  </a:lnTo>
                  <a:lnTo>
                    <a:pt x="2823815" y="32597"/>
                  </a:lnTo>
                  <a:lnTo>
                    <a:pt x="2834370" y="34770"/>
                  </a:lnTo>
                  <a:lnTo>
                    <a:pt x="2841821" y="34770"/>
                  </a:lnTo>
                  <a:lnTo>
                    <a:pt x="2847098" y="39116"/>
                  </a:lnTo>
                  <a:lnTo>
                    <a:pt x="2851134" y="46567"/>
                  </a:lnTo>
                  <a:lnTo>
                    <a:pt x="2853307" y="61468"/>
                  </a:lnTo>
                  <a:lnTo>
                    <a:pt x="2851134" y="62400"/>
                  </a:lnTo>
                  <a:lnTo>
                    <a:pt x="2851134" y="62400"/>
                  </a:lnTo>
                  <a:lnTo>
                    <a:pt x="2851134" y="64573"/>
                  </a:lnTo>
                  <a:lnTo>
                    <a:pt x="2851134" y="66746"/>
                  </a:lnTo>
                  <a:lnTo>
                    <a:pt x="2848961" y="68919"/>
                  </a:lnTo>
                  <a:lnTo>
                    <a:pt x="2825988" y="68919"/>
                  </a:lnTo>
                  <a:lnTo>
                    <a:pt x="2802084" y="68919"/>
                  </a:lnTo>
                  <a:lnTo>
                    <a:pt x="2782215" y="77301"/>
                  </a:lnTo>
                  <a:lnTo>
                    <a:pt x="2778179" y="79474"/>
                  </a:lnTo>
                  <a:lnTo>
                    <a:pt x="2776006" y="83820"/>
                  </a:lnTo>
                  <a:lnTo>
                    <a:pt x="2775075" y="84752"/>
                  </a:lnTo>
                  <a:lnTo>
                    <a:pt x="2772902" y="86925"/>
                  </a:lnTo>
                  <a:lnTo>
                    <a:pt x="2770729" y="89098"/>
                  </a:lnTo>
                  <a:lnTo>
                    <a:pt x="2767624" y="91271"/>
                  </a:lnTo>
                  <a:lnTo>
                    <a:pt x="2761415" y="94376"/>
                  </a:lnTo>
                  <a:lnTo>
                    <a:pt x="2758311" y="89098"/>
                  </a:lnTo>
                  <a:lnTo>
                    <a:pt x="2756137" y="84752"/>
                  </a:lnTo>
                  <a:lnTo>
                    <a:pt x="2753033" y="81647"/>
                  </a:lnTo>
                  <a:lnTo>
                    <a:pt x="2765451" y="49982"/>
                  </a:lnTo>
                  <a:lnTo>
                    <a:pt x="2777869" y="24525"/>
                  </a:lnTo>
                  <a:lnTo>
                    <a:pt x="2792460" y="0"/>
                  </a:lnTo>
                  <a:lnTo>
                    <a:pt x="2792460" y="0"/>
                  </a:lnTo>
                  <a:lnTo>
                    <a:pt x="2792460" y="0"/>
                  </a:lnTo>
                  <a:close/>
                  <a:moveTo>
                    <a:pt x="2665177" y="0"/>
                  </a:moveTo>
                  <a:lnTo>
                    <a:pt x="2674490" y="9624"/>
                  </a:lnTo>
                  <a:lnTo>
                    <a:pt x="2679768" y="20179"/>
                  </a:lnTo>
                  <a:lnTo>
                    <a:pt x="2685046" y="32907"/>
                  </a:lnTo>
                  <a:lnTo>
                    <a:pt x="2675732" y="32907"/>
                  </a:lnTo>
                  <a:lnTo>
                    <a:pt x="2675732" y="27319"/>
                  </a:lnTo>
                  <a:lnTo>
                    <a:pt x="2672628" y="24215"/>
                  </a:lnTo>
                  <a:lnTo>
                    <a:pt x="2668592" y="19869"/>
                  </a:lnTo>
                  <a:lnTo>
                    <a:pt x="2667660" y="14591"/>
                  </a:lnTo>
                  <a:lnTo>
                    <a:pt x="2665487" y="9313"/>
                  </a:lnTo>
                  <a:lnTo>
                    <a:pt x="2665487" y="0"/>
                  </a:lnTo>
                  <a:lnTo>
                    <a:pt x="2665177" y="0"/>
                  </a:lnTo>
                  <a:lnTo>
                    <a:pt x="2665177" y="0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18" name="Freeform: Shape 5"/>
            <p:cNvSpPr/>
            <p:nvPr/>
          </p:nvSpPr>
          <p:spPr>
            <a:xfrm>
              <a:off x="4534560" y="2001960"/>
              <a:ext cx="33840" cy="1512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15120"/>
                <a:gd name="textAreaBottom" fmla="*/ 15480 h 15120"/>
              </a:gdLst>
              <a:ahLst/>
              <a:rect l="textAreaLeft" t="textAreaTop" r="textAreaRight" b="textAreaBottom"/>
              <a:pathLst>
                <a:path w="34149" h="15522">
                  <a:moveTo>
                    <a:pt x="13660" y="14591"/>
                  </a:moveTo>
                  <a:lnTo>
                    <a:pt x="20800" y="16764"/>
                  </a:lnTo>
                  <a:lnTo>
                    <a:pt x="23904" y="16764"/>
                  </a:lnTo>
                  <a:lnTo>
                    <a:pt x="28251" y="16764"/>
                  </a:lnTo>
                  <a:lnTo>
                    <a:pt x="36633" y="16764"/>
                  </a:lnTo>
                  <a:lnTo>
                    <a:pt x="35391" y="10555"/>
                  </a:lnTo>
                  <a:lnTo>
                    <a:pt x="35391" y="7140"/>
                  </a:lnTo>
                  <a:lnTo>
                    <a:pt x="33528" y="3104"/>
                  </a:lnTo>
                  <a:lnTo>
                    <a:pt x="33528" y="0"/>
                  </a:lnTo>
                  <a:lnTo>
                    <a:pt x="0" y="0"/>
                  </a:lnTo>
                  <a:lnTo>
                    <a:pt x="0" y="12418"/>
                  </a:lnTo>
                  <a:lnTo>
                    <a:pt x="7451" y="14591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9520" bIns="-2952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19" name="Freeform: Shape 6"/>
            <p:cNvSpPr/>
            <p:nvPr/>
          </p:nvSpPr>
          <p:spPr>
            <a:xfrm>
              <a:off x="4355640" y="1969920"/>
              <a:ext cx="33840" cy="900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9000"/>
                <a:gd name="textAreaBottom" fmla="*/ 9360 h 9000"/>
              </a:gdLst>
              <a:ahLst/>
              <a:rect l="textAreaLeft" t="textAreaTop" r="textAreaRight" b="textAreaBottom"/>
              <a:pathLst>
                <a:path w="34149" h="9313">
                  <a:moveTo>
                    <a:pt x="22973" y="11797"/>
                  </a:moveTo>
                  <a:lnTo>
                    <a:pt x="32286" y="7451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12728" y="2173"/>
                  </a:lnTo>
                  <a:lnTo>
                    <a:pt x="7451" y="4346"/>
                  </a:lnTo>
                  <a:lnTo>
                    <a:pt x="3104" y="7451"/>
                  </a:lnTo>
                  <a:lnTo>
                    <a:pt x="0" y="7451"/>
                  </a:lnTo>
                  <a:lnTo>
                    <a:pt x="0" y="11797"/>
                  </a:lnTo>
                  <a:lnTo>
                    <a:pt x="12728" y="11797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20" name="Freeform: Shape 7"/>
            <p:cNvSpPr/>
            <p:nvPr/>
          </p:nvSpPr>
          <p:spPr>
            <a:xfrm>
              <a:off x="4555440" y="1940400"/>
              <a:ext cx="36720" cy="3996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39960"/>
                <a:gd name="textAreaBottom" fmla="*/ 40320 h 39960"/>
              </a:gdLst>
              <a:ahLst/>
              <a:rect l="textAreaLeft" t="textAreaTop" r="textAreaRight" b="textAreaBottom"/>
              <a:pathLst>
                <a:path w="37253" h="40357">
                  <a:moveTo>
                    <a:pt x="10555" y="39116"/>
                  </a:moveTo>
                  <a:lnTo>
                    <a:pt x="14591" y="41289"/>
                  </a:lnTo>
                  <a:lnTo>
                    <a:pt x="22042" y="41289"/>
                  </a:lnTo>
                  <a:lnTo>
                    <a:pt x="27319" y="41289"/>
                  </a:lnTo>
                  <a:lnTo>
                    <a:pt x="29182" y="34770"/>
                  </a:lnTo>
                  <a:lnTo>
                    <a:pt x="30424" y="31665"/>
                  </a:lnTo>
                  <a:lnTo>
                    <a:pt x="32286" y="27630"/>
                  </a:lnTo>
                  <a:lnTo>
                    <a:pt x="34460" y="26388"/>
                  </a:lnTo>
                  <a:lnTo>
                    <a:pt x="36633" y="24215"/>
                  </a:lnTo>
                  <a:lnTo>
                    <a:pt x="39737" y="20179"/>
                  </a:lnTo>
                  <a:lnTo>
                    <a:pt x="32286" y="14901"/>
                  </a:lnTo>
                  <a:lnTo>
                    <a:pt x="25146" y="7451"/>
                  </a:lnTo>
                  <a:lnTo>
                    <a:pt x="19869" y="0"/>
                  </a:lnTo>
                  <a:lnTo>
                    <a:pt x="3104" y="0"/>
                  </a:lnTo>
                  <a:lnTo>
                    <a:pt x="3104" y="9624"/>
                  </a:lnTo>
                  <a:lnTo>
                    <a:pt x="3104" y="16764"/>
                  </a:lnTo>
                  <a:lnTo>
                    <a:pt x="1242" y="24215"/>
                  </a:lnTo>
                  <a:lnTo>
                    <a:pt x="0" y="29492"/>
                  </a:lnTo>
                  <a:lnTo>
                    <a:pt x="0" y="36943"/>
                  </a:lnTo>
                  <a:lnTo>
                    <a:pt x="5278" y="39116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" bIns="-468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21" name="Freeform: Shape 8"/>
            <p:cNvSpPr/>
            <p:nvPr/>
          </p:nvSpPr>
          <p:spPr>
            <a:xfrm>
              <a:off x="4282920" y="2031480"/>
              <a:ext cx="170280" cy="89640"/>
            </a:xfrm>
            <a:custGeom>
              <a:avLst/>
              <a:gdLst>
                <a:gd name="textAreaLeft" fmla="*/ 0 w 170280"/>
                <a:gd name="textAreaRight" fmla="*/ 170640 w 170280"/>
                <a:gd name="textAreaTop" fmla="*/ 0 h 89640"/>
                <a:gd name="textAreaBottom" fmla="*/ 90000 h 89640"/>
              </a:gdLst>
              <a:ahLst/>
              <a:rect l="textAreaLeft" t="textAreaTop" r="textAreaRight" b="textAreaBottom"/>
              <a:pathLst>
                <a:path w="170745" h="90029">
                  <a:moveTo>
                    <a:pt x="170745" y="30734"/>
                  </a:moveTo>
                  <a:lnTo>
                    <a:pt x="170745" y="29492"/>
                  </a:lnTo>
                  <a:lnTo>
                    <a:pt x="168572" y="27630"/>
                  </a:lnTo>
                  <a:lnTo>
                    <a:pt x="165468" y="25457"/>
                  </a:lnTo>
                  <a:lnTo>
                    <a:pt x="163294" y="25457"/>
                  </a:lnTo>
                  <a:lnTo>
                    <a:pt x="161121" y="25457"/>
                  </a:lnTo>
                  <a:lnTo>
                    <a:pt x="159259" y="27630"/>
                  </a:lnTo>
                  <a:lnTo>
                    <a:pt x="156154" y="30734"/>
                  </a:lnTo>
                  <a:lnTo>
                    <a:pt x="148704" y="30734"/>
                  </a:lnTo>
                  <a:lnTo>
                    <a:pt x="143426" y="30734"/>
                  </a:lnTo>
                  <a:lnTo>
                    <a:pt x="137217" y="29492"/>
                  </a:lnTo>
                  <a:lnTo>
                    <a:pt x="132250" y="27630"/>
                  </a:lnTo>
                  <a:lnTo>
                    <a:pt x="128835" y="27630"/>
                  </a:lnTo>
                  <a:lnTo>
                    <a:pt x="128835" y="23283"/>
                  </a:lnTo>
                  <a:lnTo>
                    <a:pt x="132250" y="23283"/>
                  </a:lnTo>
                  <a:lnTo>
                    <a:pt x="132250" y="17075"/>
                  </a:lnTo>
                  <a:lnTo>
                    <a:pt x="130077" y="12728"/>
                  </a:lnTo>
                  <a:lnTo>
                    <a:pt x="130077" y="9624"/>
                  </a:lnTo>
                  <a:lnTo>
                    <a:pt x="128835" y="5278"/>
                  </a:lnTo>
                  <a:lnTo>
                    <a:pt x="126972" y="3104"/>
                  </a:lnTo>
                  <a:lnTo>
                    <a:pt x="124799" y="0"/>
                  </a:lnTo>
                  <a:lnTo>
                    <a:pt x="117659" y="0"/>
                  </a:lnTo>
                  <a:lnTo>
                    <a:pt x="112381" y="0"/>
                  </a:lnTo>
                  <a:lnTo>
                    <a:pt x="109277" y="2173"/>
                  </a:lnTo>
                  <a:lnTo>
                    <a:pt x="104931" y="3104"/>
                  </a:lnTo>
                  <a:lnTo>
                    <a:pt x="107104" y="17075"/>
                  </a:lnTo>
                  <a:lnTo>
                    <a:pt x="109277" y="22352"/>
                  </a:lnTo>
                  <a:lnTo>
                    <a:pt x="112381" y="29492"/>
                  </a:lnTo>
                  <a:lnTo>
                    <a:pt x="115486" y="38185"/>
                  </a:lnTo>
                  <a:lnTo>
                    <a:pt x="95617" y="36943"/>
                  </a:lnTo>
                  <a:lnTo>
                    <a:pt x="80095" y="30734"/>
                  </a:lnTo>
                  <a:lnTo>
                    <a:pt x="65504" y="23283"/>
                  </a:lnTo>
                  <a:lnTo>
                    <a:pt x="48740" y="17075"/>
                  </a:lnTo>
                  <a:lnTo>
                    <a:pt x="28871" y="10555"/>
                  </a:lnTo>
                  <a:lnTo>
                    <a:pt x="27009" y="12728"/>
                  </a:lnTo>
                  <a:lnTo>
                    <a:pt x="24836" y="12728"/>
                  </a:lnTo>
                  <a:lnTo>
                    <a:pt x="22663" y="14901"/>
                  </a:lnTo>
                  <a:lnTo>
                    <a:pt x="19558" y="14901"/>
                  </a:lnTo>
                  <a:lnTo>
                    <a:pt x="21731" y="18006"/>
                  </a:lnTo>
                  <a:lnTo>
                    <a:pt x="22663" y="20179"/>
                  </a:lnTo>
                  <a:lnTo>
                    <a:pt x="22663" y="22352"/>
                  </a:lnTo>
                  <a:lnTo>
                    <a:pt x="24836" y="23283"/>
                  </a:lnTo>
                  <a:lnTo>
                    <a:pt x="27009" y="25457"/>
                  </a:lnTo>
                  <a:lnTo>
                    <a:pt x="28871" y="27630"/>
                  </a:lnTo>
                  <a:lnTo>
                    <a:pt x="24836" y="29492"/>
                  </a:lnTo>
                  <a:lnTo>
                    <a:pt x="21731" y="29492"/>
                  </a:lnTo>
                  <a:lnTo>
                    <a:pt x="17695" y="30734"/>
                  </a:lnTo>
                  <a:lnTo>
                    <a:pt x="12418" y="30734"/>
                  </a:lnTo>
                  <a:lnTo>
                    <a:pt x="12418" y="34770"/>
                  </a:lnTo>
                  <a:lnTo>
                    <a:pt x="15522" y="34770"/>
                  </a:lnTo>
                  <a:lnTo>
                    <a:pt x="14280" y="40047"/>
                  </a:lnTo>
                  <a:lnTo>
                    <a:pt x="10245" y="42221"/>
                  </a:lnTo>
                  <a:lnTo>
                    <a:pt x="9313" y="44394"/>
                  </a:lnTo>
                  <a:lnTo>
                    <a:pt x="4967" y="45636"/>
                  </a:lnTo>
                  <a:lnTo>
                    <a:pt x="0" y="47498"/>
                  </a:lnTo>
                  <a:lnTo>
                    <a:pt x="0" y="51844"/>
                  </a:lnTo>
                  <a:lnTo>
                    <a:pt x="4967" y="51844"/>
                  </a:lnTo>
                  <a:lnTo>
                    <a:pt x="15522" y="57122"/>
                  </a:lnTo>
                  <a:lnTo>
                    <a:pt x="32286" y="59295"/>
                  </a:lnTo>
                  <a:lnTo>
                    <a:pt x="46567" y="57122"/>
                  </a:lnTo>
                  <a:lnTo>
                    <a:pt x="59295" y="51844"/>
                  </a:lnTo>
                  <a:lnTo>
                    <a:pt x="80095" y="51844"/>
                  </a:lnTo>
                  <a:lnTo>
                    <a:pt x="77922" y="57122"/>
                  </a:lnTo>
                  <a:lnTo>
                    <a:pt x="73886" y="62400"/>
                  </a:lnTo>
                  <a:lnTo>
                    <a:pt x="70782" y="67677"/>
                  </a:lnTo>
                  <a:lnTo>
                    <a:pt x="65504" y="72023"/>
                  </a:lnTo>
                  <a:lnTo>
                    <a:pt x="59295" y="75128"/>
                  </a:lnTo>
                  <a:lnTo>
                    <a:pt x="61158" y="81337"/>
                  </a:lnTo>
                  <a:lnTo>
                    <a:pt x="61158" y="84752"/>
                  </a:lnTo>
                  <a:lnTo>
                    <a:pt x="63331" y="88787"/>
                  </a:lnTo>
                  <a:lnTo>
                    <a:pt x="65504" y="91892"/>
                  </a:lnTo>
                  <a:lnTo>
                    <a:pt x="81026" y="86614"/>
                  </a:lnTo>
                  <a:lnTo>
                    <a:pt x="92513" y="77301"/>
                  </a:lnTo>
                  <a:lnTo>
                    <a:pt x="104931" y="67677"/>
                  </a:lnTo>
                  <a:lnTo>
                    <a:pt x="115486" y="60226"/>
                  </a:lnTo>
                  <a:lnTo>
                    <a:pt x="130077" y="57122"/>
                  </a:lnTo>
                  <a:lnTo>
                    <a:pt x="144668" y="57122"/>
                  </a:lnTo>
                  <a:lnTo>
                    <a:pt x="158017" y="57122"/>
                  </a:lnTo>
                  <a:lnTo>
                    <a:pt x="168572" y="51844"/>
                  </a:lnTo>
                  <a:lnTo>
                    <a:pt x="170745" y="47498"/>
                  </a:lnTo>
                  <a:lnTo>
                    <a:pt x="170745" y="45636"/>
                  </a:lnTo>
                  <a:lnTo>
                    <a:pt x="170745" y="44394"/>
                  </a:lnTo>
                  <a:lnTo>
                    <a:pt x="170745" y="42221"/>
                  </a:lnTo>
                  <a:lnTo>
                    <a:pt x="172608" y="38185"/>
                  </a:lnTo>
                  <a:lnTo>
                    <a:pt x="172608" y="34770"/>
                  </a:lnTo>
                  <a:lnTo>
                    <a:pt x="170745" y="32907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22" name="Freeform: Shape 9"/>
            <p:cNvSpPr/>
            <p:nvPr/>
          </p:nvSpPr>
          <p:spPr>
            <a:xfrm>
              <a:off x="4142160" y="2105640"/>
              <a:ext cx="139320" cy="151920"/>
            </a:xfrm>
            <a:custGeom>
              <a:avLst/>
              <a:gdLst>
                <a:gd name="textAreaLeft" fmla="*/ 0 w 139320"/>
                <a:gd name="textAreaRight" fmla="*/ 139680 w 13932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139700" h="152118">
                  <a:moveTo>
                    <a:pt x="133181" y="30424"/>
                  </a:moveTo>
                  <a:lnTo>
                    <a:pt x="129145" y="22042"/>
                  </a:lnTo>
                  <a:lnTo>
                    <a:pt x="126041" y="14591"/>
                  </a:lnTo>
                  <a:lnTo>
                    <a:pt x="109277" y="14591"/>
                  </a:lnTo>
                  <a:lnTo>
                    <a:pt x="94686" y="14591"/>
                  </a:lnTo>
                  <a:lnTo>
                    <a:pt x="76991" y="14591"/>
                  </a:lnTo>
                  <a:lnTo>
                    <a:pt x="76991" y="931"/>
                  </a:lnTo>
                  <a:lnTo>
                    <a:pt x="62400" y="0"/>
                  </a:lnTo>
                  <a:lnTo>
                    <a:pt x="50913" y="931"/>
                  </a:lnTo>
                  <a:lnTo>
                    <a:pt x="42531" y="5278"/>
                  </a:lnTo>
                  <a:lnTo>
                    <a:pt x="31045" y="7140"/>
                  </a:lnTo>
                  <a:lnTo>
                    <a:pt x="16454" y="10555"/>
                  </a:lnTo>
                  <a:lnTo>
                    <a:pt x="18627" y="17695"/>
                  </a:lnTo>
                  <a:lnTo>
                    <a:pt x="20800" y="25146"/>
                  </a:lnTo>
                  <a:lnTo>
                    <a:pt x="21731" y="29492"/>
                  </a:lnTo>
                  <a:lnTo>
                    <a:pt x="23904" y="34770"/>
                  </a:lnTo>
                  <a:lnTo>
                    <a:pt x="29182" y="37874"/>
                  </a:lnTo>
                  <a:lnTo>
                    <a:pt x="21731" y="60227"/>
                  </a:lnTo>
                  <a:lnTo>
                    <a:pt x="13349" y="80095"/>
                  </a:lnTo>
                  <a:lnTo>
                    <a:pt x="0" y="94996"/>
                  </a:lnTo>
                  <a:lnTo>
                    <a:pt x="0" y="106793"/>
                  </a:lnTo>
                  <a:lnTo>
                    <a:pt x="6209" y="106793"/>
                  </a:lnTo>
                  <a:lnTo>
                    <a:pt x="7140" y="106793"/>
                  </a:lnTo>
                  <a:lnTo>
                    <a:pt x="9313" y="106793"/>
                  </a:lnTo>
                  <a:lnTo>
                    <a:pt x="11486" y="106793"/>
                  </a:lnTo>
                  <a:lnTo>
                    <a:pt x="13349" y="106793"/>
                  </a:lnTo>
                  <a:lnTo>
                    <a:pt x="16454" y="109898"/>
                  </a:lnTo>
                  <a:lnTo>
                    <a:pt x="18627" y="112071"/>
                  </a:lnTo>
                  <a:lnTo>
                    <a:pt x="18627" y="114244"/>
                  </a:lnTo>
                  <a:lnTo>
                    <a:pt x="20800" y="116107"/>
                  </a:lnTo>
                  <a:lnTo>
                    <a:pt x="20800" y="117349"/>
                  </a:lnTo>
                  <a:lnTo>
                    <a:pt x="20800" y="123557"/>
                  </a:lnTo>
                  <a:lnTo>
                    <a:pt x="33218" y="123557"/>
                  </a:lnTo>
                  <a:lnTo>
                    <a:pt x="33218" y="126662"/>
                  </a:lnTo>
                  <a:lnTo>
                    <a:pt x="31045" y="131008"/>
                  </a:lnTo>
                  <a:lnTo>
                    <a:pt x="31045" y="131939"/>
                  </a:lnTo>
                  <a:lnTo>
                    <a:pt x="31045" y="134113"/>
                  </a:lnTo>
                  <a:lnTo>
                    <a:pt x="29182" y="136286"/>
                  </a:lnTo>
                  <a:lnTo>
                    <a:pt x="31045" y="139390"/>
                  </a:lnTo>
                  <a:lnTo>
                    <a:pt x="31045" y="143736"/>
                  </a:lnTo>
                  <a:lnTo>
                    <a:pt x="33218" y="145910"/>
                  </a:lnTo>
                  <a:lnTo>
                    <a:pt x="35391" y="149014"/>
                  </a:lnTo>
                  <a:lnTo>
                    <a:pt x="36322" y="152118"/>
                  </a:lnTo>
                  <a:lnTo>
                    <a:pt x="54949" y="146841"/>
                  </a:lnTo>
                  <a:lnTo>
                    <a:pt x="69540" y="141563"/>
                  </a:lnTo>
                  <a:lnTo>
                    <a:pt x="85373" y="139390"/>
                  </a:lnTo>
                  <a:lnTo>
                    <a:pt x="82268" y="123557"/>
                  </a:lnTo>
                  <a:lnTo>
                    <a:pt x="84131" y="106793"/>
                  </a:lnTo>
                  <a:lnTo>
                    <a:pt x="91582" y="91892"/>
                  </a:lnTo>
                  <a:lnTo>
                    <a:pt x="99964" y="74817"/>
                  </a:lnTo>
                  <a:lnTo>
                    <a:pt x="114554" y="69540"/>
                  </a:lnTo>
                  <a:lnTo>
                    <a:pt x="129145" y="64262"/>
                  </a:lnTo>
                  <a:lnTo>
                    <a:pt x="140632" y="50603"/>
                  </a:lnTo>
                  <a:lnTo>
                    <a:pt x="140632" y="47498"/>
                  </a:lnTo>
                  <a:lnTo>
                    <a:pt x="136286" y="40048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23" name="Freeform: Shape 10"/>
            <p:cNvSpPr/>
            <p:nvPr/>
          </p:nvSpPr>
          <p:spPr>
            <a:xfrm>
              <a:off x="4595040" y="1981800"/>
              <a:ext cx="24480" cy="1188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11880"/>
                <a:gd name="textAreaBottom" fmla="*/ 12240 h 11880"/>
              </a:gdLst>
              <a:ahLst/>
              <a:rect l="textAreaLeft" t="textAreaTop" r="textAreaRight" b="textAreaBottom"/>
              <a:pathLst>
                <a:path w="24835" h="12417">
                  <a:moveTo>
                    <a:pt x="3104" y="12728"/>
                  </a:moveTo>
                  <a:lnTo>
                    <a:pt x="27009" y="7451"/>
                  </a:lnTo>
                  <a:lnTo>
                    <a:pt x="27009" y="0"/>
                  </a:lnTo>
                  <a:lnTo>
                    <a:pt x="21731" y="0"/>
                  </a:lnTo>
                  <a:lnTo>
                    <a:pt x="17695" y="0"/>
                  </a:lnTo>
                  <a:lnTo>
                    <a:pt x="14591" y="0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52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24" name="Freeform: Shape 11"/>
            <p:cNvSpPr/>
            <p:nvPr/>
          </p:nvSpPr>
          <p:spPr>
            <a:xfrm>
              <a:off x="4255560" y="2058840"/>
              <a:ext cx="11880" cy="576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5760"/>
                <a:gd name="textAreaBottom" fmla="*/ 6120 h 5760"/>
              </a:gdLst>
              <a:ahLst/>
              <a:rect l="textAreaLeft" t="textAreaTop" r="textAreaRight" b="textAreaBottom"/>
              <a:pathLst>
                <a:path w="12417" h="6208">
                  <a:moveTo>
                    <a:pt x="7451" y="1863"/>
                  </a:moveTo>
                  <a:lnTo>
                    <a:pt x="3104" y="0"/>
                  </a:lnTo>
                  <a:lnTo>
                    <a:pt x="0" y="0"/>
                  </a:lnTo>
                  <a:lnTo>
                    <a:pt x="0" y="7140"/>
                  </a:lnTo>
                  <a:lnTo>
                    <a:pt x="12728" y="7140"/>
                  </a:lnTo>
                  <a:lnTo>
                    <a:pt x="10555" y="3104"/>
                  </a:lnTo>
                  <a:lnTo>
                    <a:pt x="8382" y="1863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880" bIns="-3888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25" name="Freeform: Shape 12"/>
            <p:cNvSpPr/>
            <p:nvPr/>
          </p:nvSpPr>
          <p:spPr>
            <a:xfrm>
              <a:off x="4192200" y="2009160"/>
              <a:ext cx="95760" cy="58680"/>
            </a:xfrm>
            <a:custGeom>
              <a:avLst/>
              <a:gdLst>
                <a:gd name="textAreaLeft" fmla="*/ 0 w 95760"/>
                <a:gd name="textAreaRight" fmla="*/ 96120 w 95760"/>
                <a:gd name="textAreaTop" fmla="*/ 0 h 58680"/>
                <a:gd name="textAreaBottom" fmla="*/ 59040 h 58680"/>
              </a:gdLst>
              <a:ahLst/>
              <a:rect l="textAreaLeft" t="textAreaTop" r="textAreaRight" b="textAreaBottom"/>
              <a:pathLst>
                <a:path w="96238" h="58984">
                  <a:moveTo>
                    <a:pt x="24836" y="60537"/>
                  </a:moveTo>
                  <a:lnTo>
                    <a:pt x="35391" y="60537"/>
                  </a:lnTo>
                  <a:lnTo>
                    <a:pt x="48740" y="57122"/>
                  </a:lnTo>
                  <a:lnTo>
                    <a:pt x="54018" y="47809"/>
                  </a:lnTo>
                  <a:lnTo>
                    <a:pt x="56191" y="29803"/>
                  </a:lnTo>
                  <a:lnTo>
                    <a:pt x="59295" y="32907"/>
                  </a:lnTo>
                  <a:lnTo>
                    <a:pt x="61468" y="35080"/>
                  </a:lnTo>
                  <a:lnTo>
                    <a:pt x="64573" y="37253"/>
                  </a:lnTo>
                  <a:lnTo>
                    <a:pt x="68608" y="39427"/>
                  </a:lnTo>
                  <a:lnTo>
                    <a:pt x="76059" y="42531"/>
                  </a:lnTo>
                  <a:lnTo>
                    <a:pt x="79164" y="37253"/>
                  </a:lnTo>
                  <a:lnTo>
                    <a:pt x="85373" y="32907"/>
                  </a:lnTo>
                  <a:lnTo>
                    <a:pt x="90650" y="29803"/>
                  </a:lnTo>
                  <a:lnTo>
                    <a:pt x="95617" y="25457"/>
                  </a:lnTo>
                  <a:lnTo>
                    <a:pt x="95617" y="22352"/>
                  </a:lnTo>
                  <a:lnTo>
                    <a:pt x="97790" y="18006"/>
                  </a:lnTo>
                  <a:lnTo>
                    <a:pt x="95617" y="12728"/>
                  </a:lnTo>
                  <a:lnTo>
                    <a:pt x="95617" y="7451"/>
                  </a:lnTo>
                  <a:lnTo>
                    <a:pt x="95617" y="0"/>
                  </a:lnTo>
                  <a:lnTo>
                    <a:pt x="66435" y="7451"/>
                  </a:lnTo>
                  <a:lnTo>
                    <a:pt x="41600" y="18006"/>
                  </a:lnTo>
                  <a:lnTo>
                    <a:pt x="19558" y="31976"/>
                  </a:lnTo>
                  <a:lnTo>
                    <a:pt x="0" y="45636"/>
                  </a:lnTo>
                  <a:lnTo>
                    <a:pt x="0" y="60537"/>
                  </a:lnTo>
                  <a:lnTo>
                    <a:pt x="13349" y="60537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4040" bIns="140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26" name="Freeform: Shape 13"/>
            <p:cNvSpPr/>
            <p:nvPr/>
          </p:nvSpPr>
          <p:spPr>
            <a:xfrm>
              <a:off x="4327560" y="1989000"/>
              <a:ext cx="43200" cy="2772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27720"/>
                <a:gd name="textAreaBottom" fmla="*/ 28080 h 27720"/>
              </a:gdLst>
              <a:ahLst/>
              <a:rect l="textAreaLeft" t="textAreaTop" r="textAreaRight" b="textAreaBottom"/>
              <a:pathLst>
                <a:path w="43462" h="27940">
                  <a:moveTo>
                    <a:pt x="4036" y="25146"/>
                  </a:moveTo>
                  <a:lnTo>
                    <a:pt x="7140" y="29492"/>
                  </a:lnTo>
                  <a:lnTo>
                    <a:pt x="13349" y="30734"/>
                  </a:lnTo>
                  <a:lnTo>
                    <a:pt x="16454" y="30734"/>
                  </a:lnTo>
                  <a:lnTo>
                    <a:pt x="21731" y="29492"/>
                  </a:lnTo>
                  <a:lnTo>
                    <a:pt x="27940" y="25146"/>
                  </a:lnTo>
                  <a:lnTo>
                    <a:pt x="33218" y="19869"/>
                  </a:lnTo>
                  <a:lnTo>
                    <a:pt x="36322" y="15833"/>
                  </a:lnTo>
                  <a:lnTo>
                    <a:pt x="40668" y="10555"/>
                  </a:lnTo>
                  <a:lnTo>
                    <a:pt x="43773" y="5278"/>
                  </a:lnTo>
                  <a:lnTo>
                    <a:pt x="38495" y="3104"/>
                  </a:lnTo>
                  <a:lnTo>
                    <a:pt x="31045" y="931"/>
                  </a:lnTo>
                  <a:lnTo>
                    <a:pt x="23904" y="931"/>
                  </a:lnTo>
                  <a:lnTo>
                    <a:pt x="14591" y="0"/>
                  </a:lnTo>
                  <a:lnTo>
                    <a:pt x="7140" y="7451"/>
                  </a:lnTo>
                  <a:lnTo>
                    <a:pt x="0" y="12728"/>
                  </a:lnTo>
                  <a:lnTo>
                    <a:pt x="0" y="18006"/>
                  </a:lnTo>
                  <a:lnTo>
                    <a:pt x="1863" y="22042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6920" bIns="-1692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27" name="Freeform: Shape 14"/>
            <p:cNvSpPr/>
            <p:nvPr/>
          </p:nvSpPr>
          <p:spPr>
            <a:xfrm>
              <a:off x="6687360" y="1968120"/>
              <a:ext cx="260280" cy="309960"/>
            </a:xfrm>
            <a:custGeom>
              <a:avLst/>
              <a:gdLst>
                <a:gd name="textAreaLeft" fmla="*/ 0 w 260280"/>
                <a:gd name="textAreaRight" fmla="*/ 260640 w 260280"/>
                <a:gd name="textAreaTop" fmla="*/ 0 h 309960"/>
                <a:gd name="textAreaBottom" fmla="*/ 310320 h 309960"/>
              </a:gdLst>
              <a:ahLst/>
              <a:rect l="textAreaLeft" t="textAreaTop" r="textAreaRight" b="textAreaBottom"/>
              <a:pathLst>
                <a:path w="260774" h="310445">
                  <a:moveTo>
                    <a:pt x="16454" y="264189"/>
                  </a:moveTo>
                  <a:lnTo>
                    <a:pt x="24836" y="273813"/>
                  </a:lnTo>
                  <a:lnTo>
                    <a:pt x="34149" y="286541"/>
                  </a:lnTo>
                  <a:lnTo>
                    <a:pt x="39427" y="301443"/>
                  </a:lnTo>
                  <a:lnTo>
                    <a:pt x="56191" y="304547"/>
                  </a:lnTo>
                  <a:lnTo>
                    <a:pt x="70782" y="310756"/>
                  </a:lnTo>
                  <a:lnTo>
                    <a:pt x="74818" y="301443"/>
                  </a:lnTo>
                  <a:lnTo>
                    <a:pt x="80095" y="301443"/>
                  </a:lnTo>
                  <a:lnTo>
                    <a:pt x="80095" y="297097"/>
                  </a:lnTo>
                  <a:lnTo>
                    <a:pt x="68609" y="288715"/>
                  </a:lnTo>
                  <a:lnTo>
                    <a:pt x="60226" y="276918"/>
                  </a:lnTo>
                  <a:lnTo>
                    <a:pt x="53086" y="266362"/>
                  </a:lnTo>
                  <a:lnTo>
                    <a:pt x="50913" y="257049"/>
                  </a:lnTo>
                  <a:lnTo>
                    <a:pt x="56191" y="229419"/>
                  </a:lnTo>
                  <a:lnTo>
                    <a:pt x="67677" y="199927"/>
                  </a:lnTo>
                  <a:lnTo>
                    <a:pt x="83199" y="170124"/>
                  </a:lnTo>
                  <a:lnTo>
                    <a:pt x="104000" y="140632"/>
                  </a:lnTo>
                  <a:lnTo>
                    <a:pt x="124799" y="115175"/>
                  </a:lnTo>
                  <a:lnTo>
                    <a:pt x="145599" y="92823"/>
                  </a:lnTo>
                  <a:lnTo>
                    <a:pt x="163295" y="78232"/>
                  </a:lnTo>
                  <a:lnTo>
                    <a:pt x="180059" y="70782"/>
                  </a:lnTo>
                  <a:lnTo>
                    <a:pt x="197754" y="63331"/>
                  </a:lnTo>
                  <a:lnTo>
                    <a:pt x="217623" y="55880"/>
                  </a:lnTo>
                  <a:lnTo>
                    <a:pt x="234076" y="46256"/>
                  </a:lnTo>
                  <a:lnTo>
                    <a:pt x="248667" y="35701"/>
                  </a:lnTo>
                  <a:lnTo>
                    <a:pt x="260154" y="21110"/>
                  </a:lnTo>
                  <a:lnTo>
                    <a:pt x="261395" y="18937"/>
                  </a:lnTo>
                  <a:lnTo>
                    <a:pt x="261395" y="16764"/>
                  </a:lnTo>
                  <a:lnTo>
                    <a:pt x="263258" y="13660"/>
                  </a:lnTo>
                  <a:lnTo>
                    <a:pt x="260154" y="9313"/>
                  </a:lnTo>
                  <a:lnTo>
                    <a:pt x="258291" y="6209"/>
                  </a:lnTo>
                  <a:lnTo>
                    <a:pt x="253945" y="1863"/>
                  </a:lnTo>
                  <a:lnTo>
                    <a:pt x="236249" y="0"/>
                  </a:lnTo>
                  <a:lnTo>
                    <a:pt x="223832" y="4036"/>
                  </a:lnTo>
                  <a:lnTo>
                    <a:pt x="216381" y="7140"/>
                  </a:lnTo>
                  <a:lnTo>
                    <a:pt x="210172" y="11486"/>
                  </a:lnTo>
                  <a:lnTo>
                    <a:pt x="205205" y="18937"/>
                  </a:lnTo>
                  <a:lnTo>
                    <a:pt x="197754" y="24215"/>
                  </a:lnTo>
                  <a:lnTo>
                    <a:pt x="187199" y="29492"/>
                  </a:lnTo>
                  <a:lnTo>
                    <a:pt x="153981" y="29492"/>
                  </a:lnTo>
                  <a:lnTo>
                    <a:pt x="134113" y="39116"/>
                  </a:lnTo>
                  <a:lnTo>
                    <a:pt x="110208" y="51844"/>
                  </a:lnTo>
                  <a:lnTo>
                    <a:pt x="87235" y="68609"/>
                  </a:lnTo>
                  <a:lnTo>
                    <a:pt x="68609" y="85683"/>
                  </a:lnTo>
                  <a:lnTo>
                    <a:pt x="54017" y="101516"/>
                  </a:lnTo>
                  <a:lnTo>
                    <a:pt x="53086" y="107725"/>
                  </a:lnTo>
                  <a:lnTo>
                    <a:pt x="53086" y="110829"/>
                  </a:lnTo>
                  <a:lnTo>
                    <a:pt x="53086" y="116107"/>
                  </a:lnTo>
                  <a:lnTo>
                    <a:pt x="54017" y="118280"/>
                  </a:lnTo>
                  <a:lnTo>
                    <a:pt x="54017" y="122626"/>
                  </a:lnTo>
                  <a:lnTo>
                    <a:pt x="56191" y="127904"/>
                  </a:lnTo>
                  <a:lnTo>
                    <a:pt x="54017" y="131008"/>
                  </a:lnTo>
                  <a:lnTo>
                    <a:pt x="48740" y="144668"/>
                  </a:lnTo>
                  <a:lnTo>
                    <a:pt x="39427" y="153360"/>
                  </a:lnTo>
                  <a:lnTo>
                    <a:pt x="31045" y="162674"/>
                  </a:lnTo>
                  <a:lnTo>
                    <a:pt x="31045" y="164847"/>
                  </a:lnTo>
                  <a:lnTo>
                    <a:pt x="31045" y="167020"/>
                  </a:lnTo>
                  <a:lnTo>
                    <a:pt x="32286" y="167020"/>
                  </a:lnTo>
                  <a:lnTo>
                    <a:pt x="32286" y="167951"/>
                  </a:lnTo>
                  <a:lnTo>
                    <a:pt x="36322" y="170124"/>
                  </a:lnTo>
                  <a:lnTo>
                    <a:pt x="39427" y="172297"/>
                  </a:lnTo>
                  <a:lnTo>
                    <a:pt x="34149" y="182853"/>
                  </a:lnTo>
                  <a:lnTo>
                    <a:pt x="27009" y="190303"/>
                  </a:lnTo>
                  <a:lnTo>
                    <a:pt x="19558" y="195581"/>
                  </a:lnTo>
                  <a:lnTo>
                    <a:pt x="14591" y="205205"/>
                  </a:lnTo>
                  <a:lnTo>
                    <a:pt x="12418" y="212345"/>
                  </a:lnTo>
                  <a:lnTo>
                    <a:pt x="14591" y="219796"/>
                  </a:lnTo>
                  <a:lnTo>
                    <a:pt x="16454" y="224142"/>
                  </a:lnTo>
                  <a:lnTo>
                    <a:pt x="16454" y="229419"/>
                  </a:lnTo>
                  <a:lnTo>
                    <a:pt x="10245" y="232524"/>
                  </a:lnTo>
                  <a:lnTo>
                    <a:pt x="0" y="239975"/>
                  </a:lnTo>
                  <a:lnTo>
                    <a:pt x="7140" y="254876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28" name="Freeform: Shape 15"/>
            <p:cNvSpPr/>
            <p:nvPr/>
          </p:nvSpPr>
          <p:spPr>
            <a:xfrm>
              <a:off x="7950600" y="2106360"/>
              <a:ext cx="15120" cy="1188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11880"/>
                <a:gd name="textAreaBottom" fmla="*/ 12240 h 11880"/>
              </a:gdLst>
              <a:ahLst/>
              <a:rect l="textAreaLeft" t="textAreaTop" r="textAreaRight" b="textAreaBottom"/>
              <a:pathLst>
                <a:path w="15522" h="12417">
                  <a:moveTo>
                    <a:pt x="0" y="13660"/>
                  </a:moveTo>
                  <a:lnTo>
                    <a:pt x="16454" y="13660"/>
                  </a:lnTo>
                  <a:lnTo>
                    <a:pt x="16454" y="6209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29" name="Freeform: Shape 16"/>
            <p:cNvSpPr/>
            <p:nvPr/>
          </p:nvSpPr>
          <p:spPr>
            <a:xfrm>
              <a:off x="4651200" y="1989000"/>
              <a:ext cx="15120" cy="576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5760"/>
                <a:gd name="textAreaBottom" fmla="*/ 6120 h 5760"/>
              </a:gdLst>
              <a:ahLst/>
              <a:rect l="textAreaLeft" t="textAreaTop" r="textAreaRight" b="textAreaBottom"/>
              <a:pathLst>
                <a:path w="15522" h="6208">
                  <a:moveTo>
                    <a:pt x="0" y="0"/>
                  </a:moveTo>
                  <a:lnTo>
                    <a:pt x="16764" y="0"/>
                  </a:lnTo>
                  <a:lnTo>
                    <a:pt x="16764" y="8382"/>
                  </a:lnTo>
                  <a:lnTo>
                    <a:pt x="0" y="8382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880" bIns="-3888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30" name="Freeform: Shape 17"/>
            <p:cNvSpPr/>
            <p:nvPr/>
          </p:nvSpPr>
          <p:spPr>
            <a:xfrm>
              <a:off x="8037720" y="2046240"/>
              <a:ext cx="70920" cy="493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49320"/>
                <a:gd name="textAreaBottom" fmla="*/ 49680 h 49320"/>
              </a:gdLst>
              <a:ahLst/>
              <a:rect l="textAreaLeft" t="textAreaTop" r="textAreaRight" b="textAreaBottom"/>
              <a:pathLst>
                <a:path w="71402" h="49671">
                  <a:moveTo>
                    <a:pt x="27009" y="37874"/>
                  </a:moveTo>
                  <a:lnTo>
                    <a:pt x="49050" y="45325"/>
                  </a:lnTo>
                  <a:lnTo>
                    <a:pt x="72955" y="49671"/>
                  </a:lnTo>
                  <a:lnTo>
                    <a:pt x="68919" y="32597"/>
                  </a:lnTo>
                  <a:lnTo>
                    <a:pt x="61468" y="19869"/>
                  </a:lnTo>
                  <a:lnTo>
                    <a:pt x="51224" y="10555"/>
                  </a:lnTo>
                  <a:lnTo>
                    <a:pt x="36632" y="5278"/>
                  </a:lnTo>
                  <a:lnTo>
                    <a:pt x="19868" y="2173"/>
                  </a:lnTo>
                  <a:lnTo>
                    <a:pt x="3104" y="0"/>
                  </a:lnTo>
                  <a:lnTo>
                    <a:pt x="3104" y="3104"/>
                  </a:lnTo>
                  <a:lnTo>
                    <a:pt x="3104" y="7451"/>
                  </a:lnTo>
                  <a:lnTo>
                    <a:pt x="2173" y="8382"/>
                  </a:lnTo>
                  <a:lnTo>
                    <a:pt x="2173" y="10555"/>
                  </a:lnTo>
                  <a:lnTo>
                    <a:pt x="0" y="12728"/>
                  </a:lnTo>
                  <a:lnTo>
                    <a:pt x="10555" y="27319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" bIns="468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31" name="Freeform: Shape 18"/>
            <p:cNvSpPr/>
            <p:nvPr/>
          </p:nvSpPr>
          <p:spPr>
            <a:xfrm>
              <a:off x="7910640" y="2009160"/>
              <a:ext cx="108360" cy="8028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80280"/>
                <a:gd name="textAreaBottom" fmla="*/ 80640 h 80280"/>
              </a:gdLst>
              <a:ahLst/>
              <a:rect l="textAreaLeft" t="textAreaTop" r="textAreaRight" b="textAreaBottom"/>
              <a:pathLst>
                <a:path w="108656" h="80715">
                  <a:moveTo>
                    <a:pt x="14591" y="72023"/>
                  </a:moveTo>
                  <a:lnTo>
                    <a:pt x="27009" y="82579"/>
                  </a:lnTo>
                  <a:lnTo>
                    <a:pt x="32286" y="81647"/>
                  </a:lnTo>
                  <a:lnTo>
                    <a:pt x="43773" y="79474"/>
                  </a:lnTo>
                  <a:lnTo>
                    <a:pt x="58364" y="77301"/>
                  </a:lnTo>
                  <a:lnTo>
                    <a:pt x="76059" y="75128"/>
                  </a:lnTo>
                  <a:lnTo>
                    <a:pt x="93754" y="74197"/>
                  </a:lnTo>
                  <a:lnTo>
                    <a:pt x="107414" y="74197"/>
                  </a:lnTo>
                  <a:lnTo>
                    <a:pt x="108346" y="72023"/>
                  </a:lnTo>
                  <a:lnTo>
                    <a:pt x="110519" y="72023"/>
                  </a:lnTo>
                  <a:lnTo>
                    <a:pt x="110519" y="69850"/>
                  </a:lnTo>
                  <a:lnTo>
                    <a:pt x="110519" y="12728"/>
                  </a:lnTo>
                  <a:lnTo>
                    <a:pt x="95928" y="20179"/>
                  </a:lnTo>
                  <a:lnTo>
                    <a:pt x="83199" y="27630"/>
                  </a:lnTo>
                  <a:lnTo>
                    <a:pt x="66746" y="32907"/>
                  </a:lnTo>
                  <a:lnTo>
                    <a:pt x="66746" y="20179"/>
                  </a:lnTo>
                  <a:lnTo>
                    <a:pt x="66746" y="9624"/>
                  </a:lnTo>
                  <a:lnTo>
                    <a:pt x="63641" y="0"/>
                  </a:lnTo>
                  <a:lnTo>
                    <a:pt x="54018" y="0"/>
                  </a:lnTo>
                  <a:lnTo>
                    <a:pt x="39737" y="2173"/>
                  </a:lnTo>
                  <a:lnTo>
                    <a:pt x="25146" y="7451"/>
                  </a:lnTo>
                  <a:lnTo>
                    <a:pt x="15522" y="12728"/>
                  </a:lnTo>
                  <a:lnTo>
                    <a:pt x="8382" y="17075"/>
                  </a:lnTo>
                  <a:lnTo>
                    <a:pt x="7451" y="20179"/>
                  </a:lnTo>
                  <a:lnTo>
                    <a:pt x="5277" y="24525"/>
                  </a:lnTo>
                  <a:lnTo>
                    <a:pt x="3104" y="27630"/>
                  </a:lnTo>
                  <a:lnTo>
                    <a:pt x="931" y="31976"/>
                  </a:lnTo>
                  <a:lnTo>
                    <a:pt x="0" y="37253"/>
                  </a:lnTo>
                  <a:lnTo>
                    <a:pt x="5277" y="57122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5640" bIns="356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32" name="Freeform: Shape 19"/>
            <p:cNvSpPr/>
            <p:nvPr/>
          </p:nvSpPr>
          <p:spPr>
            <a:xfrm>
              <a:off x="4914720" y="2009160"/>
              <a:ext cx="11880" cy="900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9000"/>
                <a:gd name="textAreaBottom" fmla="*/ 9360 h 9000"/>
              </a:gdLst>
              <a:ahLst/>
              <a:rect l="textAreaLeft" t="textAreaTop" r="textAreaRight" b="textAreaBottom"/>
              <a:pathLst>
                <a:path w="12417" h="9313">
                  <a:moveTo>
                    <a:pt x="4036" y="9624"/>
                  </a:moveTo>
                  <a:lnTo>
                    <a:pt x="7140" y="9624"/>
                  </a:lnTo>
                  <a:lnTo>
                    <a:pt x="12418" y="9624"/>
                  </a:lnTo>
                  <a:lnTo>
                    <a:pt x="12418" y="5278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7451"/>
                  </a:lnTo>
                  <a:lnTo>
                    <a:pt x="1863" y="9624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33" name="Freeform: Shape 20"/>
            <p:cNvSpPr/>
            <p:nvPr/>
          </p:nvSpPr>
          <p:spPr>
            <a:xfrm>
              <a:off x="6947280" y="2135880"/>
              <a:ext cx="11880" cy="1188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11880"/>
                <a:gd name="textAreaBottom" fmla="*/ 12240 h 11880"/>
              </a:gdLst>
              <a:ahLst/>
              <a:rect l="textAreaLeft" t="textAreaTop" r="textAreaRight" b="textAreaBottom"/>
              <a:pathLst>
                <a:path w="12417" h="12417">
                  <a:moveTo>
                    <a:pt x="1242" y="4346"/>
                  </a:moveTo>
                  <a:lnTo>
                    <a:pt x="0" y="6519"/>
                  </a:lnTo>
                  <a:lnTo>
                    <a:pt x="0" y="9624"/>
                  </a:lnTo>
                  <a:lnTo>
                    <a:pt x="0" y="14901"/>
                  </a:lnTo>
                  <a:lnTo>
                    <a:pt x="3104" y="14901"/>
                  </a:lnTo>
                  <a:lnTo>
                    <a:pt x="5278" y="14901"/>
                  </a:lnTo>
                  <a:lnTo>
                    <a:pt x="7451" y="14901"/>
                  </a:lnTo>
                  <a:lnTo>
                    <a:pt x="8382" y="13970"/>
                  </a:lnTo>
                  <a:lnTo>
                    <a:pt x="10555" y="11797"/>
                  </a:lnTo>
                  <a:lnTo>
                    <a:pt x="14591" y="11797"/>
                  </a:lnTo>
                  <a:lnTo>
                    <a:pt x="14591" y="4346"/>
                  </a:lnTo>
                  <a:lnTo>
                    <a:pt x="3104" y="0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34" name="Freeform: Shape 21"/>
            <p:cNvSpPr/>
            <p:nvPr/>
          </p:nvSpPr>
          <p:spPr>
            <a:xfrm>
              <a:off x="5762520" y="2062080"/>
              <a:ext cx="15120" cy="576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5760"/>
                <a:gd name="textAreaBottom" fmla="*/ 6120 h 5760"/>
              </a:gdLst>
              <a:ahLst/>
              <a:rect l="textAreaLeft" t="textAreaTop" r="textAreaRight" b="textAreaBottom"/>
              <a:pathLst>
                <a:path w="15522" h="6208">
                  <a:moveTo>
                    <a:pt x="5277" y="6209"/>
                  </a:moveTo>
                  <a:lnTo>
                    <a:pt x="7451" y="6209"/>
                  </a:lnTo>
                  <a:lnTo>
                    <a:pt x="8382" y="6209"/>
                  </a:lnTo>
                  <a:lnTo>
                    <a:pt x="12418" y="4036"/>
                  </a:lnTo>
                  <a:lnTo>
                    <a:pt x="15522" y="4036"/>
                  </a:lnTo>
                  <a:lnTo>
                    <a:pt x="15522" y="0"/>
                  </a:lnTo>
                  <a:lnTo>
                    <a:pt x="0" y="0"/>
                  </a:lnTo>
                  <a:lnTo>
                    <a:pt x="3104" y="4036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8880" bIns="-3888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35" name="Freeform: Shape 22"/>
            <p:cNvSpPr/>
            <p:nvPr/>
          </p:nvSpPr>
          <p:spPr>
            <a:xfrm>
              <a:off x="6081120" y="3031920"/>
              <a:ext cx="11880" cy="2448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24480"/>
                <a:gd name="textAreaBottom" fmla="*/ 24840 h 24480"/>
              </a:gdLst>
              <a:ahLst/>
              <a:rect l="textAreaLeft" t="textAreaTop" r="textAreaRight" b="textAreaBottom"/>
              <a:pathLst>
                <a:path w="12417" h="24835">
                  <a:moveTo>
                    <a:pt x="9313" y="22352"/>
                  </a:moveTo>
                  <a:lnTo>
                    <a:pt x="10245" y="18006"/>
                  </a:lnTo>
                  <a:lnTo>
                    <a:pt x="10245" y="12728"/>
                  </a:lnTo>
                  <a:lnTo>
                    <a:pt x="10245" y="7451"/>
                  </a:lnTo>
                  <a:lnTo>
                    <a:pt x="12418" y="0"/>
                  </a:lnTo>
                  <a:lnTo>
                    <a:pt x="3104" y="0"/>
                  </a:lnTo>
                  <a:lnTo>
                    <a:pt x="2173" y="5588"/>
                  </a:lnTo>
                  <a:lnTo>
                    <a:pt x="2173" y="12728"/>
                  </a:lnTo>
                  <a:lnTo>
                    <a:pt x="0" y="20179"/>
                  </a:lnTo>
                  <a:lnTo>
                    <a:pt x="0" y="27630"/>
                  </a:lnTo>
                  <a:lnTo>
                    <a:pt x="7140" y="27630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36" name="Freeform: Shape 23"/>
            <p:cNvSpPr/>
            <p:nvPr/>
          </p:nvSpPr>
          <p:spPr>
            <a:xfrm>
              <a:off x="4675320" y="2127600"/>
              <a:ext cx="406440" cy="446760"/>
            </a:xfrm>
            <a:custGeom>
              <a:avLst/>
              <a:gdLst>
                <a:gd name="textAreaLeft" fmla="*/ 0 w 406440"/>
                <a:gd name="textAreaRight" fmla="*/ 406800 w 406440"/>
                <a:gd name="textAreaTop" fmla="*/ 0 h 446760"/>
                <a:gd name="textAreaBottom" fmla="*/ 447120 h 446760"/>
              </a:gdLst>
              <a:ahLst/>
              <a:rect l="textAreaLeft" t="textAreaTop" r="textAreaRight" b="textAreaBottom"/>
              <a:pathLst>
                <a:path w="406683" h="447041">
                  <a:moveTo>
                    <a:pt x="395818" y="287783"/>
                  </a:moveTo>
                  <a:lnTo>
                    <a:pt x="392714" y="285610"/>
                  </a:lnTo>
                  <a:lnTo>
                    <a:pt x="387436" y="283437"/>
                  </a:lnTo>
                  <a:lnTo>
                    <a:pt x="383401" y="282506"/>
                  </a:lnTo>
                  <a:lnTo>
                    <a:pt x="381227" y="280333"/>
                  </a:lnTo>
                  <a:lnTo>
                    <a:pt x="381227" y="278159"/>
                  </a:lnTo>
                  <a:lnTo>
                    <a:pt x="381227" y="275986"/>
                  </a:lnTo>
                  <a:lnTo>
                    <a:pt x="383401" y="275055"/>
                  </a:lnTo>
                  <a:lnTo>
                    <a:pt x="381227" y="270709"/>
                  </a:lnTo>
                  <a:lnTo>
                    <a:pt x="379986" y="268846"/>
                  </a:lnTo>
                  <a:lnTo>
                    <a:pt x="375950" y="265431"/>
                  </a:lnTo>
                  <a:lnTo>
                    <a:pt x="372845" y="263568"/>
                  </a:lnTo>
                  <a:lnTo>
                    <a:pt x="366636" y="261395"/>
                  </a:lnTo>
                  <a:lnTo>
                    <a:pt x="363532" y="258291"/>
                  </a:lnTo>
                  <a:lnTo>
                    <a:pt x="359186" y="256118"/>
                  </a:lnTo>
                  <a:lnTo>
                    <a:pt x="358254" y="253945"/>
                  </a:lnTo>
                  <a:lnTo>
                    <a:pt x="358254" y="252703"/>
                  </a:lnTo>
                  <a:lnTo>
                    <a:pt x="356081" y="250840"/>
                  </a:lnTo>
                  <a:lnTo>
                    <a:pt x="356081" y="248667"/>
                  </a:lnTo>
                  <a:lnTo>
                    <a:pt x="356081" y="243389"/>
                  </a:lnTo>
                  <a:lnTo>
                    <a:pt x="341490" y="238112"/>
                  </a:lnTo>
                  <a:lnTo>
                    <a:pt x="330004" y="228488"/>
                  </a:lnTo>
                  <a:lnTo>
                    <a:pt x="322864" y="215760"/>
                  </a:lnTo>
                  <a:lnTo>
                    <a:pt x="325037" y="211724"/>
                  </a:lnTo>
                  <a:lnTo>
                    <a:pt x="326899" y="206446"/>
                  </a:lnTo>
                  <a:lnTo>
                    <a:pt x="330004" y="203032"/>
                  </a:lnTo>
                  <a:lnTo>
                    <a:pt x="336523" y="195581"/>
                  </a:lnTo>
                  <a:lnTo>
                    <a:pt x="326899" y="184094"/>
                  </a:lnTo>
                  <a:lnTo>
                    <a:pt x="319759" y="171366"/>
                  </a:lnTo>
                  <a:lnTo>
                    <a:pt x="310446" y="158638"/>
                  </a:lnTo>
                  <a:lnTo>
                    <a:pt x="302995" y="147151"/>
                  </a:lnTo>
                  <a:lnTo>
                    <a:pt x="290577" y="139701"/>
                  </a:lnTo>
                  <a:lnTo>
                    <a:pt x="275986" y="134423"/>
                  </a:lnTo>
                  <a:lnTo>
                    <a:pt x="275986" y="121695"/>
                  </a:lnTo>
                  <a:lnTo>
                    <a:pt x="259222" y="106793"/>
                  </a:lnTo>
                  <a:lnTo>
                    <a:pt x="244631" y="90029"/>
                  </a:lnTo>
                  <a:lnTo>
                    <a:pt x="226936" y="77301"/>
                  </a:lnTo>
                  <a:lnTo>
                    <a:pt x="222900" y="75128"/>
                  </a:lnTo>
                  <a:lnTo>
                    <a:pt x="219796" y="75128"/>
                  </a:lnTo>
                  <a:lnTo>
                    <a:pt x="214518" y="75128"/>
                  </a:lnTo>
                  <a:lnTo>
                    <a:pt x="209240" y="75128"/>
                  </a:lnTo>
                  <a:lnTo>
                    <a:pt x="203032" y="75128"/>
                  </a:lnTo>
                  <a:lnTo>
                    <a:pt x="199927" y="72955"/>
                  </a:lnTo>
                  <a:lnTo>
                    <a:pt x="192787" y="64573"/>
                  </a:lnTo>
                  <a:lnTo>
                    <a:pt x="187509" y="50913"/>
                  </a:lnTo>
                  <a:lnTo>
                    <a:pt x="180059" y="36012"/>
                  </a:lnTo>
                  <a:lnTo>
                    <a:pt x="172918" y="23283"/>
                  </a:lnTo>
                  <a:lnTo>
                    <a:pt x="166709" y="22352"/>
                  </a:lnTo>
                  <a:lnTo>
                    <a:pt x="161432" y="20179"/>
                  </a:lnTo>
                  <a:lnTo>
                    <a:pt x="156154" y="18006"/>
                  </a:lnTo>
                  <a:lnTo>
                    <a:pt x="152118" y="15833"/>
                  </a:lnTo>
                  <a:lnTo>
                    <a:pt x="146841" y="12728"/>
                  </a:lnTo>
                  <a:lnTo>
                    <a:pt x="141563" y="12728"/>
                  </a:lnTo>
                  <a:lnTo>
                    <a:pt x="137527" y="14901"/>
                  </a:lnTo>
                  <a:lnTo>
                    <a:pt x="136596" y="14901"/>
                  </a:lnTo>
                  <a:lnTo>
                    <a:pt x="132250" y="15833"/>
                  </a:lnTo>
                  <a:lnTo>
                    <a:pt x="136596" y="28561"/>
                  </a:lnTo>
                  <a:lnTo>
                    <a:pt x="139701" y="38185"/>
                  </a:lnTo>
                  <a:lnTo>
                    <a:pt x="141563" y="49671"/>
                  </a:lnTo>
                  <a:lnTo>
                    <a:pt x="143736" y="65504"/>
                  </a:lnTo>
                  <a:lnTo>
                    <a:pt x="154291" y="62400"/>
                  </a:lnTo>
                  <a:lnTo>
                    <a:pt x="161432" y="57122"/>
                  </a:lnTo>
                  <a:lnTo>
                    <a:pt x="166709" y="52776"/>
                  </a:lnTo>
                  <a:lnTo>
                    <a:pt x="176023" y="49671"/>
                  </a:lnTo>
                  <a:lnTo>
                    <a:pt x="176023" y="52776"/>
                  </a:lnTo>
                  <a:lnTo>
                    <a:pt x="180059" y="52776"/>
                  </a:lnTo>
                  <a:lnTo>
                    <a:pt x="176023" y="54949"/>
                  </a:lnTo>
                  <a:lnTo>
                    <a:pt x="172918" y="58053"/>
                  </a:lnTo>
                  <a:lnTo>
                    <a:pt x="166709" y="60226"/>
                  </a:lnTo>
                  <a:lnTo>
                    <a:pt x="163605" y="62400"/>
                  </a:lnTo>
                  <a:lnTo>
                    <a:pt x="159259" y="65504"/>
                  </a:lnTo>
                  <a:lnTo>
                    <a:pt x="158327" y="69850"/>
                  </a:lnTo>
                  <a:lnTo>
                    <a:pt x="156154" y="75128"/>
                  </a:lnTo>
                  <a:lnTo>
                    <a:pt x="154291" y="80405"/>
                  </a:lnTo>
                  <a:lnTo>
                    <a:pt x="152118" y="84752"/>
                  </a:lnTo>
                  <a:lnTo>
                    <a:pt x="150877" y="86614"/>
                  </a:lnTo>
                  <a:lnTo>
                    <a:pt x="149014" y="87856"/>
                  </a:lnTo>
                  <a:lnTo>
                    <a:pt x="146841" y="87856"/>
                  </a:lnTo>
                  <a:lnTo>
                    <a:pt x="143736" y="90029"/>
                  </a:lnTo>
                  <a:lnTo>
                    <a:pt x="143736" y="82579"/>
                  </a:lnTo>
                  <a:lnTo>
                    <a:pt x="141563" y="69850"/>
                  </a:lnTo>
                  <a:lnTo>
                    <a:pt x="139701" y="58053"/>
                  </a:lnTo>
                  <a:lnTo>
                    <a:pt x="139701" y="52776"/>
                  </a:lnTo>
                  <a:lnTo>
                    <a:pt x="126972" y="49671"/>
                  </a:lnTo>
                  <a:lnTo>
                    <a:pt x="119832" y="38185"/>
                  </a:lnTo>
                  <a:lnTo>
                    <a:pt x="112381" y="25457"/>
                  </a:lnTo>
                  <a:lnTo>
                    <a:pt x="107414" y="12728"/>
                  </a:lnTo>
                  <a:lnTo>
                    <a:pt x="80095" y="12728"/>
                  </a:lnTo>
                  <a:lnTo>
                    <a:pt x="80095" y="57122"/>
                  </a:lnTo>
                  <a:lnTo>
                    <a:pt x="73886" y="57122"/>
                  </a:lnTo>
                  <a:lnTo>
                    <a:pt x="70782" y="54949"/>
                  </a:lnTo>
                  <a:lnTo>
                    <a:pt x="66746" y="54949"/>
                  </a:lnTo>
                  <a:lnTo>
                    <a:pt x="63641" y="52776"/>
                  </a:lnTo>
                  <a:lnTo>
                    <a:pt x="56191" y="38185"/>
                  </a:lnTo>
                  <a:lnTo>
                    <a:pt x="54328" y="22352"/>
                  </a:lnTo>
                  <a:lnTo>
                    <a:pt x="56191" y="3104"/>
                  </a:lnTo>
                  <a:lnTo>
                    <a:pt x="52155" y="3104"/>
                  </a:lnTo>
                  <a:lnTo>
                    <a:pt x="52155" y="0"/>
                  </a:lnTo>
                  <a:lnTo>
                    <a:pt x="22973" y="3104"/>
                  </a:lnTo>
                  <a:lnTo>
                    <a:pt x="19869" y="28561"/>
                  </a:lnTo>
                  <a:lnTo>
                    <a:pt x="16764" y="54949"/>
                  </a:lnTo>
                  <a:lnTo>
                    <a:pt x="9313" y="79474"/>
                  </a:lnTo>
                  <a:lnTo>
                    <a:pt x="0" y="97480"/>
                  </a:lnTo>
                  <a:lnTo>
                    <a:pt x="3104" y="104620"/>
                  </a:lnTo>
                  <a:lnTo>
                    <a:pt x="7451" y="109898"/>
                  </a:lnTo>
                  <a:lnTo>
                    <a:pt x="12418" y="114244"/>
                  </a:lnTo>
                  <a:lnTo>
                    <a:pt x="19869" y="116417"/>
                  </a:lnTo>
                  <a:lnTo>
                    <a:pt x="27009" y="117349"/>
                  </a:lnTo>
                  <a:lnTo>
                    <a:pt x="27009" y="121695"/>
                  </a:lnTo>
                  <a:lnTo>
                    <a:pt x="27009" y="123868"/>
                  </a:lnTo>
                  <a:lnTo>
                    <a:pt x="25146" y="123868"/>
                  </a:lnTo>
                  <a:lnTo>
                    <a:pt x="25146" y="124799"/>
                  </a:lnTo>
                  <a:lnTo>
                    <a:pt x="22973" y="126972"/>
                  </a:lnTo>
                  <a:lnTo>
                    <a:pt x="30113" y="141874"/>
                  </a:lnTo>
                  <a:lnTo>
                    <a:pt x="41600" y="151187"/>
                  </a:lnTo>
                  <a:lnTo>
                    <a:pt x="56191" y="156465"/>
                  </a:lnTo>
                  <a:lnTo>
                    <a:pt x="72955" y="161742"/>
                  </a:lnTo>
                  <a:lnTo>
                    <a:pt x="90650" y="166089"/>
                  </a:lnTo>
                  <a:lnTo>
                    <a:pt x="107414" y="171366"/>
                  </a:lnTo>
                  <a:lnTo>
                    <a:pt x="119832" y="178817"/>
                  </a:lnTo>
                  <a:lnTo>
                    <a:pt x="132250" y="174471"/>
                  </a:lnTo>
                  <a:lnTo>
                    <a:pt x="139701" y="169193"/>
                  </a:lnTo>
                  <a:lnTo>
                    <a:pt x="144668" y="163915"/>
                  </a:lnTo>
                  <a:lnTo>
                    <a:pt x="150877" y="158638"/>
                  </a:lnTo>
                  <a:lnTo>
                    <a:pt x="159259" y="154602"/>
                  </a:lnTo>
                  <a:lnTo>
                    <a:pt x="168882" y="156465"/>
                  </a:lnTo>
                  <a:lnTo>
                    <a:pt x="178196" y="163915"/>
                  </a:lnTo>
                  <a:lnTo>
                    <a:pt x="188441" y="171366"/>
                  </a:lnTo>
                  <a:lnTo>
                    <a:pt x="203032" y="174471"/>
                  </a:lnTo>
                  <a:lnTo>
                    <a:pt x="212345" y="218864"/>
                  </a:lnTo>
                  <a:lnTo>
                    <a:pt x="219796" y="228488"/>
                  </a:lnTo>
                  <a:lnTo>
                    <a:pt x="230040" y="235939"/>
                  </a:lnTo>
                  <a:lnTo>
                    <a:pt x="239664" y="243389"/>
                  </a:lnTo>
                  <a:lnTo>
                    <a:pt x="246804" y="256118"/>
                  </a:lnTo>
                  <a:lnTo>
                    <a:pt x="248977" y="265431"/>
                  </a:lnTo>
                  <a:lnTo>
                    <a:pt x="246804" y="278159"/>
                  </a:lnTo>
                  <a:lnTo>
                    <a:pt x="243700" y="295234"/>
                  </a:lnTo>
                  <a:lnTo>
                    <a:pt x="237491" y="311998"/>
                  </a:lnTo>
                  <a:lnTo>
                    <a:pt x="232213" y="326899"/>
                  </a:lnTo>
                  <a:lnTo>
                    <a:pt x="226936" y="337455"/>
                  </a:lnTo>
                  <a:lnTo>
                    <a:pt x="209240" y="342732"/>
                  </a:lnTo>
                  <a:lnTo>
                    <a:pt x="188441" y="348010"/>
                  </a:lnTo>
                  <a:lnTo>
                    <a:pt x="172918" y="354529"/>
                  </a:lnTo>
                  <a:lnTo>
                    <a:pt x="172918" y="361669"/>
                  </a:lnTo>
                  <a:lnTo>
                    <a:pt x="172918" y="367257"/>
                  </a:lnTo>
                  <a:lnTo>
                    <a:pt x="173850" y="372535"/>
                  </a:lnTo>
                  <a:lnTo>
                    <a:pt x="176023" y="377813"/>
                  </a:lnTo>
                  <a:lnTo>
                    <a:pt x="197754" y="376571"/>
                  </a:lnTo>
                  <a:lnTo>
                    <a:pt x="216691" y="370362"/>
                  </a:lnTo>
                  <a:lnTo>
                    <a:pt x="232213" y="361669"/>
                  </a:lnTo>
                  <a:lnTo>
                    <a:pt x="243700" y="372535"/>
                  </a:lnTo>
                  <a:lnTo>
                    <a:pt x="254255" y="387126"/>
                  </a:lnTo>
                  <a:lnTo>
                    <a:pt x="261395" y="402027"/>
                  </a:lnTo>
                  <a:lnTo>
                    <a:pt x="268846" y="418791"/>
                  </a:lnTo>
                  <a:lnTo>
                    <a:pt x="280022" y="429657"/>
                  </a:lnTo>
                  <a:lnTo>
                    <a:pt x="292750" y="436797"/>
                  </a:lnTo>
                  <a:lnTo>
                    <a:pt x="310446" y="441143"/>
                  </a:lnTo>
                  <a:lnTo>
                    <a:pt x="326899" y="444248"/>
                  </a:lnTo>
                  <a:lnTo>
                    <a:pt x="339628" y="449526"/>
                  </a:lnTo>
                  <a:lnTo>
                    <a:pt x="343663" y="449526"/>
                  </a:lnTo>
                  <a:lnTo>
                    <a:pt x="336523" y="433693"/>
                  </a:lnTo>
                  <a:lnTo>
                    <a:pt x="326899" y="420964"/>
                  </a:lnTo>
                  <a:lnTo>
                    <a:pt x="316655" y="406374"/>
                  </a:lnTo>
                  <a:lnTo>
                    <a:pt x="319759" y="406374"/>
                  </a:lnTo>
                  <a:lnTo>
                    <a:pt x="322864" y="407305"/>
                  </a:lnTo>
                  <a:lnTo>
                    <a:pt x="330004" y="411651"/>
                  </a:lnTo>
                  <a:lnTo>
                    <a:pt x="339628" y="416929"/>
                  </a:lnTo>
                  <a:lnTo>
                    <a:pt x="348941" y="422206"/>
                  </a:lnTo>
                  <a:lnTo>
                    <a:pt x="356081" y="426242"/>
                  </a:lnTo>
                  <a:lnTo>
                    <a:pt x="359186" y="424379"/>
                  </a:lnTo>
                  <a:lnTo>
                    <a:pt x="361359" y="422206"/>
                  </a:lnTo>
                  <a:lnTo>
                    <a:pt x="363532" y="420964"/>
                  </a:lnTo>
                  <a:lnTo>
                    <a:pt x="363532" y="418791"/>
                  </a:lnTo>
                  <a:lnTo>
                    <a:pt x="365395" y="416929"/>
                  </a:lnTo>
                  <a:lnTo>
                    <a:pt x="366636" y="414756"/>
                  </a:lnTo>
                  <a:lnTo>
                    <a:pt x="365395" y="394577"/>
                  </a:lnTo>
                  <a:lnTo>
                    <a:pt x="359186" y="379675"/>
                  </a:lnTo>
                  <a:lnTo>
                    <a:pt x="352045" y="365084"/>
                  </a:lnTo>
                  <a:lnTo>
                    <a:pt x="339628" y="365084"/>
                  </a:lnTo>
                  <a:lnTo>
                    <a:pt x="332177" y="333108"/>
                  </a:lnTo>
                  <a:lnTo>
                    <a:pt x="322864" y="304547"/>
                  </a:lnTo>
                  <a:lnTo>
                    <a:pt x="329073" y="302685"/>
                  </a:lnTo>
                  <a:lnTo>
                    <a:pt x="334350" y="302685"/>
                  </a:lnTo>
                  <a:lnTo>
                    <a:pt x="339628" y="300512"/>
                  </a:lnTo>
                  <a:lnTo>
                    <a:pt x="346768" y="300512"/>
                  </a:lnTo>
                  <a:lnTo>
                    <a:pt x="352045" y="313240"/>
                  </a:lnTo>
                  <a:lnTo>
                    <a:pt x="359186" y="322553"/>
                  </a:lnTo>
                  <a:lnTo>
                    <a:pt x="368810" y="332177"/>
                  </a:lnTo>
                  <a:lnTo>
                    <a:pt x="375950" y="340559"/>
                  </a:lnTo>
                  <a:lnTo>
                    <a:pt x="383401" y="340559"/>
                  </a:lnTo>
                  <a:lnTo>
                    <a:pt x="388368" y="339628"/>
                  </a:lnTo>
                  <a:lnTo>
                    <a:pt x="394577" y="339628"/>
                  </a:lnTo>
                  <a:lnTo>
                    <a:pt x="399854" y="337455"/>
                  </a:lnTo>
                  <a:lnTo>
                    <a:pt x="407305" y="287783"/>
                  </a:lnTo>
                  <a:lnTo>
                    <a:pt x="402027" y="287783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37" name="Freeform: Shape 24"/>
            <p:cNvSpPr/>
            <p:nvPr/>
          </p:nvSpPr>
          <p:spPr>
            <a:xfrm>
              <a:off x="6288480" y="3161160"/>
              <a:ext cx="43200" cy="1512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15120"/>
                <a:gd name="textAreaBottom" fmla="*/ 15480 h 15120"/>
              </a:gdLst>
              <a:ahLst/>
              <a:rect l="textAreaLeft" t="textAreaTop" r="textAreaRight" b="textAreaBottom"/>
              <a:pathLst>
                <a:path w="43462" h="15522">
                  <a:moveTo>
                    <a:pt x="24836" y="7451"/>
                  </a:moveTo>
                  <a:lnTo>
                    <a:pt x="14591" y="3415"/>
                  </a:lnTo>
                  <a:lnTo>
                    <a:pt x="4967" y="0"/>
                  </a:lnTo>
                  <a:lnTo>
                    <a:pt x="3104" y="3415"/>
                  </a:lnTo>
                  <a:lnTo>
                    <a:pt x="3104" y="5278"/>
                  </a:lnTo>
                  <a:lnTo>
                    <a:pt x="1863" y="7451"/>
                  </a:lnTo>
                  <a:lnTo>
                    <a:pt x="0" y="8692"/>
                  </a:lnTo>
                  <a:lnTo>
                    <a:pt x="0" y="12728"/>
                  </a:lnTo>
                  <a:lnTo>
                    <a:pt x="7140" y="12728"/>
                  </a:lnTo>
                  <a:lnTo>
                    <a:pt x="10245" y="14901"/>
                  </a:lnTo>
                  <a:lnTo>
                    <a:pt x="12418" y="14901"/>
                  </a:lnTo>
                  <a:lnTo>
                    <a:pt x="15522" y="15833"/>
                  </a:lnTo>
                  <a:lnTo>
                    <a:pt x="44704" y="15833"/>
                  </a:lnTo>
                  <a:lnTo>
                    <a:pt x="37253" y="10555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9520" bIns="-2952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38" name="Freeform: Shape 25"/>
            <p:cNvSpPr/>
            <p:nvPr/>
          </p:nvSpPr>
          <p:spPr>
            <a:xfrm>
              <a:off x="5968800" y="3089520"/>
              <a:ext cx="24480" cy="900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9000"/>
                <a:gd name="textAreaBottom" fmla="*/ 9360 h 9000"/>
              </a:gdLst>
              <a:ahLst/>
              <a:rect l="textAreaLeft" t="textAreaTop" r="textAreaRight" b="textAreaBottom"/>
              <a:pathLst>
                <a:path w="24835" h="9313">
                  <a:moveTo>
                    <a:pt x="4967" y="10555"/>
                  </a:moveTo>
                  <a:lnTo>
                    <a:pt x="10245" y="10555"/>
                  </a:lnTo>
                  <a:lnTo>
                    <a:pt x="14280" y="8382"/>
                  </a:lnTo>
                  <a:lnTo>
                    <a:pt x="17695" y="7140"/>
                  </a:lnTo>
                  <a:lnTo>
                    <a:pt x="19558" y="5278"/>
                  </a:lnTo>
                  <a:lnTo>
                    <a:pt x="24836" y="3104"/>
                  </a:lnTo>
                  <a:lnTo>
                    <a:pt x="248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39" name="Freeform: Shape 26"/>
            <p:cNvSpPr/>
            <p:nvPr/>
          </p:nvSpPr>
          <p:spPr>
            <a:xfrm>
              <a:off x="6071760" y="3067920"/>
              <a:ext cx="24480" cy="3996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39960"/>
                <a:gd name="textAreaBottom" fmla="*/ 40320 h 39960"/>
              </a:gdLst>
              <a:ahLst/>
              <a:rect l="textAreaLeft" t="textAreaTop" r="textAreaRight" b="textAreaBottom"/>
              <a:pathLst>
                <a:path w="24835" h="40357">
                  <a:moveTo>
                    <a:pt x="21731" y="0"/>
                  </a:moveTo>
                  <a:lnTo>
                    <a:pt x="14591" y="0"/>
                  </a:lnTo>
                  <a:lnTo>
                    <a:pt x="9313" y="0"/>
                  </a:lnTo>
                  <a:lnTo>
                    <a:pt x="4967" y="2173"/>
                  </a:lnTo>
                  <a:lnTo>
                    <a:pt x="1863" y="4346"/>
                  </a:lnTo>
                  <a:lnTo>
                    <a:pt x="0" y="11797"/>
                  </a:lnTo>
                  <a:lnTo>
                    <a:pt x="0" y="26698"/>
                  </a:lnTo>
                  <a:lnTo>
                    <a:pt x="1863" y="41289"/>
                  </a:lnTo>
                  <a:lnTo>
                    <a:pt x="7140" y="39116"/>
                  </a:lnTo>
                  <a:lnTo>
                    <a:pt x="11487" y="39116"/>
                  </a:lnTo>
                  <a:lnTo>
                    <a:pt x="14591" y="39116"/>
                  </a:lnTo>
                  <a:lnTo>
                    <a:pt x="16454" y="37253"/>
                  </a:lnTo>
                  <a:lnTo>
                    <a:pt x="26078" y="37253"/>
                  </a:lnTo>
                  <a:lnTo>
                    <a:pt x="23904" y="17075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" bIns="-468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40" name="Freeform: Shape 27"/>
            <p:cNvSpPr/>
            <p:nvPr/>
          </p:nvSpPr>
          <p:spPr>
            <a:xfrm>
              <a:off x="6417720" y="3166200"/>
              <a:ext cx="33840" cy="2124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21240"/>
                <a:gd name="textAreaBottom" fmla="*/ 21600 h 21240"/>
              </a:gdLst>
              <a:ahLst/>
              <a:rect l="textAreaLeft" t="textAreaTop" r="textAreaRight" b="textAreaBottom"/>
              <a:pathLst>
                <a:path w="34149" h="21731">
                  <a:moveTo>
                    <a:pt x="21731" y="3415"/>
                  </a:moveTo>
                  <a:lnTo>
                    <a:pt x="14591" y="5278"/>
                  </a:lnTo>
                  <a:lnTo>
                    <a:pt x="7140" y="9624"/>
                  </a:lnTo>
                  <a:lnTo>
                    <a:pt x="0" y="10555"/>
                  </a:lnTo>
                  <a:lnTo>
                    <a:pt x="3104" y="24525"/>
                  </a:lnTo>
                  <a:lnTo>
                    <a:pt x="7140" y="22352"/>
                  </a:lnTo>
                  <a:lnTo>
                    <a:pt x="10245" y="22352"/>
                  </a:lnTo>
                  <a:lnTo>
                    <a:pt x="12418" y="22352"/>
                  </a:lnTo>
                  <a:lnTo>
                    <a:pt x="12418" y="20179"/>
                  </a:lnTo>
                  <a:lnTo>
                    <a:pt x="15522" y="20179"/>
                  </a:lnTo>
                  <a:lnTo>
                    <a:pt x="21731" y="17075"/>
                  </a:lnTo>
                  <a:lnTo>
                    <a:pt x="24836" y="12728"/>
                  </a:lnTo>
                  <a:lnTo>
                    <a:pt x="29182" y="9624"/>
                  </a:lnTo>
                  <a:lnTo>
                    <a:pt x="32286" y="5278"/>
                  </a:lnTo>
                  <a:lnTo>
                    <a:pt x="36322" y="0"/>
                  </a:lnTo>
                  <a:lnTo>
                    <a:pt x="27009" y="0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3400" bIns="-23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41" name="Freeform: Shape 28"/>
            <p:cNvSpPr/>
            <p:nvPr/>
          </p:nvSpPr>
          <p:spPr>
            <a:xfrm>
              <a:off x="5702760" y="1923480"/>
              <a:ext cx="2967480" cy="2340360"/>
            </a:xfrm>
            <a:custGeom>
              <a:avLst/>
              <a:gdLst>
                <a:gd name="textAreaLeft" fmla="*/ 0 w 2967480"/>
                <a:gd name="textAreaRight" fmla="*/ 2967840 w 2967480"/>
                <a:gd name="textAreaTop" fmla="*/ 0 h 2340360"/>
                <a:gd name="textAreaBottom" fmla="*/ 2340720 h 2340360"/>
              </a:gdLst>
              <a:ahLst/>
              <a:rect l="textAreaLeft" t="textAreaTop" r="textAreaRight" b="textAreaBottom"/>
              <a:pathLst>
                <a:path w="2967861" h="2340761">
                  <a:moveTo>
                    <a:pt x="2965999" y="516271"/>
                  </a:moveTo>
                  <a:lnTo>
                    <a:pt x="2956685" y="502612"/>
                  </a:lnTo>
                  <a:lnTo>
                    <a:pt x="2945199" y="489883"/>
                  </a:lnTo>
                  <a:lnTo>
                    <a:pt x="2934644" y="477155"/>
                  </a:lnTo>
                  <a:lnTo>
                    <a:pt x="2930608" y="477155"/>
                  </a:lnTo>
                  <a:lnTo>
                    <a:pt x="2929677" y="477155"/>
                  </a:lnTo>
                  <a:lnTo>
                    <a:pt x="2927503" y="479328"/>
                  </a:lnTo>
                  <a:lnTo>
                    <a:pt x="2925330" y="479328"/>
                  </a:lnTo>
                  <a:lnTo>
                    <a:pt x="2923158" y="480260"/>
                  </a:lnTo>
                  <a:lnTo>
                    <a:pt x="2905462" y="477155"/>
                  </a:lnTo>
                  <a:lnTo>
                    <a:pt x="2896149" y="469705"/>
                  </a:lnTo>
                  <a:lnTo>
                    <a:pt x="2889008" y="460081"/>
                  </a:lnTo>
                  <a:lnTo>
                    <a:pt x="2881868" y="449526"/>
                  </a:lnTo>
                  <a:lnTo>
                    <a:pt x="2871313" y="439902"/>
                  </a:lnTo>
                  <a:lnTo>
                    <a:pt x="2866035" y="435555"/>
                  </a:lnTo>
                  <a:lnTo>
                    <a:pt x="2859827" y="435555"/>
                  </a:lnTo>
                  <a:lnTo>
                    <a:pt x="2854549" y="434624"/>
                  </a:lnTo>
                  <a:lnTo>
                    <a:pt x="2849271" y="434624"/>
                  </a:lnTo>
                  <a:lnTo>
                    <a:pt x="2843994" y="430278"/>
                  </a:lnTo>
                  <a:lnTo>
                    <a:pt x="2810776" y="395508"/>
                  </a:lnTo>
                  <a:lnTo>
                    <a:pt x="2751481" y="370051"/>
                  </a:lnTo>
                  <a:lnTo>
                    <a:pt x="2747445" y="370983"/>
                  </a:lnTo>
                  <a:lnTo>
                    <a:pt x="2744340" y="373156"/>
                  </a:lnTo>
                  <a:lnTo>
                    <a:pt x="2740305" y="377502"/>
                  </a:lnTo>
                  <a:lnTo>
                    <a:pt x="2735027" y="378433"/>
                  </a:lnTo>
                  <a:lnTo>
                    <a:pt x="2729750" y="378433"/>
                  </a:lnTo>
                  <a:lnTo>
                    <a:pt x="2723541" y="378433"/>
                  </a:lnTo>
                  <a:lnTo>
                    <a:pt x="2708950" y="373156"/>
                  </a:lnTo>
                  <a:lnTo>
                    <a:pt x="2696532" y="365705"/>
                  </a:lnTo>
                  <a:lnTo>
                    <a:pt x="2678836" y="362601"/>
                  </a:lnTo>
                  <a:lnTo>
                    <a:pt x="2678836" y="367878"/>
                  </a:lnTo>
                  <a:lnTo>
                    <a:pt x="2678836" y="373156"/>
                  </a:lnTo>
                  <a:lnTo>
                    <a:pt x="2676664" y="377502"/>
                  </a:lnTo>
                  <a:lnTo>
                    <a:pt x="2676664" y="380607"/>
                  </a:lnTo>
                  <a:lnTo>
                    <a:pt x="2678836" y="382780"/>
                  </a:lnTo>
                  <a:lnTo>
                    <a:pt x="2681010" y="385884"/>
                  </a:lnTo>
                  <a:lnTo>
                    <a:pt x="2684114" y="392093"/>
                  </a:lnTo>
                  <a:lnTo>
                    <a:pt x="2681941" y="397371"/>
                  </a:lnTo>
                  <a:lnTo>
                    <a:pt x="2681941" y="400475"/>
                  </a:lnTo>
                  <a:lnTo>
                    <a:pt x="2681010" y="404821"/>
                  </a:lnTo>
                  <a:lnTo>
                    <a:pt x="2678836" y="406994"/>
                  </a:lnTo>
                  <a:lnTo>
                    <a:pt x="2678836" y="412272"/>
                  </a:lnTo>
                  <a:lnTo>
                    <a:pt x="2671696" y="406994"/>
                  </a:lnTo>
                  <a:lnTo>
                    <a:pt x="2666419" y="402648"/>
                  </a:lnTo>
                  <a:lnTo>
                    <a:pt x="2660210" y="395198"/>
                  </a:lnTo>
                  <a:lnTo>
                    <a:pt x="2654932" y="389920"/>
                  </a:lnTo>
                  <a:lnTo>
                    <a:pt x="2651828" y="382469"/>
                  </a:lnTo>
                  <a:lnTo>
                    <a:pt x="2616437" y="382469"/>
                  </a:lnTo>
                  <a:lnTo>
                    <a:pt x="2581978" y="382469"/>
                  </a:lnTo>
                  <a:lnTo>
                    <a:pt x="2547518" y="385574"/>
                  </a:lnTo>
                  <a:lnTo>
                    <a:pt x="2544414" y="384642"/>
                  </a:lnTo>
                  <a:lnTo>
                    <a:pt x="2542240" y="380296"/>
                  </a:lnTo>
                  <a:lnTo>
                    <a:pt x="2538205" y="378123"/>
                  </a:lnTo>
                  <a:lnTo>
                    <a:pt x="2535100" y="365395"/>
                  </a:lnTo>
                  <a:lnTo>
                    <a:pt x="2532927" y="350493"/>
                  </a:lnTo>
                  <a:lnTo>
                    <a:pt x="2527650" y="333419"/>
                  </a:lnTo>
                  <a:lnTo>
                    <a:pt x="2515232" y="330314"/>
                  </a:lnTo>
                  <a:lnTo>
                    <a:pt x="2498468" y="327210"/>
                  </a:lnTo>
                  <a:lnTo>
                    <a:pt x="2481703" y="325037"/>
                  </a:lnTo>
                  <a:lnTo>
                    <a:pt x="2464008" y="325037"/>
                  </a:lnTo>
                  <a:lnTo>
                    <a:pt x="2451590" y="330314"/>
                  </a:lnTo>
                  <a:lnTo>
                    <a:pt x="2437931" y="325037"/>
                  </a:lnTo>
                  <a:lnTo>
                    <a:pt x="2427375" y="315413"/>
                  </a:lnTo>
                  <a:lnTo>
                    <a:pt x="2420235" y="304858"/>
                  </a:lnTo>
                  <a:lnTo>
                    <a:pt x="2414958" y="293371"/>
                  </a:lnTo>
                  <a:lnTo>
                    <a:pt x="2401298" y="293371"/>
                  </a:lnTo>
                  <a:lnTo>
                    <a:pt x="2388880" y="293371"/>
                  </a:lnTo>
                  <a:lnTo>
                    <a:pt x="2378325" y="297718"/>
                  </a:lnTo>
                  <a:lnTo>
                    <a:pt x="2373047" y="295544"/>
                  </a:lnTo>
                  <a:lnTo>
                    <a:pt x="2369012" y="293371"/>
                  </a:lnTo>
                  <a:lnTo>
                    <a:pt x="2365907" y="291198"/>
                  </a:lnTo>
                  <a:lnTo>
                    <a:pt x="2365907" y="288094"/>
                  </a:lnTo>
                  <a:lnTo>
                    <a:pt x="2363734" y="285921"/>
                  </a:lnTo>
                  <a:lnTo>
                    <a:pt x="2363734" y="282816"/>
                  </a:lnTo>
                  <a:lnTo>
                    <a:pt x="2361561" y="276607"/>
                  </a:lnTo>
                  <a:lnTo>
                    <a:pt x="2358457" y="273503"/>
                  </a:lnTo>
                  <a:lnTo>
                    <a:pt x="2351316" y="268225"/>
                  </a:lnTo>
                  <a:lnTo>
                    <a:pt x="2334552" y="262016"/>
                  </a:lnTo>
                  <a:lnTo>
                    <a:pt x="2315925" y="256739"/>
                  </a:lnTo>
                  <a:lnTo>
                    <a:pt x="2296057" y="251461"/>
                  </a:lnTo>
                  <a:lnTo>
                    <a:pt x="2276188" y="249288"/>
                  </a:lnTo>
                  <a:lnTo>
                    <a:pt x="2258493" y="249288"/>
                  </a:lnTo>
                  <a:lnTo>
                    <a:pt x="2247007" y="253634"/>
                  </a:lnTo>
                  <a:lnTo>
                    <a:pt x="2234589" y="256739"/>
                  </a:lnTo>
                  <a:lnTo>
                    <a:pt x="2237693" y="273813"/>
                  </a:lnTo>
                  <a:lnTo>
                    <a:pt x="2241729" y="286541"/>
                  </a:lnTo>
                  <a:lnTo>
                    <a:pt x="2243902" y="305479"/>
                  </a:lnTo>
                  <a:lnTo>
                    <a:pt x="2236762" y="305479"/>
                  </a:lnTo>
                  <a:lnTo>
                    <a:pt x="2232726" y="303306"/>
                  </a:lnTo>
                  <a:lnTo>
                    <a:pt x="2227448" y="303306"/>
                  </a:lnTo>
                  <a:lnTo>
                    <a:pt x="2225275" y="303306"/>
                  </a:lnTo>
                  <a:lnTo>
                    <a:pt x="2222171" y="303306"/>
                  </a:lnTo>
                  <a:lnTo>
                    <a:pt x="2218135" y="306410"/>
                  </a:lnTo>
                  <a:lnTo>
                    <a:pt x="2215030" y="310756"/>
                  </a:lnTo>
                  <a:lnTo>
                    <a:pt x="2207890" y="306410"/>
                  </a:lnTo>
                  <a:lnTo>
                    <a:pt x="2201681" y="303306"/>
                  </a:lnTo>
                  <a:lnTo>
                    <a:pt x="2198577" y="298028"/>
                  </a:lnTo>
                  <a:lnTo>
                    <a:pt x="2193299" y="293682"/>
                  </a:lnTo>
                  <a:lnTo>
                    <a:pt x="2188022" y="288404"/>
                  </a:lnTo>
                  <a:lnTo>
                    <a:pt x="2174362" y="310756"/>
                  </a:lnTo>
                  <a:lnTo>
                    <a:pt x="2165980" y="308583"/>
                  </a:lnTo>
                  <a:lnTo>
                    <a:pt x="2158840" y="306410"/>
                  </a:lnTo>
                  <a:lnTo>
                    <a:pt x="2152631" y="303306"/>
                  </a:lnTo>
                  <a:lnTo>
                    <a:pt x="2149526" y="298028"/>
                  </a:lnTo>
                  <a:lnTo>
                    <a:pt x="2147353" y="290577"/>
                  </a:lnTo>
                  <a:lnTo>
                    <a:pt x="2147353" y="280953"/>
                  </a:lnTo>
                  <a:lnTo>
                    <a:pt x="2140213" y="290577"/>
                  </a:lnTo>
                  <a:lnTo>
                    <a:pt x="2137109" y="301132"/>
                  </a:lnTo>
                  <a:lnTo>
                    <a:pt x="2133073" y="312619"/>
                  </a:lnTo>
                  <a:lnTo>
                    <a:pt x="2127795" y="321001"/>
                  </a:lnTo>
                  <a:lnTo>
                    <a:pt x="2125622" y="323174"/>
                  </a:lnTo>
                  <a:lnTo>
                    <a:pt x="2123449" y="325347"/>
                  </a:lnTo>
                  <a:lnTo>
                    <a:pt x="2112894" y="317896"/>
                  </a:lnTo>
                  <a:lnTo>
                    <a:pt x="2100476" y="310446"/>
                  </a:lnTo>
                  <a:lnTo>
                    <a:pt x="2091163" y="300822"/>
                  </a:lnTo>
                  <a:lnTo>
                    <a:pt x="2088989" y="295544"/>
                  </a:lnTo>
                  <a:lnTo>
                    <a:pt x="2088058" y="291198"/>
                  </a:lnTo>
                  <a:lnTo>
                    <a:pt x="2088058" y="288094"/>
                  </a:lnTo>
                  <a:lnTo>
                    <a:pt x="2085885" y="283747"/>
                  </a:lnTo>
                  <a:lnTo>
                    <a:pt x="2083712" y="280643"/>
                  </a:lnTo>
                  <a:lnTo>
                    <a:pt x="2090852" y="261706"/>
                  </a:lnTo>
                  <a:lnTo>
                    <a:pt x="2103270" y="248978"/>
                  </a:lnTo>
                  <a:lnTo>
                    <a:pt x="2093957" y="212034"/>
                  </a:lnTo>
                  <a:lnTo>
                    <a:pt x="2090852" y="212034"/>
                  </a:lnTo>
                  <a:lnTo>
                    <a:pt x="2090852" y="206757"/>
                  </a:lnTo>
                  <a:lnTo>
                    <a:pt x="2070984" y="208930"/>
                  </a:lnTo>
                  <a:lnTo>
                    <a:pt x="2058566" y="214208"/>
                  </a:lnTo>
                  <a:lnTo>
                    <a:pt x="2047079" y="223831"/>
                  </a:lnTo>
                  <a:lnTo>
                    <a:pt x="2036524" y="218554"/>
                  </a:lnTo>
                  <a:lnTo>
                    <a:pt x="2025038" y="212345"/>
                  </a:lnTo>
                  <a:lnTo>
                    <a:pt x="2014482" y="207067"/>
                  </a:lnTo>
                  <a:lnTo>
                    <a:pt x="2012310" y="209240"/>
                  </a:lnTo>
                  <a:lnTo>
                    <a:pt x="2012310" y="211414"/>
                  </a:lnTo>
                  <a:lnTo>
                    <a:pt x="2010136" y="211414"/>
                  </a:lnTo>
                  <a:lnTo>
                    <a:pt x="2007032" y="212345"/>
                  </a:lnTo>
                  <a:lnTo>
                    <a:pt x="2007032" y="218554"/>
                  </a:lnTo>
                  <a:lnTo>
                    <a:pt x="2007032" y="223831"/>
                  </a:lnTo>
                  <a:lnTo>
                    <a:pt x="2007032" y="226936"/>
                  </a:lnTo>
                  <a:lnTo>
                    <a:pt x="2007032" y="229109"/>
                  </a:lnTo>
                  <a:lnTo>
                    <a:pt x="2007032" y="232213"/>
                  </a:lnTo>
                  <a:lnTo>
                    <a:pt x="2002996" y="243700"/>
                  </a:lnTo>
                  <a:lnTo>
                    <a:pt x="1950841" y="239354"/>
                  </a:lnTo>
                  <a:lnTo>
                    <a:pt x="1948668" y="234076"/>
                  </a:lnTo>
                  <a:lnTo>
                    <a:pt x="1948668" y="228799"/>
                  </a:lnTo>
                  <a:lnTo>
                    <a:pt x="1946495" y="223521"/>
                  </a:lnTo>
                  <a:lnTo>
                    <a:pt x="1946495" y="218243"/>
                  </a:lnTo>
                  <a:lnTo>
                    <a:pt x="1946495" y="216070"/>
                  </a:lnTo>
                  <a:lnTo>
                    <a:pt x="1934077" y="206446"/>
                  </a:lnTo>
                  <a:lnTo>
                    <a:pt x="1921659" y="204273"/>
                  </a:lnTo>
                  <a:lnTo>
                    <a:pt x="1904895" y="204273"/>
                  </a:lnTo>
                  <a:lnTo>
                    <a:pt x="1887200" y="206446"/>
                  </a:lnTo>
                  <a:lnTo>
                    <a:pt x="1887200" y="219175"/>
                  </a:lnTo>
                  <a:lnTo>
                    <a:pt x="1877886" y="219175"/>
                  </a:lnTo>
                  <a:lnTo>
                    <a:pt x="1877886" y="218243"/>
                  </a:lnTo>
                  <a:lnTo>
                    <a:pt x="1875713" y="218243"/>
                  </a:lnTo>
                  <a:lnTo>
                    <a:pt x="1873540" y="216070"/>
                  </a:lnTo>
                  <a:lnTo>
                    <a:pt x="1875713" y="206446"/>
                  </a:lnTo>
                  <a:lnTo>
                    <a:pt x="1877886" y="198996"/>
                  </a:lnTo>
                  <a:lnTo>
                    <a:pt x="1880060" y="193718"/>
                  </a:lnTo>
                  <a:lnTo>
                    <a:pt x="1883164" y="188441"/>
                  </a:lnTo>
                  <a:lnTo>
                    <a:pt x="1883164" y="182232"/>
                  </a:lnTo>
                  <a:lnTo>
                    <a:pt x="1873851" y="186578"/>
                  </a:lnTo>
                  <a:lnTo>
                    <a:pt x="1866710" y="191856"/>
                  </a:lnTo>
                  <a:lnTo>
                    <a:pt x="1859570" y="197133"/>
                  </a:lnTo>
                  <a:lnTo>
                    <a:pt x="1854293" y="203342"/>
                  </a:lnTo>
                  <a:lnTo>
                    <a:pt x="1851188" y="201169"/>
                  </a:lnTo>
                  <a:lnTo>
                    <a:pt x="1849015" y="201169"/>
                  </a:lnTo>
                  <a:lnTo>
                    <a:pt x="1849015" y="198996"/>
                  </a:lnTo>
                  <a:lnTo>
                    <a:pt x="1849015" y="196823"/>
                  </a:lnTo>
                  <a:lnTo>
                    <a:pt x="1849015" y="195891"/>
                  </a:lnTo>
                  <a:lnTo>
                    <a:pt x="1851188" y="191545"/>
                  </a:lnTo>
                  <a:lnTo>
                    <a:pt x="1851188" y="188441"/>
                  </a:lnTo>
                  <a:lnTo>
                    <a:pt x="1834424" y="186267"/>
                  </a:lnTo>
                  <a:lnTo>
                    <a:pt x="1819833" y="188441"/>
                  </a:lnTo>
                  <a:lnTo>
                    <a:pt x="1807415" y="195891"/>
                  </a:lnTo>
                  <a:lnTo>
                    <a:pt x="1803379" y="195891"/>
                  </a:lnTo>
                  <a:lnTo>
                    <a:pt x="1815797" y="180990"/>
                  </a:lnTo>
                  <a:lnTo>
                    <a:pt x="1832561" y="169503"/>
                  </a:lnTo>
                  <a:lnTo>
                    <a:pt x="1849325" y="159880"/>
                  </a:lnTo>
                  <a:lnTo>
                    <a:pt x="1863916" y="151498"/>
                  </a:lnTo>
                  <a:lnTo>
                    <a:pt x="1869194" y="141874"/>
                  </a:lnTo>
                  <a:lnTo>
                    <a:pt x="1873230" y="132250"/>
                  </a:lnTo>
                  <a:lnTo>
                    <a:pt x="1878507" y="123868"/>
                  </a:lnTo>
                  <a:lnTo>
                    <a:pt x="1890925" y="114244"/>
                  </a:lnTo>
                  <a:lnTo>
                    <a:pt x="1890925" y="90029"/>
                  </a:lnTo>
                  <a:lnTo>
                    <a:pt x="1881612" y="77301"/>
                  </a:lnTo>
                  <a:lnTo>
                    <a:pt x="1873230" y="65815"/>
                  </a:lnTo>
                  <a:lnTo>
                    <a:pt x="1861743" y="57432"/>
                  </a:lnTo>
                  <a:lnTo>
                    <a:pt x="1847152" y="49982"/>
                  </a:lnTo>
                  <a:lnTo>
                    <a:pt x="1847152" y="47809"/>
                  </a:lnTo>
                  <a:lnTo>
                    <a:pt x="1847152" y="45636"/>
                  </a:lnTo>
                  <a:lnTo>
                    <a:pt x="1844979" y="43462"/>
                  </a:lnTo>
                  <a:lnTo>
                    <a:pt x="1844048" y="45636"/>
                  </a:lnTo>
                  <a:lnTo>
                    <a:pt x="1827284" y="50913"/>
                  </a:lnTo>
                  <a:lnTo>
                    <a:pt x="1812693" y="53086"/>
                  </a:lnTo>
                  <a:lnTo>
                    <a:pt x="1800275" y="55259"/>
                  </a:lnTo>
                  <a:lnTo>
                    <a:pt x="1787857" y="60537"/>
                  </a:lnTo>
                  <a:lnTo>
                    <a:pt x="1780717" y="50913"/>
                  </a:lnTo>
                  <a:lnTo>
                    <a:pt x="1773577" y="43462"/>
                  </a:lnTo>
                  <a:lnTo>
                    <a:pt x="1766436" y="40358"/>
                  </a:lnTo>
                  <a:lnTo>
                    <a:pt x="1751845" y="36012"/>
                  </a:lnTo>
                  <a:lnTo>
                    <a:pt x="1752777" y="30734"/>
                  </a:lnTo>
                  <a:lnTo>
                    <a:pt x="1754950" y="28561"/>
                  </a:lnTo>
                  <a:lnTo>
                    <a:pt x="1757123" y="25457"/>
                  </a:lnTo>
                  <a:lnTo>
                    <a:pt x="1760227" y="23283"/>
                  </a:lnTo>
                  <a:lnTo>
                    <a:pt x="1762401" y="22352"/>
                  </a:lnTo>
                  <a:lnTo>
                    <a:pt x="1767678" y="20179"/>
                  </a:lnTo>
                  <a:lnTo>
                    <a:pt x="1766747" y="14901"/>
                  </a:lnTo>
                  <a:lnTo>
                    <a:pt x="1762711" y="10555"/>
                  </a:lnTo>
                  <a:lnTo>
                    <a:pt x="1760538" y="7451"/>
                  </a:lnTo>
                  <a:lnTo>
                    <a:pt x="1759607" y="5278"/>
                  </a:lnTo>
                  <a:lnTo>
                    <a:pt x="1755571" y="0"/>
                  </a:lnTo>
                  <a:lnTo>
                    <a:pt x="1735702" y="0"/>
                  </a:lnTo>
                  <a:lnTo>
                    <a:pt x="1731666" y="18006"/>
                  </a:lnTo>
                  <a:lnTo>
                    <a:pt x="1721111" y="28561"/>
                  </a:lnTo>
                  <a:lnTo>
                    <a:pt x="1708693" y="38185"/>
                  </a:lnTo>
                  <a:lnTo>
                    <a:pt x="1695034" y="45636"/>
                  </a:lnTo>
                  <a:lnTo>
                    <a:pt x="1679511" y="53086"/>
                  </a:lnTo>
                  <a:lnTo>
                    <a:pt x="1679511" y="73265"/>
                  </a:lnTo>
                  <a:lnTo>
                    <a:pt x="1674234" y="73265"/>
                  </a:lnTo>
                  <a:lnTo>
                    <a:pt x="1668025" y="72334"/>
                  </a:lnTo>
                  <a:lnTo>
                    <a:pt x="1664921" y="72334"/>
                  </a:lnTo>
                  <a:lnTo>
                    <a:pt x="1659643" y="70161"/>
                  </a:lnTo>
                  <a:lnTo>
                    <a:pt x="1653434" y="75438"/>
                  </a:lnTo>
                  <a:lnTo>
                    <a:pt x="1646294" y="82889"/>
                  </a:lnTo>
                  <a:lnTo>
                    <a:pt x="1639153" y="88167"/>
                  </a:lnTo>
                  <a:lnTo>
                    <a:pt x="1632013" y="94376"/>
                  </a:lnTo>
                  <a:lnTo>
                    <a:pt x="1626736" y="94376"/>
                  </a:lnTo>
                  <a:lnTo>
                    <a:pt x="1616181" y="94376"/>
                  </a:lnTo>
                  <a:lnTo>
                    <a:pt x="1601590" y="94376"/>
                  </a:lnTo>
                  <a:lnTo>
                    <a:pt x="1586999" y="94376"/>
                  </a:lnTo>
                  <a:lnTo>
                    <a:pt x="1575512" y="94376"/>
                  </a:lnTo>
                  <a:lnTo>
                    <a:pt x="1572408" y="99653"/>
                  </a:lnTo>
                  <a:lnTo>
                    <a:pt x="1570235" y="104931"/>
                  </a:lnTo>
                  <a:lnTo>
                    <a:pt x="1567130" y="110208"/>
                  </a:lnTo>
                  <a:lnTo>
                    <a:pt x="1564957" y="117659"/>
                  </a:lnTo>
                  <a:lnTo>
                    <a:pt x="1543226" y="117659"/>
                  </a:lnTo>
                  <a:lnTo>
                    <a:pt x="1526462" y="123868"/>
                  </a:lnTo>
                  <a:lnTo>
                    <a:pt x="1511871" y="130077"/>
                  </a:lnTo>
                  <a:lnTo>
                    <a:pt x="1497280" y="141563"/>
                  </a:lnTo>
                  <a:lnTo>
                    <a:pt x="1484862" y="152118"/>
                  </a:lnTo>
                  <a:lnTo>
                    <a:pt x="1468098" y="161742"/>
                  </a:lnTo>
                  <a:lnTo>
                    <a:pt x="1462821" y="180679"/>
                  </a:lnTo>
                  <a:lnTo>
                    <a:pt x="1459716" y="198685"/>
                  </a:lnTo>
                  <a:lnTo>
                    <a:pt x="1455680" y="215760"/>
                  </a:lnTo>
                  <a:lnTo>
                    <a:pt x="1452576" y="215760"/>
                  </a:lnTo>
                  <a:lnTo>
                    <a:pt x="1445436" y="198685"/>
                  </a:lnTo>
                  <a:lnTo>
                    <a:pt x="1419358" y="203963"/>
                  </a:lnTo>
                  <a:lnTo>
                    <a:pt x="1395454" y="211414"/>
                  </a:lnTo>
                  <a:lnTo>
                    <a:pt x="1399490" y="233766"/>
                  </a:lnTo>
                  <a:lnTo>
                    <a:pt x="1404767" y="253945"/>
                  </a:lnTo>
                  <a:lnTo>
                    <a:pt x="1410045" y="275055"/>
                  </a:lnTo>
                  <a:lnTo>
                    <a:pt x="1419358" y="290888"/>
                  </a:lnTo>
                  <a:lnTo>
                    <a:pt x="1431776" y="304547"/>
                  </a:lnTo>
                  <a:lnTo>
                    <a:pt x="1431776" y="312929"/>
                  </a:lnTo>
                  <a:lnTo>
                    <a:pt x="1416254" y="302374"/>
                  </a:lnTo>
                  <a:lnTo>
                    <a:pt x="1399490" y="287473"/>
                  </a:lnTo>
                  <a:lnTo>
                    <a:pt x="1388934" y="272571"/>
                  </a:lnTo>
                  <a:lnTo>
                    <a:pt x="1368135" y="272571"/>
                  </a:lnTo>
                  <a:lnTo>
                    <a:pt x="1352612" y="275676"/>
                  </a:lnTo>
                  <a:lnTo>
                    <a:pt x="1338953" y="283127"/>
                  </a:lnTo>
                  <a:lnTo>
                    <a:pt x="1331812" y="274745"/>
                  </a:lnTo>
                  <a:lnTo>
                    <a:pt x="1328708" y="263258"/>
                  </a:lnTo>
                  <a:lnTo>
                    <a:pt x="1324672" y="252703"/>
                  </a:lnTo>
                  <a:lnTo>
                    <a:pt x="1321568" y="250530"/>
                  </a:lnTo>
                  <a:lnTo>
                    <a:pt x="1321568" y="249909"/>
                  </a:lnTo>
                  <a:lnTo>
                    <a:pt x="1319394" y="249909"/>
                  </a:lnTo>
                  <a:lnTo>
                    <a:pt x="1316290" y="249909"/>
                  </a:lnTo>
                  <a:lnTo>
                    <a:pt x="1312254" y="249909"/>
                  </a:lnTo>
                  <a:lnTo>
                    <a:pt x="1312254" y="284679"/>
                  </a:lnTo>
                  <a:lnTo>
                    <a:pt x="1289281" y="305789"/>
                  </a:lnTo>
                  <a:lnTo>
                    <a:pt x="1294559" y="320691"/>
                  </a:lnTo>
                  <a:lnTo>
                    <a:pt x="1299837" y="331246"/>
                  </a:lnTo>
                  <a:lnTo>
                    <a:pt x="1305114" y="343974"/>
                  </a:lnTo>
                  <a:lnTo>
                    <a:pt x="1309150" y="362911"/>
                  </a:lnTo>
                  <a:lnTo>
                    <a:pt x="1329018" y="370362"/>
                  </a:lnTo>
                  <a:lnTo>
                    <a:pt x="1350750" y="378744"/>
                  </a:lnTo>
                  <a:lnTo>
                    <a:pt x="1368445" y="386195"/>
                  </a:lnTo>
                  <a:lnTo>
                    <a:pt x="1368445" y="392403"/>
                  </a:lnTo>
                  <a:lnTo>
                    <a:pt x="1350750" y="386195"/>
                  </a:lnTo>
                  <a:lnTo>
                    <a:pt x="1332123" y="386195"/>
                  </a:lnTo>
                  <a:lnTo>
                    <a:pt x="1312254" y="386195"/>
                  </a:lnTo>
                  <a:lnTo>
                    <a:pt x="1314427" y="401096"/>
                  </a:lnTo>
                  <a:lnTo>
                    <a:pt x="1316601" y="418170"/>
                  </a:lnTo>
                  <a:lnTo>
                    <a:pt x="1319705" y="435245"/>
                  </a:lnTo>
                  <a:lnTo>
                    <a:pt x="1316601" y="453251"/>
                  </a:lnTo>
                  <a:lnTo>
                    <a:pt x="1310392" y="464737"/>
                  </a:lnTo>
                  <a:lnTo>
                    <a:pt x="1303251" y="479639"/>
                  </a:lnTo>
                  <a:lnTo>
                    <a:pt x="1296111" y="492367"/>
                  </a:lnTo>
                  <a:lnTo>
                    <a:pt x="1293006" y="494540"/>
                  </a:lnTo>
                  <a:lnTo>
                    <a:pt x="1290833" y="495472"/>
                  </a:lnTo>
                  <a:lnTo>
                    <a:pt x="1289902" y="497645"/>
                  </a:lnTo>
                  <a:lnTo>
                    <a:pt x="1269102" y="497645"/>
                  </a:lnTo>
                  <a:lnTo>
                    <a:pt x="1269102" y="492057"/>
                  </a:lnTo>
                  <a:lnTo>
                    <a:pt x="1276243" y="489883"/>
                  </a:lnTo>
                  <a:lnTo>
                    <a:pt x="1282452" y="486779"/>
                  </a:lnTo>
                  <a:lnTo>
                    <a:pt x="1287729" y="484606"/>
                  </a:lnTo>
                  <a:lnTo>
                    <a:pt x="1290833" y="480260"/>
                  </a:lnTo>
                  <a:lnTo>
                    <a:pt x="1296111" y="477155"/>
                  </a:lnTo>
                  <a:lnTo>
                    <a:pt x="1296111" y="460081"/>
                  </a:lnTo>
                  <a:lnTo>
                    <a:pt x="1300147" y="447352"/>
                  </a:lnTo>
                  <a:lnTo>
                    <a:pt x="1305424" y="435866"/>
                  </a:lnTo>
                  <a:lnTo>
                    <a:pt x="1302320" y="429657"/>
                  </a:lnTo>
                  <a:lnTo>
                    <a:pt x="1300147" y="423448"/>
                  </a:lnTo>
                  <a:lnTo>
                    <a:pt x="1296111" y="420344"/>
                  </a:lnTo>
                  <a:lnTo>
                    <a:pt x="1293006" y="415997"/>
                  </a:lnTo>
                  <a:lnTo>
                    <a:pt x="1290833" y="412893"/>
                  </a:lnTo>
                  <a:lnTo>
                    <a:pt x="1289902" y="407615"/>
                  </a:lnTo>
                  <a:lnTo>
                    <a:pt x="1289902" y="400165"/>
                  </a:lnTo>
                  <a:lnTo>
                    <a:pt x="1293006" y="390541"/>
                  </a:lnTo>
                  <a:lnTo>
                    <a:pt x="1296111" y="379054"/>
                  </a:lnTo>
                  <a:lnTo>
                    <a:pt x="1296111" y="366326"/>
                  </a:lnTo>
                  <a:lnTo>
                    <a:pt x="1293006" y="355771"/>
                  </a:lnTo>
                  <a:lnTo>
                    <a:pt x="1289902" y="340870"/>
                  </a:lnTo>
                  <a:lnTo>
                    <a:pt x="1283693" y="328141"/>
                  </a:lnTo>
                  <a:lnTo>
                    <a:pt x="1280589" y="318517"/>
                  </a:lnTo>
                  <a:lnTo>
                    <a:pt x="1282762" y="311067"/>
                  </a:lnTo>
                  <a:lnTo>
                    <a:pt x="1283693" y="299580"/>
                  </a:lnTo>
                  <a:lnTo>
                    <a:pt x="1287729" y="286852"/>
                  </a:lnTo>
                  <a:lnTo>
                    <a:pt x="1290833" y="271951"/>
                  </a:lnTo>
                  <a:lnTo>
                    <a:pt x="1293006" y="257049"/>
                  </a:lnTo>
                  <a:lnTo>
                    <a:pt x="1285866" y="249598"/>
                  </a:lnTo>
                  <a:lnTo>
                    <a:pt x="1280589" y="239975"/>
                  </a:lnTo>
                  <a:lnTo>
                    <a:pt x="1260720" y="239043"/>
                  </a:lnTo>
                  <a:lnTo>
                    <a:pt x="1243956" y="239975"/>
                  </a:lnTo>
                  <a:lnTo>
                    <a:pt x="1234643" y="246184"/>
                  </a:lnTo>
                  <a:lnTo>
                    <a:pt x="1227502" y="254566"/>
                  </a:lnTo>
                  <a:lnTo>
                    <a:pt x="1222225" y="266052"/>
                  </a:lnTo>
                  <a:lnTo>
                    <a:pt x="1218189" y="276607"/>
                  </a:lnTo>
                  <a:lnTo>
                    <a:pt x="1215085" y="290267"/>
                  </a:lnTo>
                  <a:lnTo>
                    <a:pt x="1211049" y="300822"/>
                  </a:lnTo>
                  <a:lnTo>
                    <a:pt x="1203909" y="310446"/>
                  </a:lnTo>
                  <a:lnTo>
                    <a:pt x="1193353" y="317896"/>
                  </a:lnTo>
                  <a:lnTo>
                    <a:pt x="1196458" y="338075"/>
                  </a:lnTo>
                  <a:lnTo>
                    <a:pt x="1198631" y="352977"/>
                  </a:lnTo>
                  <a:lnTo>
                    <a:pt x="1202667" y="370051"/>
                  </a:lnTo>
                  <a:lnTo>
                    <a:pt x="1200494" y="392403"/>
                  </a:lnTo>
                  <a:lnTo>
                    <a:pt x="1217258" y="392403"/>
                  </a:lnTo>
                  <a:lnTo>
                    <a:pt x="1218189" y="399854"/>
                  </a:lnTo>
                  <a:lnTo>
                    <a:pt x="1222225" y="405132"/>
                  </a:lnTo>
                  <a:lnTo>
                    <a:pt x="1224398" y="410409"/>
                  </a:lnTo>
                  <a:lnTo>
                    <a:pt x="1227502" y="414756"/>
                  </a:lnTo>
                  <a:lnTo>
                    <a:pt x="1232780" y="420033"/>
                  </a:lnTo>
                  <a:lnTo>
                    <a:pt x="1231849" y="423138"/>
                  </a:lnTo>
                  <a:lnTo>
                    <a:pt x="1231849" y="425311"/>
                  </a:lnTo>
                  <a:lnTo>
                    <a:pt x="1229676" y="427484"/>
                  </a:lnTo>
                  <a:lnTo>
                    <a:pt x="1220362" y="423138"/>
                  </a:lnTo>
                  <a:lnTo>
                    <a:pt x="1205771" y="415687"/>
                  </a:lnTo>
                  <a:lnTo>
                    <a:pt x="1190249" y="402959"/>
                  </a:lnTo>
                  <a:lnTo>
                    <a:pt x="1171622" y="390230"/>
                  </a:lnTo>
                  <a:lnTo>
                    <a:pt x="1159204" y="377502"/>
                  </a:lnTo>
                  <a:lnTo>
                    <a:pt x="1149891" y="366016"/>
                  </a:lnTo>
                  <a:lnTo>
                    <a:pt x="1142751" y="366016"/>
                  </a:lnTo>
                  <a:lnTo>
                    <a:pt x="1135611" y="366016"/>
                  </a:lnTo>
                  <a:lnTo>
                    <a:pt x="1130333" y="363842"/>
                  </a:lnTo>
                  <a:lnTo>
                    <a:pt x="1126297" y="362911"/>
                  </a:lnTo>
                  <a:lnTo>
                    <a:pt x="1119157" y="366016"/>
                  </a:lnTo>
                  <a:lnTo>
                    <a:pt x="1116052" y="368189"/>
                  </a:lnTo>
                  <a:lnTo>
                    <a:pt x="1112017" y="371293"/>
                  </a:lnTo>
                  <a:lnTo>
                    <a:pt x="1106739" y="375639"/>
                  </a:lnTo>
                  <a:lnTo>
                    <a:pt x="1106739" y="383090"/>
                  </a:lnTo>
                  <a:lnTo>
                    <a:pt x="1106739" y="388368"/>
                  </a:lnTo>
                  <a:lnTo>
                    <a:pt x="1108912" y="392714"/>
                  </a:lnTo>
                  <a:lnTo>
                    <a:pt x="1111085" y="395818"/>
                  </a:lnTo>
                  <a:lnTo>
                    <a:pt x="1114190" y="400165"/>
                  </a:lnTo>
                  <a:lnTo>
                    <a:pt x="1114190" y="405442"/>
                  </a:lnTo>
                  <a:lnTo>
                    <a:pt x="1112017" y="410720"/>
                  </a:lnTo>
                  <a:lnTo>
                    <a:pt x="1112017" y="415066"/>
                  </a:lnTo>
                  <a:lnTo>
                    <a:pt x="1111085" y="415997"/>
                  </a:lnTo>
                  <a:lnTo>
                    <a:pt x="1108912" y="420344"/>
                  </a:lnTo>
                  <a:lnTo>
                    <a:pt x="1106739" y="423448"/>
                  </a:lnTo>
                  <a:lnTo>
                    <a:pt x="1099599" y="422517"/>
                  </a:lnTo>
                  <a:lnTo>
                    <a:pt x="1096495" y="422517"/>
                  </a:lnTo>
                  <a:lnTo>
                    <a:pt x="1094321" y="420344"/>
                  </a:lnTo>
                  <a:lnTo>
                    <a:pt x="1092148" y="418170"/>
                  </a:lnTo>
                  <a:lnTo>
                    <a:pt x="1089044" y="415066"/>
                  </a:lnTo>
                  <a:lnTo>
                    <a:pt x="1086871" y="412893"/>
                  </a:lnTo>
                  <a:lnTo>
                    <a:pt x="1083766" y="412893"/>
                  </a:lnTo>
                  <a:lnTo>
                    <a:pt x="1072280" y="415997"/>
                  </a:lnTo>
                  <a:lnTo>
                    <a:pt x="1061724" y="420344"/>
                  </a:lnTo>
                  <a:lnTo>
                    <a:pt x="1048065" y="425621"/>
                  </a:lnTo>
                  <a:lnTo>
                    <a:pt x="1035647" y="430899"/>
                  </a:lnTo>
                  <a:lnTo>
                    <a:pt x="1030369" y="436176"/>
                  </a:lnTo>
                  <a:lnTo>
                    <a:pt x="1021056" y="436176"/>
                  </a:lnTo>
                  <a:lnTo>
                    <a:pt x="1028196" y="425621"/>
                  </a:lnTo>
                  <a:lnTo>
                    <a:pt x="1035336" y="420344"/>
                  </a:lnTo>
                  <a:lnTo>
                    <a:pt x="1044650" y="415066"/>
                  </a:lnTo>
                  <a:lnTo>
                    <a:pt x="1053963" y="407615"/>
                  </a:lnTo>
                  <a:lnTo>
                    <a:pt x="1040304" y="403269"/>
                  </a:lnTo>
                  <a:lnTo>
                    <a:pt x="1025713" y="400165"/>
                  </a:lnTo>
                  <a:lnTo>
                    <a:pt x="1010190" y="400165"/>
                  </a:lnTo>
                  <a:lnTo>
                    <a:pt x="1008017" y="407615"/>
                  </a:lnTo>
                  <a:lnTo>
                    <a:pt x="1008017" y="412893"/>
                  </a:lnTo>
                  <a:lnTo>
                    <a:pt x="1005844" y="415997"/>
                  </a:lnTo>
                  <a:lnTo>
                    <a:pt x="1003671" y="420344"/>
                  </a:lnTo>
                  <a:lnTo>
                    <a:pt x="1000567" y="423448"/>
                  </a:lnTo>
                  <a:lnTo>
                    <a:pt x="1000567" y="427794"/>
                  </a:lnTo>
                  <a:lnTo>
                    <a:pt x="996531" y="425621"/>
                  </a:lnTo>
                  <a:lnTo>
                    <a:pt x="995600" y="422517"/>
                  </a:lnTo>
                  <a:lnTo>
                    <a:pt x="993426" y="420344"/>
                  </a:lnTo>
                  <a:lnTo>
                    <a:pt x="991253" y="415997"/>
                  </a:lnTo>
                  <a:lnTo>
                    <a:pt x="990322" y="412893"/>
                  </a:lnTo>
                  <a:lnTo>
                    <a:pt x="986286" y="410720"/>
                  </a:lnTo>
                  <a:lnTo>
                    <a:pt x="983182" y="408547"/>
                  </a:lnTo>
                  <a:lnTo>
                    <a:pt x="981009" y="410720"/>
                  </a:lnTo>
                  <a:lnTo>
                    <a:pt x="975731" y="410720"/>
                  </a:lnTo>
                  <a:lnTo>
                    <a:pt x="969522" y="412893"/>
                  </a:lnTo>
                  <a:lnTo>
                    <a:pt x="957104" y="429967"/>
                  </a:lnTo>
                  <a:lnTo>
                    <a:pt x="942513" y="443627"/>
                  </a:lnTo>
                  <a:lnTo>
                    <a:pt x="930095" y="460702"/>
                  </a:lnTo>
                  <a:lnTo>
                    <a:pt x="932269" y="465979"/>
                  </a:lnTo>
                  <a:lnTo>
                    <a:pt x="932269" y="470325"/>
                  </a:lnTo>
                  <a:lnTo>
                    <a:pt x="932269" y="475603"/>
                  </a:lnTo>
                  <a:lnTo>
                    <a:pt x="932269" y="479949"/>
                  </a:lnTo>
                  <a:lnTo>
                    <a:pt x="930095" y="485227"/>
                  </a:lnTo>
                  <a:lnTo>
                    <a:pt x="926060" y="487400"/>
                  </a:lnTo>
                  <a:lnTo>
                    <a:pt x="925128" y="487400"/>
                  </a:lnTo>
                  <a:lnTo>
                    <a:pt x="922955" y="488331"/>
                  </a:lnTo>
                  <a:lnTo>
                    <a:pt x="920782" y="488331"/>
                  </a:lnTo>
                  <a:lnTo>
                    <a:pt x="915504" y="488331"/>
                  </a:lnTo>
                  <a:lnTo>
                    <a:pt x="911469" y="487400"/>
                  </a:lnTo>
                  <a:lnTo>
                    <a:pt x="908364" y="485227"/>
                  </a:lnTo>
                  <a:lnTo>
                    <a:pt x="906191" y="483054"/>
                  </a:lnTo>
                  <a:lnTo>
                    <a:pt x="900914" y="480881"/>
                  </a:lnTo>
                  <a:lnTo>
                    <a:pt x="900914" y="460702"/>
                  </a:lnTo>
                  <a:lnTo>
                    <a:pt x="908054" y="460702"/>
                  </a:lnTo>
                  <a:lnTo>
                    <a:pt x="911158" y="458528"/>
                  </a:lnTo>
                  <a:lnTo>
                    <a:pt x="913331" y="458528"/>
                  </a:lnTo>
                  <a:lnTo>
                    <a:pt x="917367" y="457597"/>
                  </a:lnTo>
                  <a:lnTo>
                    <a:pt x="917367" y="447973"/>
                  </a:lnTo>
                  <a:lnTo>
                    <a:pt x="911158" y="438349"/>
                  </a:lnTo>
                  <a:lnTo>
                    <a:pt x="904018" y="427794"/>
                  </a:lnTo>
                  <a:lnTo>
                    <a:pt x="896878" y="420344"/>
                  </a:lnTo>
                  <a:lnTo>
                    <a:pt x="866765" y="420344"/>
                  </a:lnTo>
                  <a:lnTo>
                    <a:pt x="873905" y="464737"/>
                  </a:lnTo>
                  <a:lnTo>
                    <a:pt x="877009" y="504785"/>
                  </a:lnTo>
                  <a:lnTo>
                    <a:pt x="869869" y="502612"/>
                  </a:lnTo>
                  <a:lnTo>
                    <a:pt x="862729" y="501680"/>
                  </a:lnTo>
                  <a:lnTo>
                    <a:pt x="855588" y="499507"/>
                  </a:lnTo>
                  <a:lnTo>
                    <a:pt x="850311" y="497334"/>
                  </a:lnTo>
                  <a:lnTo>
                    <a:pt x="840997" y="510062"/>
                  </a:lnTo>
                  <a:lnTo>
                    <a:pt x="830442" y="521549"/>
                  </a:lnTo>
                  <a:lnTo>
                    <a:pt x="813678" y="529000"/>
                  </a:lnTo>
                  <a:lnTo>
                    <a:pt x="815851" y="534277"/>
                  </a:lnTo>
                  <a:lnTo>
                    <a:pt x="815851" y="537382"/>
                  </a:lnTo>
                  <a:lnTo>
                    <a:pt x="815851" y="539555"/>
                  </a:lnTo>
                  <a:lnTo>
                    <a:pt x="818025" y="541728"/>
                  </a:lnTo>
                  <a:lnTo>
                    <a:pt x="818956" y="543901"/>
                  </a:lnTo>
                  <a:lnTo>
                    <a:pt x="821129" y="544832"/>
                  </a:lnTo>
                  <a:lnTo>
                    <a:pt x="821129" y="551041"/>
                  </a:lnTo>
                  <a:lnTo>
                    <a:pt x="818956" y="556319"/>
                  </a:lnTo>
                  <a:lnTo>
                    <a:pt x="818025" y="558492"/>
                  </a:lnTo>
                  <a:lnTo>
                    <a:pt x="815851" y="561596"/>
                  </a:lnTo>
                  <a:lnTo>
                    <a:pt x="813678" y="565943"/>
                  </a:lnTo>
                  <a:lnTo>
                    <a:pt x="799087" y="559734"/>
                  </a:lnTo>
                  <a:lnTo>
                    <a:pt x="786669" y="552283"/>
                  </a:lnTo>
                  <a:lnTo>
                    <a:pt x="774252" y="544832"/>
                  </a:lnTo>
                  <a:lnTo>
                    <a:pt x="774252" y="549179"/>
                  </a:lnTo>
                  <a:lnTo>
                    <a:pt x="767732" y="549179"/>
                  </a:lnTo>
                  <a:lnTo>
                    <a:pt x="767732" y="559734"/>
                  </a:lnTo>
                  <a:lnTo>
                    <a:pt x="769906" y="569358"/>
                  </a:lnTo>
                  <a:lnTo>
                    <a:pt x="772079" y="582086"/>
                  </a:lnTo>
                  <a:lnTo>
                    <a:pt x="764938" y="581155"/>
                  </a:lnTo>
                  <a:lnTo>
                    <a:pt x="760903" y="576808"/>
                  </a:lnTo>
                  <a:lnTo>
                    <a:pt x="755625" y="574635"/>
                  </a:lnTo>
                  <a:lnTo>
                    <a:pt x="752520" y="569358"/>
                  </a:lnTo>
                  <a:lnTo>
                    <a:pt x="748485" y="559734"/>
                  </a:lnTo>
                  <a:lnTo>
                    <a:pt x="745380" y="544832"/>
                  </a:lnTo>
                  <a:lnTo>
                    <a:pt x="743207" y="526827"/>
                  </a:lnTo>
                  <a:lnTo>
                    <a:pt x="741034" y="509752"/>
                  </a:lnTo>
                  <a:lnTo>
                    <a:pt x="738861" y="497024"/>
                  </a:lnTo>
                  <a:lnTo>
                    <a:pt x="753452" y="502301"/>
                  </a:lnTo>
                  <a:lnTo>
                    <a:pt x="768043" y="509752"/>
                  </a:lnTo>
                  <a:lnTo>
                    <a:pt x="784807" y="517203"/>
                  </a:lnTo>
                  <a:lnTo>
                    <a:pt x="802502" y="517203"/>
                  </a:lnTo>
                  <a:lnTo>
                    <a:pt x="819266" y="508821"/>
                  </a:lnTo>
                  <a:lnTo>
                    <a:pt x="831684" y="495161"/>
                  </a:lnTo>
                  <a:lnTo>
                    <a:pt x="833857" y="479328"/>
                  </a:lnTo>
                  <a:lnTo>
                    <a:pt x="830753" y="462254"/>
                  </a:lnTo>
                  <a:lnTo>
                    <a:pt x="819266" y="445179"/>
                  </a:lnTo>
                  <a:lnTo>
                    <a:pt x="806848" y="429347"/>
                  </a:lnTo>
                  <a:lnTo>
                    <a:pt x="792258" y="414445"/>
                  </a:lnTo>
                  <a:lnTo>
                    <a:pt x="777667" y="402959"/>
                  </a:lnTo>
                  <a:lnTo>
                    <a:pt x="765249" y="395508"/>
                  </a:lnTo>
                  <a:lnTo>
                    <a:pt x="732031" y="392403"/>
                  </a:lnTo>
                  <a:lnTo>
                    <a:pt x="726753" y="386195"/>
                  </a:lnTo>
                  <a:lnTo>
                    <a:pt x="721476" y="380917"/>
                  </a:lnTo>
                  <a:lnTo>
                    <a:pt x="719303" y="375639"/>
                  </a:lnTo>
                  <a:lnTo>
                    <a:pt x="717130" y="371293"/>
                  </a:lnTo>
                  <a:lnTo>
                    <a:pt x="711852" y="371293"/>
                  </a:lnTo>
                  <a:lnTo>
                    <a:pt x="704712" y="373466"/>
                  </a:lnTo>
                  <a:lnTo>
                    <a:pt x="692294" y="378744"/>
                  </a:lnTo>
                  <a:lnTo>
                    <a:pt x="690121" y="375639"/>
                  </a:lnTo>
                  <a:lnTo>
                    <a:pt x="689190" y="373466"/>
                  </a:lnTo>
                  <a:lnTo>
                    <a:pt x="687016" y="373466"/>
                  </a:lnTo>
                  <a:lnTo>
                    <a:pt x="684843" y="370362"/>
                  </a:lnTo>
                  <a:lnTo>
                    <a:pt x="684843" y="366016"/>
                  </a:lnTo>
                  <a:lnTo>
                    <a:pt x="687016" y="363842"/>
                  </a:lnTo>
                  <a:lnTo>
                    <a:pt x="687016" y="362911"/>
                  </a:lnTo>
                  <a:lnTo>
                    <a:pt x="689190" y="362911"/>
                  </a:lnTo>
                  <a:lnTo>
                    <a:pt x="690121" y="360738"/>
                  </a:lnTo>
                  <a:lnTo>
                    <a:pt x="692294" y="358565"/>
                  </a:lnTo>
                  <a:lnTo>
                    <a:pt x="689190" y="343664"/>
                  </a:lnTo>
                  <a:lnTo>
                    <a:pt x="682981" y="336213"/>
                  </a:lnTo>
                  <a:lnTo>
                    <a:pt x="675840" y="334040"/>
                  </a:lnTo>
                  <a:lnTo>
                    <a:pt x="668700" y="333108"/>
                  </a:lnTo>
                  <a:lnTo>
                    <a:pt x="660318" y="328762"/>
                  </a:lnTo>
                  <a:lnTo>
                    <a:pt x="653178" y="321311"/>
                  </a:lnTo>
                  <a:lnTo>
                    <a:pt x="636414" y="323485"/>
                  </a:lnTo>
                  <a:lnTo>
                    <a:pt x="619650" y="327831"/>
                  </a:lnTo>
                  <a:lnTo>
                    <a:pt x="607232" y="330935"/>
                  </a:lnTo>
                  <a:lnTo>
                    <a:pt x="595745" y="340559"/>
                  </a:lnTo>
                  <a:lnTo>
                    <a:pt x="589536" y="355460"/>
                  </a:lnTo>
                  <a:lnTo>
                    <a:pt x="583328" y="351114"/>
                  </a:lnTo>
                  <a:lnTo>
                    <a:pt x="581465" y="351114"/>
                  </a:lnTo>
                  <a:lnTo>
                    <a:pt x="579292" y="348941"/>
                  </a:lnTo>
                  <a:lnTo>
                    <a:pt x="577119" y="348941"/>
                  </a:lnTo>
                  <a:lnTo>
                    <a:pt x="574014" y="348941"/>
                  </a:lnTo>
                  <a:lnTo>
                    <a:pt x="569978" y="348941"/>
                  </a:lnTo>
                  <a:lnTo>
                    <a:pt x="564701" y="348941"/>
                  </a:lnTo>
                  <a:lnTo>
                    <a:pt x="564701" y="362601"/>
                  </a:lnTo>
                  <a:lnTo>
                    <a:pt x="560665" y="360428"/>
                  </a:lnTo>
                  <a:lnTo>
                    <a:pt x="559734" y="360428"/>
                  </a:lnTo>
                  <a:lnTo>
                    <a:pt x="557561" y="360428"/>
                  </a:lnTo>
                  <a:lnTo>
                    <a:pt x="555387" y="358254"/>
                  </a:lnTo>
                  <a:lnTo>
                    <a:pt x="535519" y="363532"/>
                  </a:lnTo>
                  <a:lnTo>
                    <a:pt x="520928" y="375019"/>
                  </a:lnTo>
                  <a:lnTo>
                    <a:pt x="511615" y="392093"/>
                  </a:lnTo>
                  <a:lnTo>
                    <a:pt x="494850" y="392093"/>
                  </a:lnTo>
                  <a:lnTo>
                    <a:pt x="494850" y="406994"/>
                  </a:lnTo>
                  <a:lnTo>
                    <a:pt x="479328" y="415377"/>
                  </a:lnTo>
                  <a:lnTo>
                    <a:pt x="466910" y="430278"/>
                  </a:lnTo>
                  <a:lnTo>
                    <a:pt x="453251" y="452630"/>
                  </a:lnTo>
                  <a:lnTo>
                    <a:pt x="442696" y="476845"/>
                  </a:lnTo>
                  <a:lnTo>
                    <a:pt x="431209" y="501060"/>
                  </a:lnTo>
                  <a:lnTo>
                    <a:pt x="420654" y="524343"/>
                  </a:lnTo>
                  <a:lnTo>
                    <a:pt x="408236" y="544522"/>
                  </a:lnTo>
                  <a:lnTo>
                    <a:pt x="394577" y="561596"/>
                  </a:lnTo>
                  <a:lnTo>
                    <a:pt x="396750" y="565943"/>
                  </a:lnTo>
                  <a:lnTo>
                    <a:pt x="396750" y="569047"/>
                  </a:lnTo>
                  <a:lnTo>
                    <a:pt x="396750" y="571220"/>
                  </a:lnTo>
                  <a:lnTo>
                    <a:pt x="398923" y="571220"/>
                  </a:lnTo>
                  <a:lnTo>
                    <a:pt x="401096" y="571220"/>
                  </a:lnTo>
                  <a:lnTo>
                    <a:pt x="404200" y="573393"/>
                  </a:lnTo>
                  <a:lnTo>
                    <a:pt x="394887" y="581775"/>
                  </a:lnTo>
                  <a:lnTo>
                    <a:pt x="384332" y="586122"/>
                  </a:lnTo>
                  <a:lnTo>
                    <a:pt x="371914" y="593572"/>
                  </a:lnTo>
                  <a:lnTo>
                    <a:pt x="369741" y="596677"/>
                  </a:lnTo>
                  <a:lnTo>
                    <a:pt x="367568" y="602886"/>
                  </a:lnTo>
                  <a:lnTo>
                    <a:pt x="366636" y="605990"/>
                  </a:lnTo>
                  <a:lnTo>
                    <a:pt x="364463" y="610336"/>
                  </a:lnTo>
                  <a:lnTo>
                    <a:pt x="360427" y="613441"/>
                  </a:lnTo>
                  <a:lnTo>
                    <a:pt x="359496" y="611268"/>
                  </a:lnTo>
                  <a:lnTo>
                    <a:pt x="357323" y="610336"/>
                  </a:lnTo>
                  <a:lnTo>
                    <a:pt x="355150" y="608163"/>
                  </a:lnTo>
                  <a:lnTo>
                    <a:pt x="352045" y="605990"/>
                  </a:lnTo>
                  <a:lnTo>
                    <a:pt x="345836" y="611268"/>
                  </a:lnTo>
                  <a:lnTo>
                    <a:pt x="340559" y="617477"/>
                  </a:lnTo>
                  <a:lnTo>
                    <a:pt x="335281" y="622754"/>
                  </a:lnTo>
                  <a:lnTo>
                    <a:pt x="331246" y="625859"/>
                  </a:lnTo>
                  <a:lnTo>
                    <a:pt x="325968" y="640760"/>
                  </a:lnTo>
                  <a:lnTo>
                    <a:pt x="323795" y="652247"/>
                  </a:lnTo>
                  <a:lnTo>
                    <a:pt x="320690" y="660629"/>
                  </a:lnTo>
                  <a:lnTo>
                    <a:pt x="311377" y="670252"/>
                  </a:lnTo>
                  <a:lnTo>
                    <a:pt x="313550" y="692605"/>
                  </a:lnTo>
                  <a:lnTo>
                    <a:pt x="316655" y="709679"/>
                  </a:lnTo>
                  <a:lnTo>
                    <a:pt x="320690" y="724581"/>
                  </a:lnTo>
                  <a:lnTo>
                    <a:pt x="322864" y="742586"/>
                  </a:lnTo>
                  <a:lnTo>
                    <a:pt x="323795" y="764938"/>
                  </a:lnTo>
                  <a:lnTo>
                    <a:pt x="327831" y="764938"/>
                  </a:lnTo>
                  <a:lnTo>
                    <a:pt x="330004" y="767112"/>
                  </a:lnTo>
                  <a:lnTo>
                    <a:pt x="330935" y="767112"/>
                  </a:lnTo>
                  <a:lnTo>
                    <a:pt x="333108" y="767112"/>
                  </a:lnTo>
                  <a:lnTo>
                    <a:pt x="335281" y="769285"/>
                  </a:lnTo>
                  <a:lnTo>
                    <a:pt x="352977" y="764938"/>
                  </a:lnTo>
                  <a:lnTo>
                    <a:pt x="364463" y="759661"/>
                  </a:lnTo>
                  <a:lnTo>
                    <a:pt x="375018" y="752210"/>
                  </a:lnTo>
                  <a:lnTo>
                    <a:pt x="384332" y="742586"/>
                  </a:lnTo>
                  <a:lnTo>
                    <a:pt x="398923" y="735136"/>
                  </a:lnTo>
                  <a:lnTo>
                    <a:pt x="409478" y="762765"/>
                  </a:lnTo>
                  <a:lnTo>
                    <a:pt x="415687" y="786980"/>
                  </a:lnTo>
                  <a:lnTo>
                    <a:pt x="424069" y="809332"/>
                  </a:lnTo>
                  <a:lnTo>
                    <a:pt x="438660" y="829511"/>
                  </a:lnTo>
                  <a:lnTo>
                    <a:pt x="438660" y="833857"/>
                  </a:lnTo>
                  <a:lnTo>
                    <a:pt x="444869" y="833857"/>
                  </a:lnTo>
                  <a:lnTo>
                    <a:pt x="453251" y="818956"/>
                  </a:lnTo>
                  <a:lnTo>
                    <a:pt x="462564" y="807470"/>
                  </a:lnTo>
                  <a:lnTo>
                    <a:pt x="474051" y="796914"/>
                  </a:lnTo>
                  <a:lnTo>
                    <a:pt x="481191" y="784186"/>
                  </a:lnTo>
                  <a:lnTo>
                    <a:pt x="488331" y="767112"/>
                  </a:lnTo>
                  <a:lnTo>
                    <a:pt x="491436" y="744759"/>
                  </a:lnTo>
                  <a:lnTo>
                    <a:pt x="515340" y="735136"/>
                  </a:lnTo>
                  <a:lnTo>
                    <a:pt x="516271" y="734204"/>
                  </a:lnTo>
                  <a:lnTo>
                    <a:pt x="516271" y="729858"/>
                  </a:lnTo>
                  <a:lnTo>
                    <a:pt x="518444" y="727685"/>
                  </a:lnTo>
                  <a:lnTo>
                    <a:pt x="518444" y="726754"/>
                  </a:lnTo>
                  <a:lnTo>
                    <a:pt x="520618" y="724581"/>
                  </a:lnTo>
                  <a:lnTo>
                    <a:pt x="522791" y="722407"/>
                  </a:lnTo>
                  <a:lnTo>
                    <a:pt x="528068" y="720234"/>
                  </a:lnTo>
                  <a:lnTo>
                    <a:pt x="524032" y="704402"/>
                  </a:lnTo>
                  <a:lnTo>
                    <a:pt x="516892" y="690742"/>
                  </a:lnTo>
                  <a:lnTo>
                    <a:pt x="506337" y="680187"/>
                  </a:lnTo>
                  <a:lnTo>
                    <a:pt x="494850" y="670563"/>
                  </a:lnTo>
                  <a:lnTo>
                    <a:pt x="501059" y="645106"/>
                  </a:lnTo>
                  <a:lnTo>
                    <a:pt x="509441" y="622754"/>
                  </a:lnTo>
                  <a:lnTo>
                    <a:pt x="523101" y="603817"/>
                  </a:lnTo>
                  <a:lnTo>
                    <a:pt x="537692" y="587984"/>
                  </a:lnTo>
                  <a:lnTo>
                    <a:pt x="550110" y="570910"/>
                  </a:lnTo>
                  <a:lnTo>
                    <a:pt x="559423" y="550731"/>
                  </a:lnTo>
                  <a:lnTo>
                    <a:pt x="564701" y="524343"/>
                  </a:lnTo>
                  <a:lnTo>
                    <a:pt x="581465" y="523412"/>
                  </a:lnTo>
                  <a:lnTo>
                    <a:pt x="595125" y="521238"/>
                  </a:lnTo>
                  <a:lnTo>
                    <a:pt x="601334" y="526516"/>
                  </a:lnTo>
                  <a:lnTo>
                    <a:pt x="606611" y="531794"/>
                  </a:lnTo>
                  <a:lnTo>
                    <a:pt x="611889" y="537071"/>
                  </a:lnTo>
                  <a:lnTo>
                    <a:pt x="602575" y="554146"/>
                  </a:lnTo>
                  <a:lnTo>
                    <a:pt x="590157" y="569047"/>
                  </a:lnTo>
                  <a:lnTo>
                    <a:pt x="575566" y="583949"/>
                  </a:lnTo>
                  <a:lnTo>
                    <a:pt x="560976" y="596677"/>
                  </a:lnTo>
                  <a:lnTo>
                    <a:pt x="552593" y="615614"/>
                  </a:lnTo>
                  <a:lnTo>
                    <a:pt x="550420" y="628342"/>
                  </a:lnTo>
                  <a:lnTo>
                    <a:pt x="552593" y="643244"/>
                  </a:lnTo>
                  <a:lnTo>
                    <a:pt x="553525" y="655972"/>
                  </a:lnTo>
                  <a:lnTo>
                    <a:pt x="552593" y="667458"/>
                  </a:lnTo>
                  <a:lnTo>
                    <a:pt x="553525" y="682360"/>
                  </a:lnTo>
                  <a:lnTo>
                    <a:pt x="557561" y="690742"/>
                  </a:lnTo>
                  <a:lnTo>
                    <a:pt x="562838" y="698193"/>
                  </a:lnTo>
                  <a:lnTo>
                    <a:pt x="568116" y="705643"/>
                  </a:lnTo>
                  <a:lnTo>
                    <a:pt x="572152" y="715267"/>
                  </a:lnTo>
                  <a:lnTo>
                    <a:pt x="593883" y="712163"/>
                  </a:lnTo>
                  <a:lnTo>
                    <a:pt x="613751" y="705954"/>
                  </a:lnTo>
                  <a:lnTo>
                    <a:pt x="631447" y="697572"/>
                  </a:lnTo>
                  <a:lnTo>
                    <a:pt x="638587" y="697572"/>
                  </a:lnTo>
                  <a:lnTo>
                    <a:pt x="644796" y="698503"/>
                  </a:lnTo>
                  <a:lnTo>
                    <a:pt x="647900" y="700676"/>
                  </a:lnTo>
                  <a:lnTo>
                    <a:pt x="653178" y="702849"/>
                  </a:lnTo>
                  <a:lnTo>
                    <a:pt x="659387" y="705022"/>
                  </a:lnTo>
                  <a:lnTo>
                    <a:pt x="652246" y="715578"/>
                  </a:lnTo>
                  <a:lnTo>
                    <a:pt x="642933" y="719924"/>
                  </a:lnTo>
                  <a:lnTo>
                    <a:pt x="633620" y="717751"/>
                  </a:lnTo>
                  <a:lnTo>
                    <a:pt x="621202" y="715578"/>
                  </a:lnTo>
                  <a:lnTo>
                    <a:pt x="608784" y="715578"/>
                  </a:lnTo>
                  <a:lnTo>
                    <a:pt x="601644" y="719924"/>
                  </a:lnTo>
                  <a:lnTo>
                    <a:pt x="595435" y="723028"/>
                  </a:lnTo>
                  <a:lnTo>
                    <a:pt x="589226" y="727375"/>
                  </a:lnTo>
                  <a:lnTo>
                    <a:pt x="579913" y="728306"/>
                  </a:lnTo>
                  <a:lnTo>
                    <a:pt x="583017" y="745380"/>
                  </a:lnTo>
                  <a:lnTo>
                    <a:pt x="585190" y="755004"/>
                  </a:lnTo>
                  <a:lnTo>
                    <a:pt x="589226" y="762455"/>
                  </a:lnTo>
                  <a:lnTo>
                    <a:pt x="590157" y="773010"/>
                  </a:lnTo>
                  <a:lnTo>
                    <a:pt x="592331" y="790085"/>
                  </a:lnTo>
                  <a:lnTo>
                    <a:pt x="587053" y="787911"/>
                  </a:lnTo>
                  <a:lnTo>
                    <a:pt x="581775" y="785738"/>
                  </a:lnTo>
                  <a:lnTo>
                    <a:pt x="579602" y="784807"/>
                  </a:lnTo>
                  <a:lnTo>
                    <a:pt x="577429" y="780461"/>
                  </a:lnTo>
                  <a:lnTo>
                    <a:pt x="575256" y="777356"/>
                  </a:lnTo>
                  <a:lnTo>
                    <a:pt x="572152" y="773010"/>
                  </a:lnTo>
                  <a:lnTo>
                    <a:pt x="572152" y="769906"/>
                  </a:lnTo>
                  <a:lnTo>
                    <a:pt x="566874" y="770837"/>
                  </a:lnTo>
                  <a:lnTo>
                    <a:pt x="562838" y="773010"/>
                  </a:lnTo>
                  <a:lnTo>
                    <a:pt x="559734" y="777356"/>
                  </a:lnTo>
                  <a:lnTo>
                    <a:pt x="555698" y="778288"/>
                  </a:lnTo>
                  <a:lnTo>
                    <a:pt x="552593" y="782634"/>
                  </a:lnTo>
                  <a:lnTo>
                    <a:pt x="548558" y="808090"/>
                  </a:lnTo>
                  <a:lnTo>
                    <a:pt x="548558" y="839756"/>
                  </a:lnTo>
                  <a:lnTo>
                    <a:pt x="543280" y="841929"/>
                  </a:lnTo>
                  <a:lnTo>
                    <a:pt x="539244" y="841929"/>
                  </a:lnTo>
                  <a:lnTo>
                    <a:pt x="536140" y="842860"/>
                  </a:lnTo>
                  <a:lnTo>
                    <a:pt x="532104" y="847207"/>
                  </a:lnTo>
                  <a:lnTo>
                    <a:pt x="531173" y="849380"/>
                  </a:lnTo>
                  <a:lnTo>
                    <a:pt x="528999" y="854657"/>
                  </a:lnTo>
                  <a:lnTo>
                    <a:pt x="509131" y="850311"/>
                  </a:lnTo>
                  <a:lnTo>
                    <a:pt x="494540" y="849380"/>
                  </a:lnTo>
                  <a:lnTo>
                    <a:pt x="485227" y="852484"/>
                  </a:lnTo>
                  <a:lnTo>
                    <a:pt x="478086" y="856830"/>
                  </a:lnTo>
                  <a:lnTo>
                    <a:pt x="472809" y="862108"/>
                  </a:lnTo>
                  <a:lnTo>
                    <a:pt x="463495" y="867386"/>
                  </a:lnTo>
                  <a:lnTo>
                    <a:pt x="452940" y="871732"/>
                  </a:lnTo>
                  <a:lnTo>
                    <a:pt x="443627" y="871732"/>
                  </a:lnTo>
                  <a:lnTo>
                    <a:pt x="436487" y="865523"/>
                  </a:lnTo>
                  <a:lnTo>
                    <a:pt x="431209" y="862418"/>
                  </a:lnTo>
                  <a:lnTo>
                    <a:pt x="423138" y="862418"/>
                  </a:lnTo>
                  <a:lnTo>
                    <a:pt x="411651" y="867696"/>
                  </a:lnTo>
                  <a:lnTo>
                    <a:pt x="406373" y="864592"/>
                  </a:lnTo>
                  <a:lnTo>
                    <a:pt x="402338" y="862418"/>
                  </a:lnTo>
                  <a:lnTo>
                    <a:pt x="401406" y="860245"/>
                  </a:lnTo>
                  <a:lnTo>
                    <a:pt x="397371" y="858072"/>
                  </a:lnTo>
                  <a:lnTo>
                    <a:pt x="392093" y="854968"/>
                  </a:lnTo>
                  <a:lnTo>
                    <a:pt x="392093" y="842239"/>
                  </a:lnTo>
                  <a:lnTo>
                    <a:pt x="394266" y="825165"/>
                  </a:lnTo>
                  <a:lnTo>
                    <a:pt x="395197" y="807159"/>
                  </a:lnTo>
                  <a:lnTo>
                    <a:pt x="397371" y="793500"/>
                  </a:lnTo>
                  <a:lnTo>
                    <a:pt x="399544" y="786049"/>
                  </a:lnTo>
                  <a:lnTo>
                    <a:pt x="399544" y="777667"/>
                  </a:lnTo>
                  <a:lnTo>
                    <a:pt x="387126" y="780771"/>
                  </a:lnTo>
                  <a:lnTo>
                    <a:pt x="375639" y="785117"/>
                  </a:lnTo>
                  <a:lnTo>
                    <a:pt x="360117" y="786049"/>
                  </a:lnTo>
                  <a:lnTo>
                    <a:pt x="361048" y="803123"/>
                  </a:lnTo>
                  <a:lnTo>
                    <a:pt x="361048" y="823302"/>
                  </a:lnTo>
                  <a:lnTo>
                    <a:pt x="365084" y="845654"/>
                  </a:lnTo>
                  <a:lnTo>
                    <a:pt x="372224" y="864592"/>
                  </a:lnTo>
                  <a:lnTo>
                    <a:pt x="370051" y="865523"/>
                  </a:lnTo>
                  <a:lnTo>
                    <a:pt x="370051" y="867696"/>
                  </a:lnTo>
                  <a:lnTo>
                    <a:pt x="370051" y="869869"/>
                  </a:lnTo>
                  <a:lnTo>
                    <a:pt x="367878" y="872042"/>
                  </a:lnTo>
                  <a:lnTo>
                    <a:pt x="353287" y="877320"/>
                  </a:lnTo>
                  <a:lnTo>
                    <a:pt x="337765" y="882597"/>
                  </a:lnTo>
                  <a:lnTo>
                    <a:pt x="324105" y="887875"/>
                  </a:lnTo>
                  <a:lnTo>
                    <a:pt x="313550" y="895326"/>
                  </a:lnTo>
                  <a:lnTo>
                    <a:pt x="308273" y="906812"/>
                  </a:lnTo>
                  <a:lnTo>
                    <a:pt x="306099" y="917367"/>
                  </a:lnTo>
                  <a:lnTo>
                    <a:pt x="298959" y="928854"/>
                  </a:lnTo>
                  <a:lnTo>
                    <a:pt x="264500" y="939409"/>
                  </a:lnTo>
                  <a:lnTo>
                    <a:pt x="262327" y="943755"/>
                  </a:lnTo>
                  <a:lnTo>
                    <a:pt x="260154" y="946860"/>
                  </a:lnTo>
                  <a:lnTo>
                    <a:pt x="260154" y="951206"/>
                  </a:lnTo>
                  <a:lnTo>
                    <a:pt x="260154" y="954310"/>
                  </a:lnTo>
                  <a:lnTo>
                    <a:pt x="260154" y="958657"/>
                  </a:lnTo>
                  <a:lnTo>
                    <a:pt x="259222" y="961761"/>
                  </a:lnTo>
                  <a:lnTo>
                    <a:pt x="257049" y="963934"/>
                  </a:lnTo>
                  <a:lnTo>
                    <a:pt x="251771" y="966107"/>
                  </a:lnTo>
                  <a:lnTo>
                    <a:pt x="247736" y="967039"/>
                  </a:lnTo>
                  <a:lnTo>
                    <a:pt x="242458" y="969212"/>
                  </a:lnTo>
                  <a:lnTo>
                    <a:pt x="238422" y="973558"/>
                  </a:lnTo>
                  <a:lnTo>
                    <a:pt x="235318" y="971385"/>
                  </a:lnTo>
                  <a:lnTo>
                    <a:pt x="231282" y="969212"/>
                  </a:lnTo>
                  <a:lnTo>
                    <a:pt x="228178" y="969212"/>
                  </a:lnTo>
                  <a:lnTo>
                    <a:pt x="226004" y="967039"/>
                  </a:lnTo>
                  <a:lnTo>
                    <a:pt x="220727" y="966107"/>
                  </a:lnTo>
                  <a:lnTo>
                    <a:pt x="215449" y="966107"/>
                  </a:lnTo>
                  <a:lnTo>
                    <a:pt x="215449" y="986286"/>
                  </a:lnTo>
                  <a:lnTo>
                    <a:pt x="209240" y="986286"/>
                  </a:lnTo>
                  <a:lnTo>
                    <a:pt x="203963" y="986286"/>
                  </a:lnTo>
                  <a:lnTo>
                    <a:pt x="198685" y="988459"/>
                  </a:lnTo>
                  <a:lnTo>
                    <a:pt x="194650" y="989391"/>
                  </a:lnTo>
                  <a:lnTo>
                    <a:pt x="188441" y="989391"/>
                  </a:lnTo>
                  <a:lnTo>
                    <a:pt x="184405" y="991564"/>
                  </a:lnTo>
                  <a:lnTo>
                    <a:pt x="181300" y="991564"/>
                  </a:lnTo>
                  <a:lnTo>
                    <a:pt x="179127" y="993737"/>
                  </a:lnTo>
                  <a:lnTo>
                    <a:pt x="175091" y="995910"/>
                  </a:lnTo>
                  <a:lnTo>
                    <a:pt x="171987" y="996842"/>
                  </a:lnTo>
                  <a:lnTo>
                    <a:pt x="181300" y="1006465"/>
                  </a:lnTo>
                  <a:lnTo>
                    <a:pt x="193718" y="1013916"/>
                  </a:lnTo>
                  <a:lnTo>
                    <a:pt x="206136" y="1018262"/>
                  </a:lnTo>
                  <a:lnTo>
                    <a:pt x="218554" y="1021367"/>
                  </a:lnTo>
                  <a:lnTo>
                    <a:pt x="220727" y="1040304"/>
                  </a:lnTo>
                  <a:lnTo>
                    <a:pt x="222900" y="1056137"/>
                  </a:lnTo>
                  <a:lnTo>
                    <a:pt x="222900" y="1073211"/>
                  </a:lnTo>
                  <a:lnTo>
                    <a:pt x="218864" y="1088113"/>
                  </a:lnTo>
                  <a:lnTo>
                    <a:pt x="218864" y="1090286"/>
                  </a:lnTo>
                  <a:lnTo>
                    <a:pt x="218864" y="1091217"/>
                  </a:lnTo>
                  <a:lnTo>
                    <a:pt x="216691" y="1091217"/>
                  </a:lnTo>
                  <a:lnTo>
                    <a:pt x="216691" y="1093390"/>
                  </a:lnTo>
                  <a:lnTo>
                    <a:pt x="215760" y="1095563"/>
                  </a:lnTo>
                  <a:lnTo>
                    <a:pt x="202100" y="1100841"/>
                  </a:lnTo>
                  <a:lnTo>
                    <a:pt x="184405" y="1105187"/>
                  </a:lnTo>
                  <a:lnTo>
                    <a:pt x="166709" y="1105187"/>
                  </a:lnTo>
                  <a:lnTo>
                    <a:pt x="149945" y="1100841"/>
                  </a:lnTo>
                  <a:lnTo>
                    <a:pt x="135354" y="1095563"/>
                  </a:lnTo>
                  <a:lnTo>
                    <a:pt x="130077" y="1095563"/>
                  </a:lnTo>
                  <a:lnTo>
                    <a:pt x="126041" y="1097736"/>
                  </a:lnTo>
                  <a:lnTo>
                    <a:pt x="122936" y="1097736"/>
                  </a:lnTo>
                  <a:lnTo>
                    <a:pt x="120763" y="1097736"/>
                  </a:lnTo>
                  <a:lnTo>
                    <a:pt x="118590" y="1098668"/>
                  </a:lnTo>
                  <a:lnTo>
                    <a:pt x="116417" y="1103014"/>
                  </a:lnTo>
                  <a:lnTo>
                    <a:pt x="115796" y="1106739"/>
                  </a:lnTo>
                  <a:lnTo>
                    <a:pt x="111760" y="1119468"/>
                  </a:lnTo>
                  <a:lnTo>
                    <a:pt x="111760" y="1140578"/>
                  </a:lnTo>
                  <a:lnTo>
                    <a:pt x="111760" y="1163861"/>
                  </a:lnTo>
                  <a:lnTo>
                    <a:pt x="113934" y="1188076"/>
                  </a:lnTo>
                  <a:lnTo>
                    <a:pt x="116107" y="1208255"/>
                  </a:lnTo>
                  <a:lnTo>
                    <a:pt x="116107" y="1223157"/>
                  </a:lnTo>
                  <a:lnTo>
                    <a:pt x="119211" y="1223157"/>
                  </a:lnTo>
                  <a:lnTo>
                    <a:pt x="119211" y="1228434"/>
                  </a:lnTo>
                  <a:lnTo>
                    <a:pt x="126351" y="1228434"/>
                  </a:lnTo>
                  <a:lnTo>
                    <a:pt x="131629" y="1227503"/>
                  </a:lnTo>
                  <a:lnTo>
                    <a:pt x="135665" y="1227503"/>
                  </a:lnTo>
                  <a:lnTo>
                    <a:pt x="138769" y="1223157"/>
                  </a:lnTo>
                  <a:lnTo>
                    <a:pt x="144978" y="1225330"/>
                  </a:lnTo>
                  <a:lnTo>
                    <a:pt x="148083" y="1225330"/>
                  </a:lnTo>
                  <a:lnTo>
                    <a:pt x="152118" y="1227503"/>
                  </a:lnTo>
                  <a:lnTo>
                    <a:pt x="155223" y="1228434"/>
                  </a:lnTo>
                  <a:lnTo>
                    <a:pt x="157396" y="1230607"/>
                  </a:lnTo>
                  <a:lnTo>
                    <a:pt x="157396" y="1232780"/>
                  </a:lnTo>
                  <a:lnTo>
                    <a:pt x="157396" y="1234953"/>
                  </a:lnTo>
                  <a:lnTo>
                    <a:pt x="159569" y="1234953"/>
                  </a:lnTo>
                  <a:lnTo>
                    <a:pt x="159569" y="1235885"/>
                  </a:lnTo>
                  <a:lnTo>
                    <a:pt x="153360" y="1252959"/>
                  </a:lnTo>
                  <a:lnTo>
                    <a:pt x="142805" y="1265688"/>
                  </a:lnTo>
                  <a:lnTo>
                    <a:pt x="130387" y="1277174"/>
                  </a:lnTo>
                  <a:lnTo>
                    <a:pt x="116728" y="1287729"/>
                  </a:lnTo>
                  <a:lnTo>
                    <a:pt x="104310" y="1299216"/>
                  </a:lnTo>
                  <a:lnTo>
                    <a:pt x="94996" y="1314117"/>
                  </a:lnTo>
                  <a:lnTo>
                    <a:pt x="94065" y="1324672"/>
                  </a:lnTo>
                  <a:lnTo>
                    <a:pt x="94996" y="1337401"/>
                  </a:lnTo>
                  <a:lnTo>
                    <a:pt x="94996" y="1348887"/>
                  </a:lnTo>
                  <a:lnTo>
                    <a:pt x="91892" y="1357269"/>
                  </a:lnTo>
                  <a:lnTo>
                    <a:pt x="77301" y="1366893"/>
                  </a:lnTo>
                  <a:lnTo>
                    <a:pt x="62710" y="1374344"/>
                  </a:lnTo>
                  <a:lnTo>
                    <a:pt x="48119" y="1383967"/>
                  </a:lnTo>
                  <a:lnTo>
                    <a:pt x="35701" y="1394523"/>
                  </a:lnTo>
                  <a:lnTo>
                    <a:pt x="31666" y="1401973"/>
                  </a:lnTo>
                  <a:lnTo>
                    <a:pt x="24525" y="1415633"/>
                  </a:lnTo>
                  <a:lnTo>
                    <a:pt x="17385" y="1431466"/>
                  </a:lnTo>
                  <a:lnTo>
                    <a:pt x="10245" y="1450403"/>
                  </a:lnTo>
                  <a:lnTo>
                    <a:pt x="3104" y="1466236"/>
                  </a:lnTo>
                  <a:lnTo>
                    <a:pt x="0" y="1481137"/>
                  </a:lnTo>
                  <a:lnTo>
                    <a:pt x="0" y="1492623"/>
                  </a:lnTo>
                  <a:lnTo>
                    <a:pt x="3104" y="1500074"/>
                  </a:lnTo>
                  <a:lnTo>
                    <a:pt x="9313" y="1509698"/>
                  </a:lnTo>
                  <a:lnTo>
                    <a:pt x="12418" y="1518080"/>
                  </a:lnTo>
                  <a:lnTo>
                    <a:pt x="12418" y="1532981"/>
                  </a:lnTo>
                  <a:lnTo>
                    <a:pt x="10245" y="1542605"/>
                  </a:lnTo>
                  <a:lnTo>
                    <a:pt x="7140" y="1555334"/>
                  </a:lnTo>
                  <a:lnTo>
                    <a:pt x="3104" y="1570235"/>
                  </a:lnTo>
                  <a:lnTo>
                    <a:pt x="2173" y="1587309"/>
                  </a:lnTo>
                  <a:lnTo>
                    <a:pt x="5278" y="1597865"/>
                  </a:lnTo>
                  <a:lnTo>
                    <a:pt x="5278" y="1622079"/>
                  </a:lnTo>
                  <a:lnTo>
                    <a:pt x="14591" y="1633566"/>
                  </a:lnTo>
                  <a:lnTo>
                    <a:pt x="29182" y="1646294"/>
                  </a:lnTo>
                  <a:lnTo>
                    <a:pt x="45946" y="1659022"/>
                  </a:lnTo>
                  <a:lnTo>
                    <a:pt x="56501" y="1671751"/>
                  </a:lnTo>
                  <a:lnTo>
                    <a:pt x="65815" y="1695965"/>
                  </a:lnTo>
                  <a:lnTo>
                    <a:pt x="78232" y="1705589"/>
                  </a:lnTo>
                  <a:lnTo>
                    <a:pt x="92823" y="1713040"/>
                  </a:lnTo>
                  <a:lnTo>
                    <a:pt x="107414" y="1720491"/>
                  </a:lnTo>
                  <a:lnTo>
                    <a:pt x="122005" y="1727941"/>
                  </a:lnTo>
                  <a:lnTo>
                    <a:pt x="132560" y="1740670"/>
                  </a:lnTo>
                  <a:lnTo>
                    <a:pt x="139701" y="1738497"/>
                  </a:lnTo>
                  <a:lnTo>
                    <a:pt x="145910" y="1736323"/>
                  </a:lnTo>
                  <a:lnTo>
                    <a:pt x="149014" y="1733219"/>
                  </a:lnTo>
                  <a:lnTo>
                    <a:pt x="153050" y="1731046"/>
                  </a:lnTo>
                  <a:lnTo>
                    <a:pt x="161432" y="1733219"/>
                  </a:lnTo>
                  <a:lnTo>
                    <a:pt x="172918" y="1736323"/>
                  </a:lnTo>
                  <a:lnTo>
                    <a:pt x="185336" y="1736323"/>
                  </a:lnTo>
                  <a:lnTo>
                    <a:pt x="189372" y="1723595"/>
                  </a:lnTo>
                  <a:lnTo>
                    <a:pt x="224763" y="1731046"/>
                  </a:lnTo>
                  <a:lnTo>
                    <a:pt x="239354" y="1725768"/>
                  </a:lnTo>
                  <a:lnTo>
                    <a:pt x="257980" y="1718318"/>
                  </a:lnTo>
                  <a:lnTo>
                    <a:pt x="275676" y="1710867"/>
                  </a:lnTo>
                  <a:lnTo>
                    <a:pt x="290267" y="1713040"/>
                  </a:lnTo>
                  <a:lnTo>
                    <a:pt x="302685" y="1713971"/>
                  </a:lnTo>
                  <a:lnTo>
                    <a:pt x="316344" y="1716144"/>
                  </a:lnTo>
                  <a:lnTo>
                    <a:pt x="336213" y="1747810"/>
                  </a:lnTo>
                  <a:lnTo>
                    <a:pt x="343353" y="1747810"/>
                  </a:lnTo>
                  <a:lnTo>
                    <a:pt x="348631" y="1747810"/>
                  </a:lnTo>
                  <a:lnTo>
                    <a:pt x="353908" y="1745637"/>
                  </a:lnTo>
                  <a:lnTo>
                    <a:pt x="356081" y="1743464"/>
                  </a:lnTo>
                  <a:lnTo>
                    <a:pt x="360117" y="1740359"/>
                  </a:lnTo>
                  <a:lnTo>
                    <a:pt x="367257" y="1742532"/>
                  </a:lnTo>
                  <a:lnTo>
                    <a:pt x="372535" y="1742532"/>
                  </a:lnTo>
                  <a:lnTo>
                    <a:pt x="375639" y="1743464"/>
                  </a:lnTo>
                  <a:lnTo>
                    <a:pt x="379675" y="1747810"/>
                  </a:lnTo>
                  <a:lnTo>
                    <a:pt x="382780" y="1749983"/>
                  </a:lnTo>
                  <a:lnTo>
                    <a:pt x="388989" y="1753088"/>
                  </a:lnTo>
                  <a:lnTo>
                    <a:pt x="382780" y="1775440"/>
                  </a:lnTo>
                  <a:lnTo>
                    <a:pt x="377502" y="1795619"/>
                  </a:lnTo>
                  <a:lnTo>
                    <a:pt x="372224" y="1817971"/>
                  </a:lnTo>
                  <a:lnTo>
                    <a:pt x="388989" y="1835045"/>
                  </a:lnTo>
                  <a:lnTo>
                    <a:pt x="404511" y="1855224"/>
                  </a:lnTo>
                  <a:lnTo>
                    <a:pt x="421275" y="1877576"/>
                  </a:lnTo>
                  <a:lnTo>
                    <a:pt x="431830" y="1899928"/>
                  </a:lnTo>
                  <a:lnTo>
                    <a:pt x="435866" y="1917003"/>
                  </a:lnTo>
                  <a:lnTo>
                    <a:pt x="435866" y="1929731"/>
                  </a:lnTo>
                  <a:lnTo>
                    <a:pt x="438039" y="1942459"/>
                  </a:lnTo>
                  <a:lnTo>
                    <a:pt x="445179" y="1957361"/>
                  </a:lnTo>
                  <a:lnTo>
                    <a:pt x="438970" y="1972262"/>
                  </a:lnTo>
                  <a:lnTo>
                    <a:pt x="431830" y="1989337"/>
                  </a:lnTo>
                  <a:lnTo>
                    <a:pt x="421275" y="2009516"/>
                  </a:lnTo>
                  <a:lnTo>
                    <a:pt x="414135" y="2027522"/>
                  </a:lnTo>
                  <a:lnTo>
                    <a:pt x="410099" y="2048632"/>
                  </a:lnTo>
                  <a:lnTo>
                    <a:pt x="412272" y="2066638"/>
                  </a:lnTo>
                  <a:lnTo>
                    <a:pt x="419412" y="2081539"/>
                  </a:lnTo>
                  <a:lnTo>
                    <a:pt x="430899" y="2096441"/>
                  </a:lnTo>
                  <a:lnTo>
                    <a:pt x="441454" y="2113515"/>
                  </a:lnTo>
                  <a:lnTo>
                    <a:pt x="448594" y="2128416"/>
                  </a:lnTo>
                  <a:lnTo>
                    <a:pt x="448594" y="2133694"/>
                  </a:lnTo>
                  <a:lnTo>
                    <a:pt x="448594" y="2138972"/>
                  </a:lnTo>
                  <a:lnTo>
                    <a:pt x="446421" y="2143318"/>
                  </a:lnTo>
                  <a:lnTo>
                    <a:pt x="445490" y="2148595"/>
                  </a:lnTo>
                  <a:lnTo>
                    <a:pt x="445490" y="2151700"/>
                  </a:lnTo>
                  <a:lnTo>
                    <a:pt x="445490" y="2156046"/>
                  </a:lnTo>
                  <a:lnTo>
                    <a:pt x="452630" y="2159151"/>
                  </a:lnTo>
                  <a:lnTo>
                    <a:pt x="450457" y="2163497"/>
                  </a:lnTo>
                  <a:lnTo>
                    <a:pt x="448284" y="2166601"/>
                  </a:lnTo>
                  <a:lnTo>
                    <a:pt x="448284" y="2170948"/>
                  </a:lnTo>
                  <a:lnTo>
                    <a:pt x="446111" y="2176225"/>
                  </a:lnTo>
                  <a:lnTo>
                    <a:pt x="448284" y="2181503"/>
                  </a:lnTo>
                  <a:lnTo>
                    <a:pt x="450457" y="2181503"/>
                  </a:lnTo>
                  <a:lnTo>
                    <a:pt x="452630" y="2185849"/>
                  </a:lnTo>
                  <a:lnTo>
                    <a:pt x="455734" y="2186780"/>
                  </a:lnTo>
                  <a:lnTo>
                    <a:pt x="459770" y="2191127"/>
                  </a:lnTo>
                  <a:lnTo>
                    <a:pt x="459770" y="2193300"/>
                  </a:lnTo>
                  <a:lnTo>
                    <a:pt x="455734" y="2206028"/>
                  </a:lnTo>
                  <a:lnTo>
                    <a:pt x="465048" y="2224034"/>
                  </a:lnTo>
                  <a:lnTo>
                    <a:pt x="479639" y="2242971"/>
                  </a:lnTo>
                  <a:lnTo>
                    <a:pt x="494230" y="2260046"/>
                  </a:lnTo>
                  <a:lnTo>
                    <a:pt x="504785" y="2278051"/>
                  </a:lnTo>
                  <a:lnTo>
                    <a:pt x="506958" y="2290780"/>
                  </a:lnTo>
                  <a:lnTo>
                    <a:pt x="506958" y="2303508"/>
                  </a:lnTo>
                  <a:lnTo>
                    <a:pt x="506958" y="2314994"/>
                  </a:lnTo>
                  <a:lnTo>
                    <a:pt x="509131" y="2324618"/>
                  </a:lnTo>
                  <a:lnTo>
                    <a:pt x="512236" y="2327723"/>
                  </a:lnTo>
                  <a:lnTo>
                    <a:pt x="516271" y="2333000"/>
                  </a:lnTo>
                  <a:lnTo>
                    <a:pt x="519376" y="2335173"/>
                  </a:lnTo>
                  <a:lnTo>
                    <a:pt x="523411" y="2339520"/>
                  </a:lnTo>
                  <a:lnTo>
                    <a:pt x="528689" y="2342624"/>
                  </a:lnTo>
                  <a:lnTo>
                    <a:pt x="553835" y="2337347"/>
                  </a:lnTo>
                  <a:lnTo>
                    <a:pt x="582086" y="2332069"/>
                  </a:lnTo>
                  <a:lnTo>
                    <a:pt x="609095" y="2324618"/>
                  </a:lnTo>
                  <a:lnTo>
                    <a:pt x="636103" y="2317168"/>
                  </a:lnTo>
                  <a:lnTo>
                    <a:pt x="657834" y="2303508"/>
                  </a:lnTo>
                  <a:lnTo>
                    <a:pt x="675530" y="2287675"/>
                  </a:lnTo>
                  <a:lnTo>
                    <a:pt x="684843" y="2270601"/>
                  </a:lnTo>
                  <a:lnTo>
                    <a:pt x="691984" y="2253526"/>
                  </a:lnTo>
                  <a:lnTo>
                    <a:pt x="715888" y="2233347"/>
                  </a:lnTo>
                  <a:lnTo>
                    <a:pt x="718992" y="2218446"/>
                  </a:lnTo>
                  <a:lnTo>
                    <a:pt x="721165" y="2203544"/>
                  </a:lnTo>
                  <a:lnTo>
                    <a:pt x="723339" y="2188643"/>
                  </a:lnTo>
                  <a:lnTo>
                    <a:pt x="728616" y="2175915"/>
                  </a:lnTo>
                  <a:lnTo>
                    <a:pt x="748485" y="2171568"/>
                  </a:lnTo>
                  <a:lnTo>
                    <a:pt x="752520" y="2168464"/>
                  </a:lnTo>
                  <a:lnTo>
                    <a:pt x="753452" y="2164118"/>
                  </a:lnTo>
                  <a:lnTo>
                    <a:pt x="757488" y="2161013"/>
                  </a:lnTo>
                  <a:lnTo>
                    <a:pt x="759661" y="2158840"/>
                  </a:lnTo>
                  <a:lnTo>
                    <a:pt x="762765" y="2155736"/>
                  </a:lnTo>
                  <a:lnTo>
                    <a:pt x="768043" y="2151390"/>
                  </a:lnTo>
                  <a:lnTo>
                    <a:pt x="764938" y="2131211"/>
                  </a:lnTo>
                  <a:lnTo>
                    <a:pt x="757798" y="2114136"/>
                  </a:lnTo>
                  <a:lnTo>
                    <a:pt x="748485" y="2103581"/>
                  </a:lnTo>
                  <a:lnTo>
                    <a:pt x="757798" y="2084644"/>
                  </a:lnTo>
                  <a:lnTo>
                    <a:pt x="772389" y="2071915"/>
                  </a:lnTo>
                  <a:lnTo>
                    <a:pt x="790084" y="2062291"/>
                  </a:lnTo>
                  <a:lnTo>
                    <a:pt x="808711" y="2053909"/>
                  </a:lnTo>
                  <a:lnTo>
                    <a:pt x="824234" y="2042423"/>
                  </a:lnTo>
                  <a:lnTo>
                    <a:pt x="835720" y="2019140"/>
                  </a:lnTo>
                  <a:lnTo>
                    <a:pt x="837893" y="1996787"/>
                  </a:lnTo>
                  <a:lnTo>
                    <a:pt x="831684" y="1974435"/>
                  </a:lnTo>
                  <a:lnTo>
                    <a:pt x="824544" y="1952083"/>
                  </a:lnTo>
                  <a:lnTo>
                    <a:pt x="817404" y="1931904"/>
                  </a:lnTo>
                  <a:lnTo>
                    <a:pt x="810263" y="1909552"/>
                  </a:lnTo>
                  <a:lnTo>
                    <a:pt x="807159" y="1887200"/>
                  </a:lnTo>
                  <a:lnTo>
                    <a:pt x="812437" y="1862985"/>
                  </a:lnTo>
                  <a:lnTo>
                    <a:pt x="827027" y="1837529"/>
                  </a:lnTo>
                  <a:lnTo>
                    <a:pt x="845654" y="1815177"/>
                  </a:lnTo>
                  <a:lnTo>
                    <a:pt x="867385" y="1794066"/>
                  </a:lnTo>
                  <a:lnTo>
                    <a:pt x="890358" y="1776060"/>
                  </a:lnTo>
                  <a:lnTo>
                    <a:pt x="912090" y="1757123"/>
                  </a:lnTo>
                  <a:lnTo>
                    <a:pt x="931958" y="1736944"/>
                  </a:lnTo>
                  <a:lnTo>
                    <a:pt x="945618" y="1718938"/>
                  </a:lnTo>
                  <a:lnTo>
                    <a:pt x="958036" y="1696586"/>
                  </a:lnTo>
                  <a:lnTo>
                    <a:pt x="968591" y="1674234"/>
                  </a:lnTo>
                  <a:lnTo>
                    <a:pt x="975731" y="1655297"/>
                  </a:lnTo>
                  <a:lnTo>
                    <a:pt x="979767" y="1642569"/>
                  </a:lnTo>
                  <a:lnTo>
                    <a:pt x="979767" y="1631393"/>
                  </a:lnTo>
                  <a:lnTo>
                    <a:pt x="985044" y="1621769"/>
                  </a:lnTo>
                  <a:lnTo>
                    <a:pt x="985044" y="1618665"/>
                  </a:lnTo>
                  <a:lnTo>
                    <a:pt x="963313" y="1621769"/>
                  </a:lnTo>
                  <a:lnTo>
                    <a:pt x="939409" y="1627046"/>
                  </a:lnTo>
                  <a:lnTo>
                    <a:pt x="914263" y="1633255"/>
                  </a:lnTo>
                  <a:lnTo>
                    <a:pt x="895636" y="1641637"/>
                  </a:lnTo>
                  <a:lnTo>
                    <a:pt x="880114" y="1640706"/>
                  </a:lnTo>
                  <a:lnTo>
                    <a:pt x="874836" y="1634497"/>
                  </a:lnTo>
                  <a:lnTo>
                    <a:pt x="872663" y="1629220"/>
                  </a:lnTo>
                  <a:lnTo>
                    <a:pt x="872663" y="1623942"/>
                  </a:lnTo>
                  <a:lnTo>
                    <a:pt x="872663" y="1616491"/>
                  </a:lnTo>
                  <a:lnTo>
                    <a:pt x="868627" y="1611214"/>
                  </a:lnTo>
                  <a:lnTo>
                    <a:pt x="854036" y="1599727"/>
                  </a:lnTo>
                  <a:lnTo>
                    <a:pt x="836341" y="1589172"/>
                  </a:lnTo>
                  <a:lnTo>
                    <a:pt x="819577" y="1577686"/>
                  </a:lnTo>
                  <a:lnTo>
                    <a:pt x="809022" y="1564957"/>
                  </a:lnTo>
                  <a:lnTo>
                    <a:pt x="804986" y="1553471"/>
                  </a:lnTo>
                  <a:lnTo>
                    <a:pt x="802813" y="1545089"/>
                  </a:lnTo>
                  <a:lnTo>
                    <a:pt x="799708" y="1533602"/>
                  </a:lnTo>
                  <a:lnTo>
                    <a:pt x="797535" y="1530498"/>
                  </a:lnTo>
                  <a:lnTo>
                    <a:pt x="792258" y="1526152"/>
                  </a:lnTo>
                  <a:lnTo>
                    <a:pt x="786980" y="1523047"/>
                  </a:lnTo>
                  <a:lnTo>
                    <a:pt x="782944" y="1517770"/>
                  </a:lnTo>
                  <a:lnTo>
                    <a:pt x="779840" y="1513423"/>
                  </a:lnTo>
                  <a:lnTo>
                    <a:pt x="779840" y="1476480"/>
                  </a:lnTo>
                  <a:lnTo>
                    <a:pt x="777667" y="1471203"/>
                  </a:lnTo>
                  <a:lnTo>
                    <a:pt x="772389" y="1466856"/>
                  </a:lnTo>
                  <a:lnTo>
                    <a:pt x="768353" y="1463752"/>
                  </a:lnTo>
                  <a:lnTo>
                    <a:pt x="763076" y="1459406"/>
                  </a:lnTo>
                  <a:lnTo>
                    <a:pt x="759971" y="1456301"/>
                  </a:lnTo>
                  <a:lnTo>
                    <a:pt x="750658" y="1436122"/>
                  </a:lnTo>
                  <a:lnTo>
                    <a:pt x="743518" y="1415943"/>
                  </a:lnTo>
                  <a:lnTo>
                    <a:pt x="736377" y="1393591"/>
                  </a:lnTo>
                  <a:lnTo>
                    <a:pt x="724891" y="1374654"/>
                  </a:lnTo>
                  <a:lnTo>
                    <a:pt x="712473" y="1357580"/>
                  </a:lnTo>
                  <a:lnTo>
                    <a:pt x="712473" y="1350129"/>
                  </a:lnTo>
                  <a:lnTo>
                    <a:pt x="716509" y="1350129"/>
                  </a:lnTo>
                  <a:lnTo>
                    <a:pt x="719613" y="1357580"/>
                  </a:lnTo>
                  <a:lnTo>
                    <a:pt x="723649" y="1363788"/>
                  </a:lnTo>
                  <a:lnTo>
                    <a:pt x="726753" y="1366893"/>
                  </a:lnTo>
                  <a:lnTo>
                    <a:pt x="730789" y="1369066"/>
                  </a:lnTo>
                  <a:lnTo>
                    <a:pt x="733894" y="1371239"/>
                  </a:lnTo>
                  <a:lnTo>
                    <a:pt x="737930" y="1372170"/>
                  </a:lnTo>
                  <a:lnTo>
                    <a:pt x="738861" y="1376517"/>
                  </a:lnTo>
                  <a:lnTo>
                    <a:pt x="745070" y="1378690"/>
                  </a:lnTo>
                  <a:lnTo>
                    <a:pt x="755625" y="1386141"/>
                  </a:lnTo>
                  <a:lnTo>
                    <a:pt x="762765" y="1396696"/>
                  </a:lnTo>
                  <a:lnTo>
                    <a:pt x="768043" y="1409424"/>
                  </a:lnTo>
                  <a:lnTo>
                    <a:pt x="774252" y="1423084"/>
                  </a:lnTo>
                  <a:lnTo>
                    <a:pt x="779529" y="1435812"/>
                  </a:lnTo>
                  <a:lnTo>
                    <a:pt x="799398" y="1448540"/>
                  </a:lnTo>
                  <a:lnTo>
                    <a:pt x="804675" y="1459095"/>
                  </a:lnTo>
                  <a:lnTo>
                    <a:pt x="806848" y="1472755"/>
                  </a:lnTo>
                  <a:lnTo>
                    <a:pt x="809022" y="1485483"/>
                  </a:lnTo>
                  <a:lnTo>
                    <a:pt x="812126" y="1496038"/>
                  </a:lnTo>
                  <a:lnTo>
                    <a:pt x="824544" y="1510940"/>
                  </a:lnTo>
                  <a:lnTo>
                    <a:pt x="838204" y="1525841"/>
                  </a:lnTo>
                  <a:lnTo>
                    <a:pt x="850621" y="1542916"/>
                  </a:lnTo>
                  <a:lnTo>
                    <a:pt x="859935" y="1560922"/>
                  </a:lnTo>
                  <a:lnTo>
                    <a:pt x="860866" y="1572408"/>
                  </a:lnTo>
                  <a:lnTo>
                    <a:pt x="860866" y="1582963"/>
                  </a:lnTo>
                  <a:lnTo>
                    <a:pt x="863039" y="1594450"/>
                  </a:lnTo>
                  <a:lnTo>
                    <a:pt x="868317" y="1605005"/>
                  </a:lnTo>
                  <a:lnTo>
                    <a:pt x="870490" y="1609351"/>
                  </a:lnTo>
                  <a:lnTo>
                    <a:pt x="872663" y="1611524"/>
                  </a:lnTo>
                  <a:lnTo>
                    <a:pt x="874836" y="1612456"/>
                  </a:lnTo>
                  <a:lnTo>
                    <a:pt x="875767" y="1612456"/>
                  </a:lnTo>
                  <a:lnTo>
                    <a:pt x="879803" y="1614629"/>
                  </a:lnTo>
                  <a:lnTo>
                    <a:pt x="889117" y="1614629"/>
                  </a:lnTo>
                  <a:lnTo>
                    <a:pt x="901534" y="1611524"/>
                  </a:lnTo>
                  <a:lnTo>
                    <a:pt x="913952" y="1604074"/>
                  </a:lnTo>
                  <a:lnTo>
                    <a:pt x="928543" y="1597865"/>
                  </a:lnTo>
                  <a:lnTo>
                    <a:pt x="946239" y="1592587"/>
                  </a:lnTo>
                  <a:lnTo>
                    <a:pt x="963003" y="1589483"/>
                  </a:lnTo>
                  <a:lnTo>
                    <a:pt x="979767" y="1582032"/>
                  </a:lnTo>
                  <a:lnTo>
                    <a:pt x="992185" y="1572408"/>
                  </a:lnTo>
                  <a:lnTo>
                    <a:pt x="1002740" y="1560922"/>
                  </a:lnTo>
                  <a:lnTo>
                    <a:pt x="1016399" y="1553471"/>
                  </a:lnTo>
                  <a:lnTo>
                    <a:pt x="1039372" y="1553471"/>
                  </a:lnTo>
                  <a:lnTo>
                    <a:pt x="1039372" y="1544468"/>
                  </a:lnTo>
                  <a:lnTo>
                    <a:pt x="1057999" y="1531740"/>
                  </a:lnTo>
                  <a:lnTo>
                    <a:pt x="1075694" y="1520253"/>
                  </a:lnTo>
                  <a:lnTo>
                    <a:pt x="1075694" y="1500074"/>
                  </a:lnTo>
                  <a:lnTo>
                    <a:pt x="1089354" y="1494797"/>
                  </a:lnTo>
                  <a:lnTo>
                    <a:pt x="1095563" y="1487346"/>
                  </a:lnTo>
                  <a:lnTo>
                    <a:pt x="1101772" y="1477722"/>
                  </a:lnTo>
                  <a:lnTo>
                    <a:pt x="1108912" y="1468098"/>
                  </a:lnTo>
                  <a:lnTo>
                    <a:pt x="1087181" y="1450092"/>
                  </a:lnTo>
                  <a:lnTo>
                    <a:pt x="1060172" y="1435191"/>
                  </a:lnTo>
                  <a:lnTo>
                    <a:pt x="1057999" y="1420290"/>
                  </a:lnTo>
                  <a:lnTo>
                    <a:pt x="1055826" y="1401352"/>
                  </a:lnTo>
                  <a:lnTo>
                    <a:pt x="1035958" y="1416254"/>
                  </a:lnTo>
                  <a:lnTo>
                    <a:pt x="1019193" y="1435191"/>
                  </a:lnTo>
                  <a:lnTo>
                    <a:pt x="1008638" y="1435191"/>
                  </a:lnTo>
                  <a:lnTo>
                    <a:pt x="999325" y="1437364"/>
                  </a:lnTo>
                  <a:lnTo>
                    <a:pt x="992185" y="1438295"/>
                  </a:lnTo>
                  <a:lnTo>
                    <a:pt x="990011" y="1433018"/>
                  </a:lnTo>
                  <a:lnTo>
                    <a:pt x="989080" y="1427740"/>
                  </a:lnTo>
                  <a:lnTo>
                    <a:pt x="989080" y="1422463"/>
                  </a:lnTo>
                  <a:lnTo>
                    <a:pt x="986907" y="1416254"/>
                  </a:lnTo>
                  <a:lnTo>
                    <a:pt x="984734" y="1410976"/>
                  </a:lnTo>
                  <a:lnTo>
                    <a:pt x="979456" y="1408803"/>
                  </a:lnTo>
                  <a:lnTo>
                    <a:pt x="977283" y="1408803"/>
                  </a:lnTo>
                  <a:lnTo>
                    <a:pt x="975110" y="1408803"/>
                  </a:lnTo>
                  <a:lnTo>
                    <a:pt x="975110" y="1410976"/>
                  </a:lnTo>
                  <a:lnTo>
                    <a:pt x="974179" y="1413149"/>
                  </a:lnTo>
                  <a:lnTo>
                    <a:pt x="972006" y="1418427"/>
                  </a:lnTo>
                  <a:lnTo>
                    <a:pt x="964865" y="1407872"/>
                  </a:lnTo>
                  <a:lnTo>
                    <a:pt x="957725" y="1392970"/>
                  </a:lnTo>
                  <a:lnTo>
                    <a:pt x="948412" y="1375896"/>
                  </a:lnTo>
                  <a:lnTo>
                    <a:pt x="943134" y="1358821"/>
                  </a:lnTo>
                  <a:lnTo>
                    <a:pt x="939098" y="1343920"/>
                  </a:lnTo>
                  <a:lnTo>
                    <a:pt x="946239" y="1343920"/>
                  </a:lnTo>
                  <a:lnTo>
                    <a:pt x="950274" y="1343920"/>
                  </a:lnTo>
                  <a:lnTo>
                    <a:pt x="952448" y="1343920"/>
                  </a:lnTo>
                  <a:lnTo>
                    <a:pt x="953379" y="1343920"/>
                  </a:lnTo>
                  <a:lnTo>
                    <a:pt x="955552" y="1343920"/>
                  </a:lnTo>
                  <a:lnTo>
                    <a:pt x="967039" y="1353544"/>
                  </a:lnTo>
                  <a:lnTo>
                    <a:pt x="972316" y="1363167"/>
                  </a:lnTo>
                  <a:lnTo>
                    <a:pt x="975421" y="1373723"/>
                  </a:lnTo>
                  <a:lnTo>
                    <a:pt x="984734" y="1381173"/>
                  </a:lnTo>
                  <a:lnTo>
                    <a:pt x="997152" y="1388624"/>
                  </a:lnTo>
                  <a:lnTo>
                    <a:pt x="1008638" y="1393902"/>
                  </a:lnTo>
                  <a:lnTo>
                    <a:pt x="1019193" y="1401352"/>
                  </a:lnTo>
                  <a:lnTo>
                    <a:pt x="1031611" y="1401352"/>
                  </a:lnTo>
                  <a:lnTo>
                    <a:pt x="1040925" y="1400421"/>
                  </a:lnTo>
                  <a:lnTo>
                    <a:pt x="1048065" y="1398248"/>
                  </a:lnTo>
                  <a:lnTo>
                    <a:pt x="1059551" y="1393902"/>
                  </a:lnTo>
                  <a:lnTo>
                    <a:pt x="1066692" y="1407561"/>
                  </a:lnTo>
                  <a:lnTo>
                    <a:pt x="1071969" y="1418116"/>
                  </a:lnTo>
                  <a:lnTo>
                    <a:pt x="1102082" y="1420290"/>
                  </a:lnTo>
                  <a:lnTo>
                    <a:pt x="1133438" y="1422463"/>
                  </a:lnTo>
                  <a:lnTo>
                    <a:pt x="1164793" y="1422463"/>
                  </a:lnTo>
                  <a:lnTo>
                    <a:pt x="1194906" y="1418116"/>
                  </a:lnTo>
                  <a:lnTo>
                    <a:pt x="1206392" y="1429603"/>
                  </a:lnTo>
                  <a:lnTo>
                    <a:pt x="1218810" y="1437985"/>
                  </a:lnTo>
                  <a:lnTo>
                    <a:pt x="1231228" y="1447609"/>
                  </a:lnTo>
                  <a:lnTo>
                    <a:pt x="1238368" y="1458164"/>
                  </a:lnTo>
                  <a:lnTo>
                    <a:pt x="1235264" y="1471824"/>
                  </a:lnTo>
                  <a:lnTo>
                    <a:pt x="1238368" y="1474928"/>
                  </a:lnTo>
                  <a:lnTo>
                    <a:pt x="1242404" y="1479274"/>
                  </a:lnTo>
                  <a:lnTo>
                    <a:pt x="1247681" y="1482379"/>
                  </a:lnTo>
                  <a:lnTo>
                    <a:pt x="1251717" y="1486725"/>
                  </a:lnTo>
                  <a:lnTo>
                    <a:pt x="1262273" y="1487656"/>
                  </a:lnTo>
                  <a:lnTo>
                    <a:pt x="1271586" y="1487656"/>
                  </a:lnTo>
                  <a:lnTo>
                    <a:pt x="1284004" y="1486725"/>
                  </a:lnTo>
                  <a:lnTo>
                    <a:pt x="1288039" y="1524910"/>
                  </a:lnTo>
                  <a:lnTo>
                    <a:pt x="1296422" y="1556575"/>
                  </a:lnTo>
                  <a:lnTo>
                    <a:pt x="1308840" y="1586068"/>
                  </a:lnTo>
                  <a:lnTo>
                    <a:pt x="1327466" y="1613697"/>
                  </a:lnTo>
                  <a:lnTo>
                    <a:pt x="1327466" y="1615870"/>
                  </a:lnTo>
                  <a:lnTo>
                    <a:pt x="1325293" y="1618044"/>
                  </a:lnTo>
                  <a:lnTo>
                    <a:pt x="1323120" y="1621148"/>
                  </a:lnTo>
                  <a:lnTo>
                    <a:pt x="1322188" y="1625494"/>
                  </a:lnTo>
                  <a:lnTo>
                    <a:pt x="1323120" y="1628599"/>
                  </a:lnTo>
                  <a:lnTo>
                    <a:pt x="1329329" y="1645673"/>
                  </a:lnTo>
                  <a:lnTo>
                    <a:pt x="1339884" y="1665852"/>
                  </a:lnTo>
                  <a:lnTo>
                    <a:pt x="1351370" y="1678581"/>
                  </a:lnTo>
                  <a:lnTo>
                    <a:pt x="1352302" y="1680754"/>
                  </a:lnTo>
                  <a:lnTo>
                    <a:pt x="1354475" y="1680754"/>
                  </a:lnTo>
                  <a:lnTo>
                    <a:pt x="1356648" y="1682927"/>
                  </a:lnTo>
                  <a:lnTo>
                    <a:pt x="1358821" y="1682927"/>
                  </a:lnTo>
                  <a:lnTo>
                    <a:pt x="1378690" y="1658712"/>
                  </a:lnTo>
                  <a:lnTo>
                    <a:pt x="1391108" y="1633255"/>
                  </a:lnTo>
                  <a:lnTo>
                    <a:pt x="1400421" y="1601590"/>
                  </a:lnTo>
                  <a:lnTo>
                    <a:pt x="1403525" y="1564647"/>
                  </a:lnTo>
                  <a:lnTo>
                    <a:pt x="1415943" y="1557196"/>
                  </a:lnTo>
                  <a:lnTo>
                    <a:pt x="1425257" y="1547572"/>
                  </a:lnTo>
                  <a:lnTo>
                    <a:pt x="1434570" y="1540122"/>
                  </a:lnTo>
                  <a:lnTo>
                    <a:pt x="1451334" y="1540122"/>
                  </a:lnTo>
                  <a:lnTo>
                    <a:pt x="1463752" y="1507214"/>
                  </a:lnTo>
                  <a:lnTo>
                    <a:pt x="1470892" y="1501937"/>
                  </a:lnTo>
                  <a:lnTo>
                    <a:pt x="1478032" y="1499764"/>
                  </a:lnTo>
                  <a:lnTo>
                    <a:pt x="1485172" y="1499764"/>
                  </a:lnTo>
                  <a:lnTo>
                    <a:pt x="1488277" y="1497591"/>
                  </a:lnTo>
                  <a:lnTo>
                    <a:pt x="1493555" y="1490140"/>
                  </a:lnTo>
                  <a:lnTo>
                    <a:pt x="1497590" y="1475239"/>
                  </a:lnTo>
                  <a:lnTo>
                    <a:pt x="1512181" y="1475239"/>
                  </a:lnTo>
                  <a:lnTo>
                    <a:pt x="1526772" y="1477412"/>
                  </a:lnTo>
                  <a:lnTo>
                    <a:pt x="1543536" y="1475239"/>
                  </a:lnTo>
                  <a:lnTo>
                    <a:pt x="1544468" y="1473065"/>
                  </a:lnTo>
                  <a:lnTo>
                    <a:pt x="1546641" y="1472134"/>
                  </a:lnTo>
                  <a:lnTo>
                    <a:pt x="1548814" y="1467788"/>
                  </a:lnTo>
                  <a:lnTo>
                    <a:pt x="1550987" y="1465615"/>
                  </a:lnTo>
                  <a:lnTo>
                    <a:pt x="1554092" y="1462510"/>
                  </a:lnTo>
                  <a:lnTo>
                    <a:pt x="1565578" y="1480516"/>
                  </a:lnTo>
                  <a:lnTo>
                    <a:pt x="1573960" y="1495418"/>
                  </a:lnTo>
                  <a:lnTo>
                    <a:pt x="1585447" y="1509077"/>
                  </a:lnTo>
                  <a:lnTo>
                    <a:pt x="1592587" y="1523979"/>
                  </a:lnTo>
                  <a:lnTo>
                    <a:pt x="1597864" y="1541984"/>
                  </a:lnTo>
                  <a:lnTo>
                    <a:pt x="1597864" y="1564337"/>
                  </a:lnTo>
                  <a:lnTo>
                    <a:pt x="1600037" y="1566509"/>
                  </a:lnTo>
                  <a:lnTo>
                    <a:pt x="1600969" y="1566509"/>
                  </a:lnTo>
                  <a:lnTo>
                    <a:pt x="1600969" y="1567441"/>
                  </a:lnTo>
                  <a:lnTo>
                    <a:pt x="1603142" y="1567441"/>
                  </a:lnTo>
                  <a:lnTo>
                    <a:pt x="1610282" y="1567441"/>
                  </a:lnTo>
                  <a:lnTo>
                    <a:pt x="1617422" y="1566509"/>
                  </a:lnTo>
                  <a:lnTo>
                    <a:pt x="1621458" y="1564337"/>
                  </a:lnTo>
                  <a:lnTo>
                    <a:pt x="1626736" y="1559990"/>
                  </a:lnTo>
                  <a:lnTo>
                    <a:pt x="1629840" y="1556886"/>
                  </a:lnTo>
                  <a:lnTo>
                    <a:pt x="1641327" y="1569614"/>
                  </a:lnTo>
                  <a:lnTo>
                    <a:pt x="1648467" y="1586688"/>
                  </a:lnTo>
                  <a:lnTo>
                    <a:pt x="1650640" y="1606867"/>
                  </a:lnTo>
                  <a:lnTo>
                    <a:pt x="1650640" y="1629220"/>
                  </a:lnTo>
                  <a:lnTo>
                    <a:pt x="1650640" y="1649399"/>
                  </a:lnTo>
                  <a:lnTo>
                    <a:pt x="1650640" y="1668336"/>
                  </a:lnTo>
                  <a:lnTo>
                    <a:pt x="1653745" y="1683237"/>
                  </a:lnTo>
                  <a:lnTo>
                    <a:pt x="1653745" y="1686342"/>
                  </a:lnTo>
                  <a:lnTo>
                    <a:pt x="1663058" y="1683237"/>
                  </a:lnTo>
                  <a:lnTo>
                    <a:pt x="1663058" y="1686342"/>
                  </a:lnTo>
                  <a:lnTo>
                    <a:pt x="1672371" y="1699070"/>
                  </a:lnTo>
                  <a:lnTo>
                    <a:pt x="1677649" y="1713971"/>
                  </a:lnTo>
                  <a:lnTo>
                    <a:pt x="1682927" y="1728873"/>
                  </a:lnTo>
                  <a:lnTo>
                    <a:pt x="1686962" y="1745947"/>
                  </a:lnTo>
                  <a:lnTo>
                    <a:pt x="1693171" y="1760849"/>
                  </a:lnTo>
                  <a:lnTo>
                    <a:pt x="1702485" y="1768299"/>
                  </a:lnTo>
                  <a:lnTo>
                    <a:pt x="1704658" y="1770472"/>
                  </a:lnTo>
                  <a:lnTo>
                    <a:pt x="1715213" y="1775750"/>
                  </a:lnTo>
                  <a:lnTo>
                    <a:pt x="1726699" y="1785374"/>
                  </a:lnTo>
                  <a:lnTo>
                    <a:pt x="1737255" y="1785374"/>
                  </a:lnTo>
                  <a:lnTo>
                    <a:pt x="1736323" y="1758986"/>
                  </a:lnTo>
                  <a:lnTo>
                    <a:pt x="1729183" y="1733529"/>
                  </a:lnTo>
                  <a:lnTo>
                    <a:pt x="1717696" y="1711177"/>
                  </a:lnTo>
                  <a:lnTo>
                    <a:pt x="1703106" y="1696276"/>
                  </a:lnTo>
                  <a:lnTo>
                    <a:pt x="1700001" y="1694103"/>
                  </a:lnTo>
                  <a:lnTo>
                    <a:pt x="1695965" y="1694103"/>
                  </a:lnTo>
                  <a:lnTo>
                    <a:pt x="1692861" y="1694103"/>
                  </a:lnTo>
                  <a:lnTo>
                    <a:pt x="1688825" y="1694103"/>
                  </a:lnTo>
                  <a:lnTo>
                    <a:pt x="1687894" y="1691930"/>
                  </a:lnTo>
                  <a:lnTo>
                    <a:pt x="1681685" y="1681374"/>
                  </a:lnTo>
                  <a:lnTo>
                    <a:pt x="1680753" y="1671751"/>
                  </a:lnTo>
                  <a:lnTo>
                    <a:pt x="1676718" y="1664300"/>
                  </a:lnTo>
                  <a:lnTo>
                    <a:pt x="1667404" y="1659022"/>
                  </a:lnTo>
                  <a:lnTo>
                    <a:pt x="1676718" y="1634808"/>
                  </a:lnTo>
                  <a:lnTo>
                    <a:pt x="1683858" y="1605315"/>
                  </a:lnTo>
                  <a:lnTo>
                    <a:pt x="1700622" y="1618975"/>
                  </a:lnTo>
                  <a:lnTo>
                    <a:pt x="1716144" y="1631703"/>
                  </a:lnTo>
                  <a:lnTo>
                    <a:pt x="1730735" y="1644431"/>
                  </a:lnTo>
                  <a:lnTo>
                    <a:pt x="1742222" y="1659333"/>
                  </a:lnTo>
                  <a:lnTo>
                    <a:pt x="1747499" y="1679512"/>
                  </a:lnTo>
                  <a:lnTo>
                    <a:pt x="1754640" y="1679512"/>
                  </a:lnTo>
                  <a:lnTo>
                    <a:pt x="1815176" y="1629841"/>
                  </a:lnTo>
                  <a:lnTo>
                    <a:pt x="1813003" y="1600348"/>
                  </a:lnTo>
                  <a:lnTo>
                    <a:pt x="1807726" y="1576133"/>
                  </a:lnTo>
                  <a:lnTo>
                    <a:pt x="1796239" y="1558128"/>
                  </a:lnTo>
                  <a:lnTo>
                    <a:pt x="1783822" y="1541053"/>
                  </a:lnTo>
                  <a:lnTo>
                    <a:pt x="1767057" y="1525220"/>
                  </a:lnTo>
                  <a:lnTo>
                    <a:pt x="1769230" y="1510319"/>
                  </a:lnTo>
                  <a:lnTo>
                    <a:pt x="1774508" y="1500695"/>
                  </a:lnTo>
                  <a:lnTo>
                    <a:pt x="1780717" y="1495418"/>
                  </a:lnTo>
                  <a:lnTo>
                    <a:pt x="1787857" y="1489209"/>
                  </a:lnTo>
                  <a:lnTo>
                    <a:pt x="1794066" y="1480827"/>
                  </a:lnTo>
                  <a:lnTo>
                    <a:pt x="1800275" y="1480827"/>
                  </a:lnTo>
                  <a:lnTo>
                    <a:pt x="1805553" y="1481758"/>
                  </a:lnTo>
                  <a:lnTo>
                    <a:pt x="1807726" y="1481758"/>
                  </a:lnTo>
                  <a:lnTo>
                    <a:pt x="1810830" y="1483931"/>
                  </a:lnTo>
                  <a:lnTo>
                    <a:pt x="1813003" y="1488277"/>
                  </a:lnTo>
                  <a:lnTo>
                    <a:pt x="1816108" y="1493555"/>
                  </a:lnTo>
                  <a:lnTo>
                    <a:pt x="1818281" y="1496659"/>
                  </a:lnTo>
                  <a:lnTo>
                    <a:pt x="1816108" y="1501006"/>
                  </a:lnTo>
                  <a:lnTo>
                    <a:pt x="1815176" y="1504110"/>
                  </a:lnTo>
                  <a:lnTo>
                    <a:pt x="1811141" y="1506283"/>
                  </a:lnTo>
                  <a:lnTo>
                    <a:pt x="1808036" y="1506283"/>
                  </a:lnTo>
                  <a:lnTo>
                    <a:pt x="1804000" y="1508456"/>
                  </a:lnTo>
                  <a:lnTo>
                    <a:pt x="1804000" y="1518080"/>
                  </a:lnTo>
                  <a:lnTo>
                    <a:pt x="1804000" y="1523358"/>
                  </a:lnTo>
                  <a:lnTo>
                    <a:pt x="1806173" y="1528635"/>
                  </a:lnTo>
                  <a:lnTo>
                    <a:pt x="1808346" y="1533913"/>
                  </a:lnTo>
                  <a:lnTo>
                    <a:pt x="1811451" y="1532981"/>
                  </a:lnTo>
                  <a:lnTo>
                    <a:pt x="1813624" y="1532981"/>
                  </a:lnTo>
                  <a:lnTo>
                    <a:pt x="1815797" y="1532981"/>
                  </a:lnTo>
                  <a:lnTo>
                    <a:pt x="1816729" y="1530808"/>
                  </a:lnTo>
                  <a:lnTo>
                    <a:pt x="1818902" y="1530808"/>
                  </a:lnTo>
                  <a:lnTo>
                    <a:pt x="1826042" y="1526462"/>
                  </a:lnTo>
                  <a:lnTo>
                    <a:pt x="1830078" y="1523358"/>
                  </a:lnTo>
                  <a:lnTo>
                    <a:pt x="1831009" y="1521184"/>
                  </a:lnTo>
                  <a:lnTo>
                    <a:pt x="1835045" y="1518080"/>
                  </a:lnTo>
                  <a:lnTo>
                    <a:pt x="1838150" y="1513734"/>
                  </a:lnTo>
                  <a:lnTo>
                    <a:pt x="1837218" y="1508456"/>
                  </a:lnTo>
                  <a:lnTo>
                    <a:pt x="1837218" y="1503179"/>
                  </a:lnTo>
                  <a:lnTo>
                    <a:pt x="1835045" y="1501006"/>
                  </a:lnTo>
                  <a:lnTo>
                    <a:pt x="1835045" y="1498832"/>
                  </a:lnTo>
                  <a:lnTo>
                    <a:pt x="1835045" y="1495728"/>
                  </a:lnTo>
                  <a:lnTo>
                    <a:pt x="1835045" y="1491382"/>
                  </a:lnTo>
                  <a:lnTo>
                    <a:pt x="1835045" y="1483931"/>
                  </a:lnTo>
                  <a:lnTo>
                    <a:pt x="1862054" y="1478653"/>
                  </a:lnTo>
                  <a:lnTo>
                    <a:pt x="1891236" y="1469030"/>
                  </a:lnTo>
                  <a:lnTo>
                    <a:pt x="1916382" y="1458474"/>
                  </a:lnTo>
                  <a:lnTo>
                    <a:pt x="1940286" y="1443573"/>
                  </a:lnTo>
                  <a:lnTo>
                    <a:pt x="1958913" y="1423394"/>
                  </a:lnTo>
                  <a:lnTo>
                    <a:pt x="1967295" y="1408493"/>
                  </a:lnTo>
                  <a:lnTo>
                    <a:pt x="1974435" y="1394833"/>
                  </a:lnTo>
                  <a:lnTo>
                    <a:pt x="1981575" y="1379932"/>
                  </a:lnTo>
                  <a:lnTo>
                    <a:pt x="1993993" y="1371550"/>
                  </a:lnTo>
                  <a:lnTo>
                    <a:pt x="1993993" y="1351992"/>
                  </a:lnTo>
                  <a:lnTo>
                    <a:pt x="1993062" y="1329639"/>
                  </a:lnTo>
                  <a:lnTo>
                    <a:pt x="1989026" y="1309460"/>
                  </a:lnTo>
                  <a:lnTo>
                    <a:pt x="1981886" y="1289281"/>
                  </a:lnTo>
                  <a:lnTo>
                    <a:pt x="1973504" y="1274380"/>
                  </a:lnTo>
                  <a:lnTo>
                    <a:pt x="1958913" y="1264756"/>
                  </a:lnTo>
                  <a:lnTo>
                    <a:pt x="1964190" y="1252028"/>
                  </a:lnTo>
                  <a:lnTo>
                    <a:pt x="1969468" y="1244577"/>
                  </a:lnTo>
                  <a:lnTo>
                    <a:pt x="1976608" y="1237127"/>
                  </a:lnTo>
                  <a:lnTo>
                    <a:pt x="1983748" y="1227503"/>
                  </a:lnTo>
                  <a:lnTo>
                    <a:pt x="2003617" y="1227503"/>
                  </a:lnTo>
                  <a:lnTo>
                    <a:pt x="2003617" y="1214774"/>
                  </a:lnTo>
                  <a:lnTo>
                    <a:pt x="1998339" y="1214774"/>
                  </a:lnTo>
                  <a:lnTo>
                    <a:pt x="1987784" y="1209497"/>
                  </a:lnTo>
                  <a:lnTo>
                    <a:pt x="1978471" y="1209497"/>
                  </a:lnTo>
                  <a:lnTo>
                    <a:pt x="1969157" y="1212601"/>
                  </a:lnTo>
                  <a:lnTo>
                    <a:pt x="1958602" y="1218810"/>
                  </a:lnTo>
                  <a:lnTo>
                    <a:pt x="1954567" y="1212601"/>
                  </a:lnTo>
                  <a:lnTo>
                    <a:pt x="1951462" y="1209497"/>
                  </a:lnTo>
                  <a:lnTo>
                    <a:pt x="1947426" y="1205151"/>
                  </a:lnTo>
                  <a:lnTo>
                    <a:pt x="1942149" y="1202046"/>
                  </a:lnTo>
                  <a:lnTo>
                    <a:pt x="1935008" y="1197700"/>
                  </a:lnTo>
                  <a:lnTo>
                    <a:pt x="1942149" y="1184972"/>
                  </a:lnTo>
                  <a:lnTo>
                    <a:pt x="1954567" y="1174416"/>
                  </a:lnTo>
                  <a:lnTo>
                    <a:pt x="1966985" y="1164793"/>
                  </a:lnTo>
                  <a:lnTo>
                    <a:pt x="1978471" y="1153306"/>
                  </a:lnTo>
                  <a:lnTo>
                    <a:pt x="1983748" y="1155479"/>
                  </a:lnTo>
                  <a:lnTo>
                    <a:pt x="1987784" y="1155479"/>
                  </a:lnTo>
                  <a:lnTo>
                    <a:pt x="1990889" y="1157652"/>
                  </a:lnTo>
                  <a:lnTo>
                    <a:pt x="1993993" y="1157652"/>
                  </a:lnTo>
                  <a:lnTo>
                    <a:pt x="1990889" y="1165103"/>
                  </a:lnTo>
                  <a:lnTo>
                    <a:pt x="1988716" y="1168208"/>
                  </a:lnTo>
                  <a:lnTo>
                    <a:pt x="1987784" y="1174416"/>
                  </a:lnTo>
                  <a:lnTo>
                    <a:pt x="1985611" y="1177521"/>
                  </a:lnTo>
                  <a:lnTo>
                    <a:pt x="1983438" y="1182799"/>
                  </a:lnTo>
                  <a:lnTo>
                    <a:pt x="1983438" y="1187145"/>
                  </a:lnTo>
                  <a:lnTo>
                    <a:pt x="1995856" y="1181867"/>
                  </a:lnTo>
                  <a:lnTo>
                    <a:pt x="2010447" y="1175658"/>
                  </a:lnTo>
                  <a:lnTo>
                    <a:pt x="2022865" y="1172554"/>
                  </a:lnTo>
                  <a:lnTo>
                    <a:pt x="2034351" y="1174727"/>
                  </a:lnTo>
                  <a:lnTo>
                    <a:pt x="2043664" y="1174727"/>
                  </a:lnTo>
                  <a:lnTo>
                    <a:pt x="2039629" y="1182178"/>
                  </a:lnTo>
                  <a:lnTo>
                    <a:pt x="2037456" y="1187455"/>
                  </a:lnTo>
                  <a:lnTo>
                    <a:pt x="2034351" y="1192733"/>
                  </a:lnTo>
                  <a:lnTo>
                    <a:pt x="2030315" y="1198010"/>
                  </a:lnTo>
                  <a:lnTo>
                    <a:pt x="2034351" y="1204219"/>
                  </a:lnTo>
                  <a:lnTo>
                    <a:pt x="2037456" y="1205151"/>
                  </a:lnTo>
                  <a:lnTo>
                    <a:pt x="2039629" y="1207324"/>
                  </a:lnTo>
                  <a:lnTo>
                    <a:pt x="2041802" y="1207324"/>
                  </a:lnTo>
                  <a:lnTo>
                    <a:pt x="2044906" y="1207324"/>
                  </a:lnTo>
                  <a:lnTo>
                    <a:pt x="2048942" y="1207324"/>
                  </a:lnTo>
                  <a:lnTo>
                    <a:pt x="2054220" y="1207324"/>
                  </a:lnTo>
                  <a:lnTo>
                    <a:pt x="2054220" y="1218810"/>
                  </a:lnTo>
                  <a:lnTo>
                    <a:pt x="2052046" y="1233712"/>
                  </a:lnTo>
                  <a:lnTo>
                    <a:pt x="2052046" y="1246440"/>
                  </a:lnTo>
                  <a:lnTo>
                    <a:pt x="2054220" y="1254822"/>
                  </a:lnTo>
                  <a:lnTo>
                    <a:pt x="2054220" y="1264446"/>
                  </a:lnTo>
                  <a:lnTo>
                    <a:pt x="2078124" y="1261341"/>
                  </a:lnTo>
                  <a:lnTo>
                    <a:pt x="2092715" y="1255132"/>
                  </a:lnTo>
                  <a:lnTo>
                    <a:pt x="2099855" y="1247682"/>
                  </a:lnTo>
                  <a:lnTo>
                    <a:pt x="2102960" y="1239300"/>
                  </a:lnTo>
                  <a:lnTo>
                    <a:pt x="2100787" y="1226571"/>
                  </a:lnTo>
                  <a:lnTo>
                    <a:pt x="2097682" y="1215085"/>
                  </a:lnTo>
                  <a:lnTo>
                    <a:pt x="2090542" y="1202357"/>
                  </a:lnTo>
                  <a:lnTo>
                    <a:pt x="2085264" y="1189628"/>
                  </a:lnTo>
                  <a:lnTo>
                    <a:pt x="2078124" y="1178142"/>
                  </a:lnTo>
                  <a:lnTo>
                    <a:pt x="2074088" y="1167587"/>
                  </a:lnTo>
                  <a:lnTo>
                    <a:pt x="2078124" y="1165414"/>
                  </a:lnTo>
                  <a:lnTo>
                    <a:pt x="2081228" y="1165414"/>
                  </a:lnTo>
                  <a:lnTo>
                    <a:pt x="2083402" y="1165414"/>
                  </a:lnTo>
                  <a:lnTo>
                    <a:pt x="2085575" y="1163241"/>
                  </a:lnTo>
                  <a:lnTo>
                    <a:pt x="2087748" y="1163241"/>
                  </a:lnTo>
                  <a:lnTo>
                    <a:pt x="2098303" y="1155790"/>
                  </a:lnTo>
                  <a:lnTo>
                    <a:pt x="2105443" y="1145235"/>
                  </a:lnTo>
                  <a:lnTo>
                    <a:pt x="2110721" y="1133748"/>
                  </a:lnTo>
                  <a:lnTo>
                    <a:pt x="2117861" y="1123193"/>
                  </a:lnTo>
                  <a:lnTo>
                    <a:pt x="2127175" y="1113569"/>
                  </a:lnTo>
                  <a:lnTo>
                    <a:pt x="2137730" y="1111396"/>
                  </a:lnTo>
                  <a:lnTo>
                    <a:pt x="2149216" y="1111396"/>
                  </a:lnTo>
                  <a:lnTo>
                    <a:pt x="2161634" y="1113569"/>
                  </a:lnTo>
                  <a:lnTo>
                    <a:pt x="2174052" y="1110465"/>
                  </a:lnTo>
                  <a:lnTo>
                    <a:pt x="2178088" y="1106118"/>
                  </a:lnTo>
                  <a:lnTo>
                    <a:pt x="2185228" y="1096495"/>
                  </a:lnTo>
                  <a:lnTo>
                    <a:pt x="2195783" y="1083766"/>
                  </a:lnTo>
                  <a:lnTo>
                    <a:pt x="2208201" y="1071038"/>
                  </a:lnTo>
                  <a:lnTo>
                    <a:pt x="2219687" y="1056137"/>
                  </a:lnTo>
                  <a:lnTo>
                    <a:pt x="2230242" y="1043408"/>
                  </a:lnTo>
                  <a:lnTo>
                    <a:pt x="2239556" y="1031922"/>
                  </a:lnTo>
                  <a:lnTo>
                    <a:pt x="2243592" y="1028817"/>
                  </a:lnTo>
                  <a:lnTo>
                    <a:pt x="2250732" y="1011743"/>
                  </a:lnTo>
                  <a:lnTo>
                    <a:pt x="2256010" y="999015"/>
                  </a:lnTo>
                  <a:lnTo>
                    <a:pt x="2263150" y="986286"/>
                  </a:lnTo>
                  <a:lnTo>
                    <a:pt x="2273705" y="974800"/>
                  </a:lnTo>
                  <a:lnTo>
                    <a:pt x="2270600" y="962072"/>
                  </a:lnTo>
                  <a:lnTo>
                    <a:pt x="2266565" y="952448"/>
                  </a:lnTo>
                  <a:lnTo>
                    <a:pt x="2263460" y="942824"/>
                  </a:lnTo>
                  <a:lnTo>
                    <a:pt x="2263460" y="932269"/>
                  </a:lnTo>
                  <a:lnTo>
                    <a:pt x="2265633" y="922645"/>
                  </a:lnTo>
                  <a:lnTo>
                    <a:pt x="2270911" y="917367"/>
                  </a:lnTo>
                  <a:lnTo>
                    <a:pt x="2273084" y="912090"/>
                  </a:lnTo>
                  <a:lnTo>
                    <a:pt x="2270911" y="902466"/>
                  </a:lnTo>
                  <a:lnTo>
                    <a:pt x="2266875" y="887565"/>
                  </a:lnTo>
                  <a:lnTo>
                    <a:pt x="2263771" y="877941"/>
                  </a:lnTo>
                  <a:lnTo>
                    <a:pt x="2258493" y="870490"/>
                  </a:lnTo>
                  <a:lnTo>
                    <a:pt x="2251353" y="862108"/>
                  </a:lnTo>
                  <a:lnTo>
                    <a:pt x="2242039" y="862108"/>
                  </a:lnTo>
                  <a:lnTo>
                    <a:pt x="2236762" y="862108"/>
                  </a:lnTo>
                  <a:lnTo>
                    <a:pt x="2230553" y="863039"/>
                  </a:lnTo>
                  <a:lnTo>
                    <a:pt x="2227448" y="865213"/>
                  </a:lnTo>
                  <a:lnTo>
                    <a:pt x="2223413" y="869559"/>
                  </a:lnTo>
                  <a:lnTo>
                    <a:pt x="2216272" y="867386"/>
                  </a:lnTo>
                  <a:lnTo>
                    <a:pt x="2213168" y="865213"/>
                  </a:lnTo>
                  <a:lnTo>
                    <a:pt x="2209132" y="862108"/>
                  </a:lnTo>
                  <a:lnTo>
                    <a:pt x="2208201" y="857762"/>
                  </a:lnTo>
                  <a:lnTo>
                    <a:pt x="2206028" y="854657"/>
                  </a:lnTo>
                  <a:lnTo>
                    <a:pt x="2203854" y="848448"/>
                  </a:lnTo>
                  <a:lnTo>
                    <a:pt x="2188332" y="848448"/>
                  </a:lnTo>
                  <a:lnTo>
                    <a:pt x="2188332" y="837893"/>
                  </a:lnTo>
                  <a:lnTo>
                    <a:pt x="2200750" y="828269"/>
                  </a:lnTo>
                  <a:lnTo>
                    <a:pt x="2206028" y="820819"/>
                  </a:lnTo>
                  <a:lnTo>
                    <a:pt x="2211305" y="812437"/>
                  </a:lnTo>
                  <a:lnTo>
                    <a:pt x="2218446" y="804986"/>
                  </a:lnTo>
                  <a:lnTo>
                    <a:pt x="2247627" y="795362"/>
                  </a:lnTo>
                  <a:lnTo>
                    <a:pt x="2256941" y="785738"/>
                  </a:lnTo>
                  <a:lnTo>
                    <a:pt x="2264081" y="773010"/>
                  </a:lnTo>
                  <a:lnTo>
                    <a:pt x="2271221" y="760282"/>
                  </a:lnTo>
                  <a:lnTo>
                    <a:pt x="2278361" y="746622"/>
                  </a:lnTo>
                  <a:lnTo>
                    <a:pt x="2290779" y="736067"/>
                  </a:lnTo>
                  <a:lnTo>
                    <a:pt x="2305370" y="726443"/>
                  </a:lnTo>
                  <a:lnTo>
                    <a:pt x="2317788" y="713715"/>
                  </a:lnTo>
                  <a:lnTo>
                    <a:pt x="2354110" y="718993"/>
                  </a:lnTo>
                  <a:lnTo>
                    <a:pt x="2363424" y="730479"/>
                  </a:lnTo>
                  <a:lnTo>
                    <a:pt x="2375841" y="732652"/>
                  </a:lnTo>
                  <a:lnTo>
                    <a:pt x="2390432" y="726443"/>
                  </a:lnTo>
                  <a:lnTo>
                    <a:pt x="2407196" y="723339"/>
                  </a:lnTo>
                  <a:lnTo>
                    <a:pt x="2407196" y="743518"/>
                  </a:lnTo>
                  <a:lnTo>
                    <a:pt x="2422719" y="743518"/>
                  </a:lnTo>
                  <a:lnTo>
                    <a:pt x="2439483" y="741345"/>
                  </a:lnTo>
                  <a:lnTo>
                    <a:pt x="2451901" y="739171"/>
                  </a:lnTo>
                  <a:lnTo>
                    <a:pt x="2463387" y="733894"/>
                  </a:lnTo>
                  <a:lnTo>
                    <a:pt x="2463387" y="730789"/>
                  </a:lnTo>
                  <a:lnTo>
                    <a:pt x="2461214" y="726443"/>
                  </a:lnTo>
                  <a:lnTo>
                    <a:pt x="2459041" y="721166"/>
                  </a:lnTo>
                  <a:lnTo>
                    <a:pt x="2458110" y="718061"/>
                  </a:lnTo>
                  <a:lnTo>
                    <a:pt x="2458110" y="713715"/>
                  </a:lnTo>
                  <a:lnTo>
                    <a:pt x="2458110" y="710610"/>
                  </a:lnTo>
                  <a:lnTo>
                    <a:pt x="2463387" y="700987"/>
                  </a:lnTo>
                  <a:lnTo>
                    <a:pt x="2473942" y="688258"/>
                  </a:lnTo>
                  <a:lnTo>
                    <a:pt x="2485429" y="674599"/>
                  </a:lnTo>
                  <a:lnTo>
                    <a:pt x="2497847" y="664044"/>
                  </a:lnTo>
                  <a:lnTo>
                    <a:pt x="2507160" y="658766"/>
                  </a:lnTo>
                  <a:lnTo>
                    <a:pt x="2510265" y="656593"/>
                  </a:lnTo>
                  <a:lnTo>
                    <a:pt x="2515542" y="658766"/>
                  </a:lnTo>
                  <a:lnTo>
                    <a:pt x="2519578" y="659697"/>
                  </a:lnTo>
                  <a:lnTo>
                    <a:pt x="2524855" y="661871"/>
                  </a:lnTo>
                  <a:lnTo>
                    <a:pt x="2530133" y="666217"/>
                  </a:lnTo>
                  <a:lnTo>
                    <a:pt x="2530133" y="669321"/>
                  </a:lnTo>
                  <a:lnTo>
                    <a:pt x="2529202" y="673667"/>
                  </a:lnTo>
                  <a:lnTo>
                    <a:pt x="2529202" y="674599"/>
                  </a:lnTo>
                  <a:lnTo>
                    <a:pt x="2529202" y="676772"/>
                  </a:lnTo>
                  <a:lnTo>
                    <a:pt x="2527028" y="678945"/>
                  </a:lnTo>
                  <a:lnTo>
                    <a:pt x="2527028" y="684223"/>
                  </a:lnTo>
                  <a:lnTo>
                    <a:pt x="2529202" y="688569"/>
                  </a:lnTo>
                  <a:lnTo>
                    <a:pt x="2529202" y="689500"/>
                  </a:lnTo>
                  <a:lnTo>
                    <a:pt x="2530133" y="695709"/>
                  </a:lnTo>
                  <a:lnTo>
                    <a:pt x="2546897" y="688258"/>
                  </a:lnTo>
                  <a:lnTo>
                    <a:pt x="2559315" y="678635"/>
                  </a:lnTo>
                  <a:lnTo>
                    <a:pt x="2568628" y="665906"/>
                  </a:lnTo>
                  <a:lnTo>
                    <a:pt x="2577942" y="651005"/>
                  </a:lnTo>
                  <a:lnTo>
                    <a:pt x="2587255" y="637345"/>
                  </a:lnTo>
                  <a:lnTo>
                    <a:pt x="2588186" y="636414"/>
                  </a:lnTo>
                  <a:lnTo>
                    <a:pt x="2590359" y="634241"/>
                  </a:lnTo>
                  <a:lnTo>
                    <a:pt x="2593464" y="632068"/>
                  </a:lnTo>
                  <a:lnTo>
                    <a:pt x="2595637" y="634241"/>
                  </a:lnTo>
                  <a:lnTo>
                    <a:pt x="2595637" y="636414"/>
                  </a:lnTo>
                  <a:lnTo>
                    <a:pt x="2597810" y="636414"/>
                  </a:lnTo>
                  <a:lnTo>
                    <a:pt x="2597810" y="637345"/>
                  </a:lnTo>
                  <a:lnTo>
                    <a:pt x="2592533" y="651005"/>
                  </a:lnTo>
                  <a:lnTo>
                    <a:pt x="2588497" y="665906"/>
                  </a:lnTo>
                  <a:lnTo>
                    <a:pt x="2583219" y="678635"/>
                  </a:lnTo>
                  <a:lnTo>
                    <a:pt x="2570802" y="688258"/>
                  </a:lnTo>
                  <a:lnTo>
                    <a:pt x="2558384" y="696640"/>
                  </a:lnTo>
                  <a:lnTo>
                    <a:pt x="2546897" y="706264"/>
                  </a:lnTo>
                  <a:lnTo>
                    <a:pt x="2532306" y="728616"/>
                  </a:lnTo>
                  <a:lnTo>
                    <a:pt x="2517715" y="750968"/>
                  </a:lnTo>
                  <a:lnTo>
                    <a:pt x="2510575" y="758419"/>
                  </a:lnTo>
                  <a:lnTo>
                    <a:pt x="2500020" y="761524"/>
                  </a:lnTo>
                  <a:lnTo>
                    <a:pt x="2490706" y="765870"/>
                  </a:lnTo>
                  <a:lnTo>
                    <a:pt x="2483566" y="771147"/>
                  </a:lnTo>
                  <a:lnTo>
                    <a:pt x="2476426" y="786049"/>
                  </a:lnTo>
                  <a:lnTo>
                    <a:pt x="2478599" y="798777"/>
                  </a:lnTo>
                  <a:lnTo>
                    <a:pt x="2483877" y="808401"/>
                  </a:lnTo>
                  <a:lnTo>
                    <a:pt x="2480772" y="815852"/>
                  </a:lnTo>
                  <a:lnTo>
                    <a:pt x="2478599" y="821129"/>
                  </a:lnTo>
                  <a:lnTo>
                    <a:pt x="2473322" y="825475"/>
                  </a:lnTo>
                  <a:lnTo>
                    <a:pt x="2469286" y="828580"/>
                  </a:lnTo>
                  <a:lnTo>
                    <a:pt x="2464008" y="832926"/>
                  </a:lnTo>
                  <a:lnTo>
                    <a:pt x="2461835" y="865833"/>
                  </a:lnTo>
                  <a:lnTo>
                    <a:pt x="2464008" y="893463"/>
                  </a:lnTo>
                  <a:lnTo>
                    <a:pt x="2473322" y="917678"/>
                  </a:lnTo>
                  <a:lnTo>
                    <a:pt x="2487912" y="937857"/>
                  </a:lnTo>
                  <a:lnTo>
                    <a:pt x="2487912" y="943134"/>
                  </a:lnTo>
                  <a:lnTo>
                    <a:pt x="2494121" y="943134"/>
                  </a:lnTo>
                  <a:lnTo>
                    <a:pt x="2498157" y="922955"/>
                  </a:lnTo>
                  <a:lnTo>
                    <a:pt x="2510575" y="922955"/>
                  </a:lnTo>
                  <a:lnTo>
                    <a:pt x="2515852" y="904950"/>
                  </a:lnTo>
                  <a:lnTo>
                    <a:pt x="2522993" y="890048"/>
                  </a:lnTo>
                  <a:lnTo>
                    <a:pt x="2527028" y="890048"/>
                  </a:lnTo>
                  <a:lnTo>
                    <a:pt x="2529202" y="890048"/>
                  </a:lnTo>
                  <a:lnTo>
                    <a:pt x="2530133" y="890048"/>
                  </a:lnTo>
                  <a:lnTo>
                    <a:pt x="2534169" y="890048"/>
                  </a:lnTo>
                  <a:lnTo>
                    <a:pt x="2537273" y="890048"/>
                  </a:lnTo>
                  <a:lnTo>
                    <a:pt x="2539446" y="875147"/>
                  </a:lnTo>
                  <a:lnTo>
                    <a:pt x="2541620" y="867696"/>
                  </a:lnTo>
                  <a:lnTo>
                    <a:pt x="2546897" y="860245"/>
                  </a:lnTo>
                  <a:lnTo>
                    <a:pt x="2554037" y="848759"/>
                  </a:lnTo>
                  <a:lnTo>
                    <a:pt x="2566455" y="848759"/>
                  </a:lnTo>
                  <a:lnTo>
                    <a:pt x="2566455" y="840377"/>
                  </a:lnTo>
                  <a:lnTo>
                    <a:pt x="2566455" y="832926"/>
                  </a:lnTo>
                  <a:lnTo>
                    <a:pt x="2568628" y="827649"/>
                  </a:lnTo>
                  <a:lnTo>
                    <a:pt x="2570802" y="821440"/>
                  </a:lnTo>
                  <a:lnTo>
                    <a:pt x="2572975" y="820508"/>
                  </a:lnTo>
                  <a:lnTo>
                    <a:pt x="2573906" y="818335"/>
                  </a:lnTo>
                  <a:lnTo>
                    <a:pt x="2576079" y="818335"/>
                  </a:lnTo>
                  <a:lnTo>
                    <a:pt x="2578252" y="818335"/>
                  </a:lnTo>
                  <a:lnTo>
                    <a:pt x="2583530" y="818335"/>
                  </a:lnTo>
                  <a:lnTo>
                    <a:pt x="2580425" y="794120"/>
                  </a:lnTo>
                  <a:lnTo>
                    <a:pt x="2580425" y="766491"/>
                  </a:lnTo>
                  <a:lnTo>
                    <a:pt x="2581356" y="742276"/>
                  </a:lnTo>
                  <a:lnTo>
                    <a:pt x="2590670" y="719924"/>
                  </a:lnTo>
                  <a:lnTo>
                    <a:pt x="2595948" y="718993"/>
                  </a:lnTo>
                  <a:lnTo>
                    <a:pt x="2607434" y="716819"/>
                  </a:lnTo>
                  <a:lnTo>
                    <a:pt x="2619852" y="716819"/>
                  </a:lnTo>
                  <a:lnTo>
                    <a:pt x="2629165" y="716819"/>
                  </a:lnTo>
                  <a:lnTo>
                    <a:pt x="2634443" y="714646"/>
                  </a:lnTo>
                  <a:lnTo>
                    <a:pt x="2634443" y="707196"/>
                  </a:lnTo>
                  <a:lnTo>
                    <a:pt x="2639720" y="704091"/>
                  </a:lnTo>
                  <a:lnTo>
                    <a:pt x="2646861" y="699745"/>
                  </a:lnTo>
                  <a:lnTo>
                    <a:pt x="2656174" y="697572"/>
                  </a:lnTo>
                  <a:lnTo>
                    <a:pt x="2663314" y="696640"/>
                  </a:lnTo>
                  <a:lnTo>
                    <a:pt x="2666419" y="701918"/>
                  </a:lnTo>
                  <a:lnTo>
                    <a:pt x="2672628" y="707196"/>
                  </a:lnTo>
                  <a:lnTo>
                    <a:pt x="2677905" y="711542"/>
                  </a:lnTo>
                  <a:lnTo>
                    <a:pt x="2685045" y="709369"/>
                  </a:lnTo>
                  <a:lnTo>
                    <a:pt x="2692186" y="705022"/>
                  </a:lnTo>
                  <a:lnTo>
                    <a:pt x="2702741" y="701918"/>
                  </a:lnTo>
                  <a:lnTo>
                    <a:pt x="2717332" y="699745"/>
                  </a:lnTo>
                  <a:lnTo>
                    <a:pt x="2724472" y="689190"/>
                  </a:lnTo>
                  <a:lnTo>
                    <a:pt x="2728508" y="677703"/>
                  </a:lnTo>
                  <a:lnTo>
                    <a:pt x="2729439" y="662802"/>
                  </a:lnTo>
                  <a:lnTo>
                    <a:pt x="2744030" y="657524"/>
                  </a:lnTo>
                  <a:lnTo>
                    <a:pt x="2757690" y="652247"/>
                  </a:lnTo>
                  <a:lnTo>
                    <a:pt x="2768245" y="644796"/>
                  </a:lnTo>
                  <a:lnTo>
                    <a:pt x="2773522" y="629895"/>
                  </a:lnTo>
                  <a:lnTo>
                    <a:pt x="2782836" y="632068"/>
                  </a:lnTo>
                  <a:lnTo>
                    <a:pt x="2789976" y="632999"/>
                  </a:lnTo>
                  <a:lnTo>
                    <a:pt x="2795254" y="637345"/>
                  </a:lnTo>
                  <a:lnTo>
                    <a:pt x="2802394" y="642623"/>
                  </a:lnTo>
                  <a:lnTo>
                    <a:pt x="2807671" y="640450"/>
                  </a:lnTo>
                  <a:lnTo>
                    <a:pt x="2811707" y="640450"/>
                  </a:lnTo>
                  <a:lnTo>
                    <a:pt x="2813880" y="638277"/>
                  </a:lnTo>
                  <a:lnTo>
                    <a:pt x="2816985" y="638277"/>
                  </a:lnTo>
                  <a:lnTo>
                    <a:pt x="2811707" y="612820"/>
                  </a:lnTo>
                  <a:lnTo>
                    <a:pt x="2800221" y="590468"/>
                  </a:lnTo>
                  <a:lnTo>
                    <a:pt x="2789666" y="577740"/>
                  </a:lnTo>
                  <a:lnTo>
                    <a:pt x="2792770" y="572462"/>
                  </a:lnTo>
                  <a:lnTo>
                    <a:pt x="2794943" y="570289"/>
                  </a:lnTo>
                  <a:lnTo>
                    <a:pt x="2797116" y="568116"/>
                  </a:lnTo>
                  <a:lnTo>
                    <a:pt x="2799290" y="568116"/>
                  </a:lnTo>
                  <a:lnTo>
                    <a:pt x="2800221" y="568116"/>
                  </a:lnTo>
                  <a:lnTo>
                    <a:pt x="2802394" y="570289"/>
                  </a:lnTo>
                  <a:lnTo>
                    <a:pt x="2804567" y="570289"/>
                  </a:lnTo>
                  <a:lnTo>
                    <a:pt x="2806740" y="570289"/>
                  </a:lnTo>
                  <a:lnTo>
                    <a:pt x="2809845" y="570289"/>
                  </a:lnTo>
                  <a:lnTo>
                    <a:pt x="2813880" y="568116"/>
                  </a:lnTo>
                  <a:lnTo>
                    <a:pt x="2822263" y="560665"/>
                  </a:lnTo>
                  <a:lnTo>
                    <a:pt x="2826298" y="547937"/>
                  </a:lnTo>
                  <a:lnTo>
                    <a:pt x="2829403" y="533036"/>
                  </a:lnTo>
                  <a:lnTo>
                    <a:pt x="2829403" y="520307"/>
                  </a:lnTo>
                  <a:lnTo>
                    <a:pt x="2833439" y="525585"/>
                  </a:lnTo>
                  <a:lnTo>
                    <a:pt x="2838716" y="533036"/>
                  </a:lnTo>
                  <a:lnTo>
                    <a:pt x="2842752" y="540486"/>
                  </a:lnTo>
                  <a:lnTo>
                    <a:pt x="2845856" y="538313"/>
                  </a:lnTo>
                  <a:lnTo>
                    <a:pt x="2848029" y="538313"/>
                  </a:lnTo>
                  <a:lnTo>
                    <a:pt x="2850203" y="538313"/>
                  </a:lnTo>
                  <a:lnTo>
                    <a:pt x="2851134" y="536140"/>
                  </a:lnTo>
                  <a:lnTo>
                    <a:pt x="2853307" y="536140"/>
                  </a:lnTo>
                  <a:lnTo>
                    <a:pt x="2860447" y="536140"/>
                  </a:lnTo>
                  <a:lnTo>
                    <a:pt x="2864483" y="538313"/>
                  </a:lnTo>
                  <a:lnTo>
                    <a:pt x="2865414" y="540486"/>
                  </a:lnTo>
                  <a:lnTo>
                    <a:pt x="2869450" y="542659"/>
                  </a:lnTo>
                  <a:lnTo>
                    <a:pt x="2872555" y="543591"/>
                  </a:lnTo>
                  <a:lnTo>
                    <a:pt x="2872555" y="557250"/>
                  </a:lnTo>
                  <a:lnTo>
                    <a:pt x="2887146" y="560355"/>
                  </a:lnTo>
                  <a:lnTo>
                    <a:pt x="2898632" y="565632"/>
                  </a:lnTo>
                  <a:lnTo>
                    <a:pt x="2905772" y="577119"/>
                  </a:lnTo>
                  <a:lnTo>
                    <a:pt x="2912913" y="577119"/>
                  </a:lnTo>
                  <a:lnTo>
                    <a:pt x="2916017" y="577119"/>
                  </a:lnTo>
                  <a:lnTo>
                    <a:pt x="2920053" y="577119"/>
                  </a:lnTo>
                  <a:lnTo>
                    <a:pt x="2923158" y="574946"/>
                  </a:lnTo>
                  <a:lnTo>
                    <a:pt x="2925330" y="572773"/>
                  </a:lnTo>
                  <a:lnTo>
                    <a:pt x="2928435" y="567495"/>
                  </a:lnTo>
                  <a:lnTo>
                    <a:pt x="2930608" y="564390"/>
                  </a:lnTo>
                  <a:lnTo>
                    <a:pt x="2930608" y="562217"/>
                  </a:lnTo>
                  <a:lnTo>
                    <a:pt x="2928435" y="557871"/>
                  </a:lnTo>
                  <a:lnTo>
                    <a:pt x="2927503" y="556940"/>
                  </a:lnTo>
                  <a:lnTo>
                    <a:pt x="2925330" y="554767"/>
                  </a:lnTo>
                  <a:lnTo>
                    <a:pt x="2921295" y="552594"/>
                  </a:lnTo>
                  <a:lnTo>
                    <a:pt x="2923468" y="547316"/>
                  </a:lnTo>
                  <a:lnTo>
                    <a:pt x="2925641" y="542038"/>
                  </a:lnTo>
                  <a:lnTo>
                    <a:pt x="2927814" y="539865"/>
                  </a:lnTo>
                  <a:lnTo>
                    <a:pt x="2930919" y="535519"/>
                  </a:lnTo>
                  <a:lnTo>
                    <a:pt x="2933092" y="532415"/>
                  </a:lnTo>
                  <a:lnTo>
                    <a:pt x="2969414" y="532415"/>
                  </a:lnTo>
                  <a:lnTo>
                    <a:pt x="2965999" y="516271"/>
                  </a:lnTo>
                  <a:close/>
                  <a:moveTo>
                    <a:pt x="758729" y="1039993"/>
                  </a:moveTo>
                  <a:lnTo>
                    <a:pt x="776425" y="1034716"/>
                  </a:lnTo>
                  <a:lnTo>
                    <a:pt x="791016" y="1027265"/>
                  </a:lnTo>
                  <a:lnTo>
                    <a:pt x="791016" y="1030370"/>
                  </a:lnTo>
                  <a:lnTo>
                    <a:pt x="791016" y="1034716"/>
                  </a:lnTo>
                  <a:lnTo>
                    <a:pt x="791016" y="1039993"/>
                  </a:lnTo>
                  <a:lnTo>
                    <a:pt x="788843" y="1045271"/>
                  </a:lnTo>
                  <a:lnTo>
                    <a:pt x="785738" y="1050549"/>
                  </a:lnTo>
                  <a:lnTo>
                    <a:pt x="785738" y="1057999"/>
                  </a:lnTo>
                  <a:lnTo>
                    <a:pt x="774252" y="1057999"/>
                  </a:lnTo>
                  <a:lnTo>
                    <a:pt x="765870" y="1057068"/>
                  </a:lnTo>
                  <a:lnTo>
                    <a:pt x="758729" y="1054895"/>
                  </a:lnTo>
                  <a:lnTo>
                    <a:pt x="758729" y="1039993"/>
                  </a:lnTo>
                  <a:close/>
                  <a:moveTo>
                    <a:pt x="644175" y="1152064"/>
                  </a:moveTo>
                  <a:lnTo>
                    <a:pt x="645106" y="1151133"/>
                  </a:lnTo>
                  <a:lnTo>
                    <a:pt x="645106" y="1148960"/>
                  </a:lnTo>
                  <a:lnTo>
                    <a:pt x="647279" y="1148960"/>
                  </a:lnTo>
                  <a:lnTo>
                    <a:pt x="649453" y="1146787"/>
                  </a:lnTo>
                  <a:lnTo>
                    <a:pt x="651626" y="1144614"/>
                  </a:lnTo>
                  <a:lnTo>
                    <a:pt x="666217" y="1144614"/>
                  </a:lnTo>
                  <a:lnTo>
                    <a:pt x="662181" y="1148960"/>
                  </a:lnTo>
                  <a:lnTo>
                    <a:pt x="659076" y="1151133"/>
                  </a:lnTo>
                  <a:lnTo>
                    <a:pt x="655041" y="1152064"/>
                  </a:lnTo>
                  <a:lnTo>
                    <a:pt x="651936" y="1154238"/>
                  </a:lnTo>
                  <a:lnTo>
                    <a:pt x="645727" y="1156411"/>
                  </a:lnTo>
                  <a:lnTo>
                    <a:pt x="642623" y="1156411"/>
                  </a:lnTo>
                  <a:lnTo>
                    <a:pt x="644175" y="1152064"/>
                  </a:lnTo>
                  <a:close/>
                  <a:moveTo>
                    <a:pt x="765870" y="1265377"/>
                  </a:moveTo>
                  <a:lnTo>
                    <a:pt x="759661" y="1282452"/>
                  </a:lnTo>
                  <a:lnTo>
                    <a:pt x="752520" y="1300457"/>
                  </a:lnTo>
                  <a:lnTo>
                    <a:pt x="751589" y="1315359"/>
                  </a:lnTo>
                  <a:lnTo>
                    <a:pt x="737930" y="1319705"/>
                  </a:lnTo>
                  <a:lnTo>
                    <a:pt x="725512" y="1320636"/>
                  </a:lnTo>
                  <a:lnTo>
                    <a:pt x="714957" y="1315359"/>
                  </a:lnTo>
                  <a:lnTo>
                    <a:pt x="701297" y="1312254"/>
                  </a:lnTo>
                  <a:lnTo>
                    <a:pt x="696019" y="1312254"/>
                  </a:lnTo>
                  <a:lnTo>
                    <a:pt x="692915" y="1312254"/>
                  </a:lnTo>
                  <a:lnTo>
                    <a:pt x="688879" y="1313186"/>
                  </a:lnTo>
                  <a:lnTo>
                    <a:pt x="685775" y="1317532"/>
                  </a:lnTo>
                  <a:lnTo>
                    <a:pt x="683602" y="1319705"/>
                  </a:lnTo>
                  <a:lnTo>
                    <a:pt x="681428" y="1322810"/>
                  </a:lnTo>
                  <a:lnTo>
                    <a:pt x="678324" y="1324983"/>
                  </a:lnTo>
                  <a:lnTo>
                    <a:pt x="673046" y="1322810"/>
                  </a:lnTo>
                  <a:lnTo>
                    <a:pt x="661560" y="1320636"/>
                  </a:lnTo>
                  <a:lnTo>
                    <a:pt x="646969" y="1319705"/>
                  </a:lnTo>
                  <a:lnTo>
                    <a:pt x="632378" y="1315359"/>
                  </a:lnTo>
                  <a:lnTo>
                    <a:pt x="617787" y="1313186"/>
                  </a:lnTo>
                  <a:lnTo>
                    <a:pt x="610647" y="1312254"/>
                  </a:lnTo>
                  <a:lnTo>
                    <a:pt x="596056" y="1306046"/>
                  </a:lnTo>
                  <a:lnTo>
                    <a:pt x="581465" y="1298595"/>
                  </a:lnTo>
                  <a:lnTo>
                    <a:pt x="566874" y="1295490"/>
                  </a:lnTo>
                  <a:lnTo>
                    <a:pt x="551352" y="1298595"/>
                  </a:lnTo>
                  <a:lnTo>
                    <a:pt x="539865" y="1306046"/>
                  </a:lnTo>
                  <a:lnTo>
                    <a:pt x="536761" y="1315669"/>
                  </a:lnTo>
                  <a:lnTo>
                    <a:pt x="532725" y="1325293"/>
                  </a:lnTo>
                  <a:lnTo>
                    <a:pt x="530552" y="1335848"/>
                  </a:lnTo>
                  <a:lnTo>
                    <a:pt x="523411" y="1334917"/>
                  </a:lnTo>
                  <a:lnTo>
                    <a:pt x="510994" y="1330571"/>
                  </a:lnTo>
                  <a:lnTo>
                    <a:pt x="496403" y="1327466"/>
                  </a:lnTo>
                  <a:lnTo>
                    <a:pt x="485848" y="1323120"/>
                  </a:lnTo>
                  <a:lnTo>
                    <a:pt x="478707" y="1320016"/>
                  </a:lnTo>
                  <a:lnTo>
                    <a:pt x="474671" y="1305114"/>
                  </a:lnTo>
                  <a:lnTo>
                    <a:pt x="460081" y="1297664"/>
                  </a:lnTo>
                  <a:lnTo>
                    <a:pt x="445490" y="1295490"/>
                  </a:lnTo>
                  <a:lnTo>
                    <a:pt x="430899" y="1295490"/>
                  </a:lnTo>
                  <a:lnTo>
                    <a:pt x="418481" y="1291144"/>
                  </a:lnTo>
                  <a:lnTo>
                    <a:pt x="415376" y="1288040"/>
                  </a:lnTo>
                  <a:lnTo>
                    <a:pt x="413203" y="1285867"/>
                  </a:lnTo>
                  <a:lnTo>
                    <a:pt x="409167" y="1282762"/>
                  </a:lnTo>
                  <a:lnTo>
                    <a:pt x="408236" y="1278416"/>
                  </a:lnTo>
                  <a:lnTo>
                    <a:pt x="402027" y="1275311"/>
                  </a:lnTo>
                  <a:lnTo>
                    <a:pt x="406063" y="1256374"/>
                  </a:lnTo>
                  <a:lnTo>
                    <a:pt x="409167" y="1238368"/>
                  </a:lnTo>
                  <a:lnTo>
                    <a:pt x="415376" y="1221294"/>
                  </a:lnTo>
                  <a:lnTo>
                    <a:pt x="410720" y="1221294"/>
                  </a:lnTo>
                  <a:lnTo>
                    <a:pt x="401406" y="1219121"/>
                  </a:lnTo>
                  <a:lnTo>
                    <a:pt x="381538" y="1218189"/>
                  </a:lnTo>
                  <a:lnTo>
                    <a:pt x="358565" y="1218189"/>
                  </a:lnTo>
                  <a:lnTo>
                    <a:pt x="330314" y="1218189"/>
                  </a:lnTo>
                  <a:lnTo>
                    <a:pt x="305168" y="1219121"/>
                  </a:lnTo>
                  <a:lnTo>
                    <a:pt x="281264" y="1223467"/>
                  </a:lnTo>
                  <a:lnTo>
                    <a:pt x="265742" y="1226571"/>
                  </a:lnTo>
                  <a:lnTo>
                    <a:pt x="254255" y="1234022"/>
                  </a:lnTo>
                  <a:lnTo>
                    <a:pt x="239664" y="1243646"/>
                  </a:lnTo>
                  <a:lnTo>
                    <a:pt x="225073" y="1251097"/>
                  </a:lnTo>
                  <a:lnTo>
                    <a:pt x="174160" y="1243646"/>
                  </a:lnTo>
                  <a:lnTo>
                    <a:pt x="174160" y="1234022"/>
                  </a:lnTo>
                  <a:lnTo>
                    <a:pt x="180369" y="1233091"/>
                  </a:lnTo>
                  <a:lnTo>
                    <a:pt x="183473" y="1230918"/>
                  </a:lnTo>
                  <a:lnTo>
                    <a:pt x="187509" y="1228744"/>
                  </a:lnTo>
                  <a:lnTo>
                    <a:pt x="190614" y="1226571"/>
                  </a:lnTo>
                  <a:lnTo>
                    <a:pt x="192787" y="1226571"/>
                  </a:lnTo>
                  <a:lnTo>
                    <a:pt x="195891" y="1228744"/>
                  </a:lnTo>
                  <a:lnTo>
                    <a:pt x="199927" y="1230918"/>
                  </a:lnTo>
                  <a:lnTo>
                    <a:pt x="205205" y="1233091"/>
                  </a:lnTo>
                  <a:lnTo>
                    <a:pt x="208309" y="1233091"/>
                  </a:lnTo>
                  <a:lnTo>
                    <a:pt x="214518" y="1230918"/>
                  </a:lnTo>
                  <a:lnTo>
                    <a:pt x="219796" y="1225640"/>
                  </a:lnTo>
                  <a:lnTo>
                    <a:pt x="222900" y="1219431"/>
                  </a:lnTo>
                  <a:lnTo>
                    <a:pt x="226936" y="1216327"/>
                  </a:lnTo>
                  <a:lnTo>
                    <a:pt x="232213" y="1211980"/>
                  </a:lnTo>
                  <a:lnTo>
                    <a:pt x="244631" y="1211049"/>
                  </a:lnTo>
                  <a:lnTo>
                    <a:pt x="244631" y="1204840"/>
                  </a:lnTo>
                  <a:lnTo>
                    <a:pt x="244631" y="1202978"/>
                  </a:lnTo>
                  <a:lnTo>
                    <a:pt x="244631" y="1200804"/>
                  </a:lnTo>
                  <a:lnTo>
                    <a:pt x="244631" y="1196458"/>
                  </a:lnTo>
                  <a:lnTo>
                    <a:pt x="248667" y="1195527"/>
                  </a:lnTo>
                  <a:lnTo>
                    <a:pt x="250840" y="1193354"/>
                  </a:lnTo>
                  <a:lnTo>
                    <a:pt x="251771" y="1191181"/>
                  </a:lnTo>
                  <a:lnTo>
                    <a:pt x="253945" y="1191181"/>
                  </a:lnTo>
                  <a:lnTo>
                    <a:pt x="256118" y="1189007"/>
                  </a:lnTo>
                  <a:lnTo>
                    <a:pt x="261395" y="1189007"/>
                  </a:lnTo>
                  <a:lnTo>
                    <a:pt x="259222" y="1185903"/>
                  </a:lnTo>
                  <a:lnTo>
                    <a:pt x="256118" y="1181557"/>
                  </a:lnTo>
                  <a:lnTo>
                    <a:pt x="253945" y="1180625"/>
                  </a:lnTo>
                  <a:lnTo>
                    <a:pt x="251771" y="1178452"/>
                  </a:lnTo>
                  <a:lnTo>
                    <a:pt x="251771" y="1174106"/>
                  </a:lnTo>
                  <a:lnTo>
                    <a:pt x="253945" y="1173175"/>
                  </a:lnTo>
                  <a:lnTo>
                    <a:pt x="257980" y="1159515"/>
                  </a:lnTo>
                  <a:lnTo>
                    <a:pt x="263258" y="1148960"/>
                  </a:lnTo>
                  <a:lnTo>
                    <a:pt x="270398" y="1139336"/>
                  </a:lnTo>
                  <a:lnTo>
                    <a:pt x="290267" y="1139336"/>
                  </a:lnTo>
                  <a:lnTo>
                    <a:pt x="295544" y="1130954"/>
                  </a:lnTo>
                  <a:lnTo>
                    <a:pt x="297717" y="1119468"/>
                  </a:lnTo>
                  <a:lnTo>
                    <a:pt x="300822" y="1108912"/>
                  </a:lnTo>
                  <a:lnTo>
                    <a:pt x="310135" y="1101462"/>
                  </a:lnTo>
                  <a:lnTo>
                    <a:pt x="314171" y="1099289"/>
                  </a:lnTo>
                  <a:lnTo>
                    <a:pt x="315102" y="1099289"/>
                  </a:lnTo>
                  <a:lnTo>
                    <a:pt x="319138" y="1099289"/>
                  </a:lnTo>
                  <a:lnTo>
                    <a:pt x="321311" y="1101462"/>
                  </a:lnTo>
                  <a:lnTo>
                    <a:pt x="322243" y="1104566"/>
                  </a:lnTo>
                  <a:lnTo>
                    <a:pt x="324416" y="1108912"/>
                  </a:lnTo>
                  <a:lnTo>
                    <a:pt x="344284" y="1104566"/>
                  </a:lnTo>
                  <a:lnTo>
                    <a:pt x="361048" y="1094942"/>
                  </a:lnTo>
                  <a:lnTo>
                    <a:pt x="373466" y="1084387"/>
                  </a:lnTo>
                  <a:lnTo>
                    <a:pt x="388057" y="1089665"/>
                  </a:lnTo>
                  <a:lnTo>
                    <a:pt x="399544" y="1101151"/>
                  </a:lnTo>
                  <a:lnTo>
                    <a:pt x="406684" y="1113880"/>
                  </a:lnTo>
                  <a:lnTo>
                    <a:pt x="415066" y="1124435"/>
                  </a:lnTo>
                  <a:lnTo>
                    <a:pt x="424379" y="1135921"/>
                  </a:lnTo>
                  <a:lnTo>
                    <a:pt x="453561" y="1156100"/>
                  </a:lnTo>
                  <a:lnTo>
                    <a:pt x="480570" y="1176279"/>
                  </a:lnTo>
                  <a:lnTo>
                    <a:pt x="480570" y="1180625"/>
                  </a:lnTo>
                  <a:lnTo>
                    <a:pt x="480570" y="1183730"/>
                  </a:lnTo>
                  <a:lnTo>
                    <a:pt x="479639" y="1185903"/>
                  </a:lnTo>
                  <a:lnTo>
                    <a:pt x="479639" y="1188076"/>
                  </a:lnTo>
                  <a:lnTo>
                    <a:pt x="477466" y="1189007"/>
                  </a:lnTo>
                  <a:lnTo>
                    <a:pt x="470325" y="1196458"/>
                  </a:lnTo>
                  <a:lnTo>
                    <a:pt x="458839" y="1200804"/>
                  </a:lnTo>
                  <a:lnTo>
                    <a:pt x="444248" y="1202978"/>
                  </a:lnTo>
                  <a:lnTo>
                    <a:pt x="429657" y="1200804"/>
                  </a:lnTo>
                  <a:lnTo>
                    <a:pt x="435866" y="1213533"/>
                  </a:lnTo>
                  <a:lnTo>
                    <a:pt x="444248" y="1218810"/>
                  </a:lnTo>
                  <a:lnTo>
                    <a:pt x="455734" y="1223157"/>
                  </a:lnTo>
                  <a:lnTo>
                    <a:pt x="465048" y="1230607"/>
                  </a:lnTo>
                  <a:lnTo>
                    <a:pt x="473430" y="1230607"/>
                  </a:lnTo>
                  <a:lnTo>
                    <a:pt x="473430" y="1206082"/>
                  </a:lnTo>
                  <a:lnTo>
                    <a:pt x="484916" y="1206082"/>
                  </a:lnTo>
                  <a:lnTo>
                    <a:pt x="488021" y="1198631"/>
                  </a:lnTo>
                  <a:lnTo>
                    <a:pt x="492057" y="1193354"/>
                  </a:lnTo>
                  <a:lnTo>
                    <a:pt x="495161" y="1189007"/>
                  </a:lnTo>
                  <a:lnTo>
                    <a:pt x="500439" y="1185903"/>
                  </a:lnTo>
                  <a:lnTo>
                    <a:pt x="499507" y="1180625"/>
                  </a:lnTo>
                  <a:lnTo>
                    <a:pt x="497334" y="1176279"/>
                  </a:lnTo>
                  <a:lnTo>
                    <a:pt x="497334" y="1174106"/>
                  </a:lnTo>
                  <a:lnTo>
                    <a:pt x="495161" y="1171002"/>
                  </a:lnTo>
                  <a:lnTo>
                    <a:pt x="494230" y="1166655"/>
                  </a:lnTo>
                  <a:lnTo>
                    <a:pt x="494230" y="1161378"/>
                  </a:lnTo>
                  <a:lnTo>
                    <a:pt x="499507" y="1161378"/>
                  </a:lnTo>
                  <a:lnTo>
                    <a:pt x="504785" y="1163551"/>
                  </a:lnTo>
                  <a:lnTo>
                    <a:pt x="507889" y="1165724"/>
                  </a:lnTo>
                  <a:lnTo>
                    <a:pt x="510062" y="1165724"/>
                  </a:lnTo>
                  <a:lnTo>
                    <a:pt x="514098" y="1165724"/>
                  </a:lnTo>
                  <a:lnTo>
                    <a:pt x="517203" y="1165724"/>
                  </a:lnTo>
                  <a:lnTo>
                    <a:pt x="521238" y="1165724"/>
                  </a:lnTo>
                  <a:lnTo>
                    <a:pt x="521238" y="1161378"/>
                  </a:lnTo>
                  <a:lnTo>
                    <a:pt x="509752" y="1151754"/>
                  </a:lnTo>
                  <a:lnTo>
                    <a:pt x="499197" y="1144303"/>
                  </a:lnTo>
                  <a:lnTo>
                    <a:pt x="484606" y="1139026"/>
                  </a:lnTo>
                  <a:lnTo>
                    <a:pt x="484606" y="1128471"/>
                  </a:lnTo>
                  <a:lnTo>
                    <a:pt x="470015" y="1128471"/>
                  </a:lnTo>
                  <a:lnTo>
                    <a:pt x="457597" y="1109533"/>
                  </a:lnTo>
                  <a:lnTo>
                    <a:pt x="443937" y="1093701"/>
                  </a:lnTo>
                  <a:lnTo>
                    <a:pt x="429346" y="1078799"/>
                  </a:lnTo>
                  <a:lnTo>
                    <a:pt x="429346" y="1072590"/>
                  </a:lnTo>
                  <a:lnTo>
                    <a:pt x="429346" y="1069486"/>
                  </a:lnTo>
                  <a:lnTo>
                    <a:pt x="429346" y="1065140"/>
                  </a:lnTo>
                  <a:lnTo>
                    <a:pt x="429346" y="1064208"/>
                  </a:lnTo>
                  <a:lnTo>
                    <a:pt x="433382" y="1062035"/>
                  </a:lnTo>
                  <a:lnTo>
                    <a:pt x="436487" y="1057689"/>
                  </a:lnTo>
                  <a:lnTo>
                    <a:pt x="438660" y="1057689"/>
                  </a:lnTo>
                  <a:lnTo>
                    <a:pt x="438660" y="1056758"/>
                  </a:lnTo>
                  <a:lnTo>
                    <a:pt x="440833" y="1056758"/>
                  </a:lnTo>
                  <a:lnTo>
                    <a:pt x="443006" y="1056758"/>
                  </a:lnTo>
                  <a:lnTo>
                    <a:pt x="443937" y="1054584"/>
                  </a:lnTo>
                  <a:lnTo>
                    <a:pt x="446111" y="1057689"/>
                  </a:lnTo>
                  <a:lnTo>
                    <a:pt x="448284" y="1062035"/>
                  </a:lnTo>
                  <a:lnTo>
                    <a:pt x="448284" y="1065140"/>
                  </a:lnTo>
                  <a:lnTo>
                    <a:pt x="450457" y="1071349"/>
                  </a:lnTo>
                  <a:lnTo>
                    <a:pt x="465048" y="1067002"/>
                  </a:lnTo>
                  <a:lnTo>
                    <a:pt x="472188" y="1087181"/>
                  </a:lnTo>
                  <a:lnTo>
                    <a:pt x="479328" y="1098668"/>
                  </a:lnTo>
                  <a:lnTo>
                    <a:pt x="487710" y="1103945"/>
                  </a:lnTo>
                  <a:lnTo>
                    <a:pt x="497024" y="1106118"/>
                  </a:lnTo>
                  <a:lnTo>
                    <a:pt x="507579" y="1111396"/>
                  </a:lnTo>
                  <a:lnTo>
                    <a:pt x="521238" y="1121020"/>
                  </a:lnTo>
                  <a:lnTo>
                    <a:pt x="526516" y="1126297"/>
                  </a:lnTo>
                  <a:lnTo>
                    <a:pt x="526516" y="1133748"/>
                  </a:lnTo>
                  <a:lnTo>
                    <a:pt x="524343" y="1141199"/>
                  </a:lnTo>
                  <a:lnTo>
                    <a:pt x="522170" y="1150823"/>
                  </a:lnTo>
                  <a:lnTo>
                    <a:pt x="524343" y="1161378"/>
                  </a:lnTo>
                  <a:lnTo>
                    <a:pt x="528379" y="1165724"/>
                  </a:lnTo>
                  <a:lnTo>
                    <a:pt x="531483" y="1166655"/>
                  </a:lnTo>
                  <a:lnTo>
                    <a:pt x="536761" y="1171002"/>
                  </a:lnTo>
                  <a:lnTo>
                    <a:pt x="540797" y="1174106"/>
                  </a:lnTo>
                  <a:lnTo>
                    <a:pt x="543901" y="1176279"/>
                  </a:lnTo>
                  <a:lnTo>
                    <a:pt x="560665" y="1225951"/>
                  </a:lnTo>
                  <a:lnTo>
                    <a:pt x="564701" y="1225951"/>
                  </a:lnTo>
                  <a:lnTo>
                    <a:pt x="565632" y="1228124"/>
                  </a:lnTo>
                  <a:lnTo>
                    <a:pt x="567805" y="1228124"/>
                  </a:lnTo>
                  <a:lnTo>
                    <a:pt x="569978" y="1230297"/>
                  </a:lnTo>
                  <a:lnTo>
                    <a:pt x="575256" y="1228124"/>
                  </a:lnTo>
                  <a:lnTo>
                    <a:pt x="580534" y="1225951"/>
                  </a:lnTo>
                  <a:lnTo>
                    <a:pt x="582707" y="1225019"/>
                  </a:lnTo>
                  <a:lnTo>
                    <a:pt x="584880" y="1220673"/>
                  </a:lnTo>
                  <a:lnTo>
                    <a:pt x="584880" y="1218500"/>
                  </a:lnTo>
                  <a:lnTo>
                    <a:pt x="587053" y="1215395"/>
                  </a:lnTo>
                  <a:lnTo>
                    <a:pt x="587984" y="1211049"/>
                  </a:lnTo>
                  <a:lnTo>
                    <a:pt x="592020" y="1210118"/>
                  </a:lnTo>
                  <a:lnTo>
                    <a:pt x="597298" y="1205772"/>
                  </a:lnTo>
                  <a:lnTo>
                    <a:pt x="594193" y="1188697"/>
                  </a:lnTo>
                  <a:lnTo>
                    <a:pt x="587053" y="1172864"/>
                  </a:lnTo>
                  <a:lnTo>
                    <a:pt x="577740" y="1161378"/>
                  </a:lnTo>
                  <a:lnTo>
                    <a:pt x="577740" y="1156411"/>
                  </a:lnTo>
                  <a:lnTo>
                    <a:pt x="580844" y="1158584"/>
                  </a:lnTo>
                  <a:lnTo>
                    <a:pt x="580844" y="1159515"/>
                  </a:lnTo>
                  <a:lnTo>
                    <a:pt x="583017" y="1161688"/>
                  </a:lnTo>
                  <a:lnTo>
                    <a:pt x="585190" y="1166035"/>
                  </a:lnTo>
                  <a:lnTo>
                    <a:pt x="592331" y="1163861"/>
                  </a:lnTo>
                  <a:lnTo>
                    <a:pt x="595435" y="1163861"/>
                  </a:lnTo>
                  <a:lnTo>
                    <a:pt x="597608" y="1163861"/>
                  </a:lnTo>
                  <a:lnTo>
                    <a:pt x="599781" y="1161688"/>
                  </a:lnTo>
                  <a:lnTo>
                    <a:pt x="599781" y="1159515"/>
                  </a:lnTo>
                  <a:lnTo>
                    <a:pt x="599781" y="1158584"/>
                  </a:lnTo>
                  <a:lnTo>
                    <a:pt x="597608" y="1154238"/>
                  </a:lnTo>
                  <a:lnTo>
                    <a:pt x="597608" y="1148960"/>
                  </a:lnTo>
                  <a:lnTo>
                    <a:pt x="600713" y="1148960"/>
                  </a:lnTo>
                  <a:lnTo>
                    <a:pt x="600713" y="1144614"/>
                  </a:lnTo>
                  <a:lnTo>
                    <a:pt x="604748" y="1144614"/>
                  </a:lnTo>
                  <a:lnTo>
                    <a:pt x="607853" y="1144614"/>
                  </a:lnTo>
                  <a:lnTo>
                    <a:pt x="610026" y="1146787"/>
                  </a:lnTo>
                  <a:lnTo>
                    <a:pt x="612199" y="1146787"/>
                  </a:lnTo>
                  <a:lnTo>
                    <a:pt x="614372" y="1148960"/>
                  </a:lnTo>
                  <a:lnTo>
                    <a:pt x="619650" y="1151133"/>
                  </a:lnTo>
                  <a:lnTo>
                    <a:pt x="622754" y="1152064"/>
                  </a:lnTo>
                  <a:lnTo>
                    <a:pt x="624927" y="1154238"/>
                  </a:lnTo>
                  <a:lnTo>
                    <a:pt x="627100" y="1156411"/>
                  </a:lnTo>
                  <a:lnTo>
                    <a:pt x="630205" y="1158584"/>
                  </a:lnTo>
                  <a:lnTo>
                    <a:pt x="634241" y="1161688"/>
                  </a:lnTo>
                  <a:lnTo>
                    <a:pt x="632068" y="1166966"/>
                  </a:lnTo>
                  <a:lnTo>
                    <a:pt x="629894" y="1171312"/>
                  </a:lnTo>
                  <a:lnTo>
                    <a:pt x="629894" y="1174416"/>
                  </a:lnTo>
                  <a:lnTo>
                    <a:pt x="629894" y="1178763"/>
                  </a:lnTo>
                  <a:lnTo>
                    <a:pt x="629894" y="1181867"/>
                  </a:lnTo>
                  <a:lnTo>
                    <a:pt x="629894" y="1186213"/>
                  </a:lnTo>
                  <a:lnTo>
                    <a:pt x="629894" y="1189318"/>
                  </a:lnTo>
                  <a:lnTo>
                    <a:pt x="636103" y="1206392"/>
                  </a:lnTo>
                  <a:lnTo>
                    <a:pt x="648521" y="1223467"/>
                  </a:lnTo>
                  <a:lnTo>
                    <a:pt x="665285" y="1234022"/>
                  </a:lnTo>
                  <a:lnTo>
                    <a:pt x="680808" y="1238368"/>
                  </a:lnTo>
                  <a:lnTo>
                    <a:pt x="684843" y="1236195"/>
                  </a:lnTo>
                  <a:lnTo>
                    <a:pt x="687948" y="1233091"/>
                  </a:lnTo>
                  <a:lnTo>
                    <a:pt x="690121" y="1228744"/>
                  </a:lnTo>
                  <a:lnTo>
                    <a:pt x="695399" y="1226571"/>
                  </a:lnTo>
                  <a:lnTo>
                    <a:pt x="699434" y="1225640"/>
                  </a:lnTo>
                  <a:lnTo>
                    <a:pt x="704712" y="1226571"/>
                  </a:lnTo>
                  <a:lnTo>
                    <a:pt x="714025" y="1230918"/>
                  </a:lnTo>
                  <a:lnTo>
                    <a:pt x="721165" y="1234022"/>
                  </a:lnTo>
                  <a:lnTo>
                    <a:pt x="728306" y="1236195"/>
                  </a:lnTo>
                  <a:lnTo>
                    <a:pt x="735446" y="1234022"/>
                  </a:lnTo>
                  <a:lnTo>
                    <a:pt x="743828" y="1226571"/>
                  </a:lnTo>
                  <a:lnTo>
                    <a:pt x="750968" y="1226571"/>
                  </a:lnTo>
                  <a:lnTo>
                    <a:pt x="755004" y="1226571"/>
                  </a:lnTo>
                  <a:lnTo>
                    <a:pt x="758109" y="1226571"/>
                  </a:lnTo>
                  <a:lnTo>
                    <a:pt x="760282" y="1228744"/>
                  </a:lnTo>
                  <a:lnTo>
                    <a:pt x="762455" y="1230918"/>
                  </a:lnTo>
                  <a:lnTo>
                    <a:pt x="762455" y="1234022"/>
                  </a:lnTo>
                  <a:lnTo>
                    <a:pt x="764628" y="1238368"/>
                  </a:lnTo>
                  <a:lnTo>
                    <a:pt x="767732" y="1251097"/>
                  </a:lnTo>
                  <a:lnTo>
                    <a:pt x="765870" y="1265377"/>
                  </a:lnTo>
                  <a:close/>
                  <a:moveTo>
                    <a:pt x="845033" y="1136232"/>
                  </a:moveTo>
                  <a:lnTo>
                    <a:pt x="825165" y="1141509"/>
                  </a:lnTo>
                  <a:lnTo>
                    <a:pt x="803434" y="1143682"/>
                  </a:lnTo>
                  <a:lnTo>
                    <a:pt x="781702" y="1139336"/>
                  </a:lnTo>
                  <a:lnTo>
                    <a:pt x="773320" y="1136232"/>
                  </a:lnTo>
                  <a:lnTo>
                    <a:pt x="766180" y="1130954"/>
                  </a:lnTo>
                  <a:lnTo>
                    <a:pt x="756867" y="1124745"/>
                  </a:lnTo>
                  <a:lnTo>
                    <a:pt x="742276" y="1124745"/>
                  </a:lnTo>
                  <a:lnTo>
                    <a:pt x="727685" y="1126918"/>
                  </a:lnTo>
                  <a:lnTo>
                    <a:pt x="713094" y="1134369"/>
                  </a:lnTo>
                  <a:lnTo>
                    <a:pt x="700676" y="1139647"/>
                  </a:lnTo>
                  <a:lnTo>
                    <a:pt x="686085" y="1141820"/>
                  </a:lnTo>
                  <a:lnTo>
                    <a:pt x="671494" y="1136542"/>
                  </a:lnTo>
                  <a:lnTo>
                    <a:pt x="666217" y="1134369"/>
                  </a:lnTo>
                  <a:lnTo>
                    <a:pt x="662181" y="1132196"/>
                  </a:lnTo>
                  <a:lnTo>
                    <a:pt x="659076" y="1131265"/>
                  </a:lnTo>
                  <a:lnTo>
                    <a:pt x="656903" y="1126918"/>
                  </a:lnTo>
                  <a:lnTo>
                    <a:pt x="656903" y="1123814"/>
                  </a:lnTo>
                  <a:lnTo>
                    <a:pt x="654730" y="1116363"/>
                  </a:lnTo>
                  <a:lnTo>
                    <a:pt x="654730" y="1110154"/>
                  </a:lnTo>
                  <a:lnTo>
                    <a:pt x="658766" y="1099599"/>
                  </a:lnTo>
                  <a:lnTo>
                    <a:pt x="665906" y="1086871"/>
                  </a:lnTo>
                  <a:lnTo>
                    <a:pt x="674288" y="1071969"/>
                  </a:lnTo>
                  <a:lnTo>
                    <a:pt x="683602" y="1057068"/>
                  </a:lnTo>
                  <a:lnTo>
                    <a:pt x="690742" y="1043408"/>
                  </a:lnTo>
                  <a:lnTo>
                    <a:pt x="694778" y="1035026"/>
                  </a:lnTo>
                  <a:lnTo>
                    <a:pt x="703160" y="1037199"/>
                  </a:lnTo>
                  <a:lnTo>
                    <a:pt x="710300" y="1040304"/>
                  </a:lnTo>
                  <a:lnTo>
                    <a:pt x="715578" y="1042477"/>
                  </a:lnTo>
                  <a:lnTo>
                    <a:pt x="721786" y="1047755"/>
                  </a:lnTo>
                  <a:lnTo>
                    <a:pt x="724891" y="1049928"/>
                  </a:lnTo>
                  <a:lnTo>
                    <a:pt x="727064" y="1049928"/>
                  </a:lnTo>
                  <a:lnTo>
                    <a:pt x="729237" y="1049928"/>
                  </a:lnTo>
                  <a:lnTo>
                    <a:pt x="730168" y="1050859"/>
                  </a:lnTo>
                  <a:lnTo>
                    <a:pt x="717751" y="1055205"/>
                  </a:lnTo>
                  <a:lnTo>
                    <a:pt x="721786" y="1064829"/>
                  </a:lnTo>
                  <a:lnTo>
                    <a:pt x="728927" y="1072280"/>
                  </a:lnTo>
                  <a:lnTo>
                    <a:pt x="734204" y="1079731"/>
                  </a:lnTo>
                  <a:lnTo>
                    <a:pt x="743518" y="1080662"/>
                  </a:lnTo>
                  <a:lnTo>
                    <a:pt x="755935" y="1075384"/>
                  </a:lnTo>
                  <a:lnTo>
                    <a:pt x="765249" y="1067934"/>
                  </a:lnTo>
                  <a:lnTo>
                    <a:pt x="780771" y="1073211"/>
                  </a:lnTo>
                  <a:lnTo>
                    <a:pt x="800640" y="1084698"/>
                  </a:lnTo>
                  <a:lnTo>
                    <a:pt x="821439" y="1097426"/>
                  </a:lnTo>
                  <a:lnTo>
                    <a:pt x="836030" y="1110154"/>
                  </a:lnTo>
                  <a:lnTo>
                    <a:pt x="844413" y="1125056"/>
                  </a:lnTo>
                  <a:lnTo>
                    <a:pt x="850621" y="1125056"/>
                  </a:lnTo>
                  <a:lnTo>
                    <a:pt x="845033" y="1136232"/>
                  </a:lnTo>
                  <a:close/>
                  <a:moveTo>
                    <a:pt x="1025402" y="1146787"/>
                  </a:moveTo>
                  <a:lnTo>
                    <a:pt x="1022298" y="1146787"/>
                  </a:lnTo>
                  <a:lnTo>
                    <a:pt x="1018262" y="1146787"/>
                  </a:lnTo>
                  <a:lnTo>
                    <a:pt x="1015157" y="1146787"/>
                  </a:lnTo>
                  <a:lnTo>
                    <a:pt x="1011122" y="1144614"/>
                  </a:lnTo>
                  <a:lnTo>
                    <a:pt x="1008949" y="1161688"/>
                  </a:lnTo>
                  <a:lnTo>
                    <a:pt x="1011122" y="1173175"/>
                  </a:lnTo>
                  <a:lnTo>
                    <a:pt x="1016399" y="1183730"/>
                  </a:lnTo>
                  <a:lnTo>
                    <a:pt x="1020435" y="1196458"/>
                  </a:lnTo>
                  <a:lnTo>
                    <a:pt x="1022608" y="1217569"/>
                  </a:lnTo>
                  <a:lnTo>
                    <a:pt x="995600" y="1218500"/>
                  </a:lnTo>
                  <a:lnTo>
                    <a:pt x="976973" y="1215395"/>
                  </a:lnTo>
                  <a:lnTo>
                    <a:pt x="966418" y="1205772"/>
                  </a:lnTo>
                  <a:lnTo>
                    <a:pt x="962382" y="1188697"/>
                  </a:lnTo>
                  <a:lnTo>
                    <a:pt x="962382" y="1165414"/>
                  </a:lnTo>
                  <a:lnTo>
                    <a:pt x="974800" y="1165414"/>
                  </a:lnTo>
                  <a:lnTo>
                    <a:pt x="967660" y="1151754"/>
                  </a:lnTo>
                  <a:lnTo>
                    <a:pt x="955242" y="1138094"/>
                  </a:lnTo>
                  <a:lnTo>
                    <a:pt x="944686" y="1121020"/>
                  </a:lnTo>
                  <a:lnTo>
                    <a:pt x="933200" y="1103945"/>
                  </a:lnTo>
                  <a:lnTo>
                    <a:pt x="927922" y="1086871"/>
                  </a:lnTo>
                  <a:lnTo>
                    <a:pt x="931027" y="1071038"/>
                  </a:lnTo>
                  <a:lnTo>
                    <a:pt x="938167" y="1059552"/>
                  </a:lnTo>
                  <a:lnTo>
                    <a:pt x="949653" y="1049928"/>
                  </a:lnTo>
                  <a:lnTo>
                    <a:pt x="962071" y="1044650"/>
                  </a:lnTo>
                  <a:lnTo>
                    <a:pt x="974489" y="1039373"/>
                  </a:lnTo>
                  <a:lnTo>
                    <a:pt x="985976" y="1029749"/>
                  </a:lnTo>
                  <a:lnTo>
                    <a:pt x="995289" y="1029749"/>
                  </a:lnTo>
                  <a:lnTo>
                    <a:pt x="1000567" y="1031922"/>
                  </a:lnTo>
                  <a:lnTo>
                    <a:pt x="1005844" y="1031922"/>
                  </a:lnTo>
                  <a:lnTo>
                    <a:pt x="1011122" y="1034095"/>
                  </a:lnTo>
                  <a:lnTo>
                    <a:pt x="1008017" y="1049928"/>
                  </a:lnTo>
                  <a:lnTo>
                    <a:pt x="1000877" y="1063587"/>
                  </a:lnTo>
                  <a:lnTo>
                    <a:pt x="986286" y="1068865"/>
                  </a:lnTo>
                  <a:lnTo>
                    <a:pt x="966418" y="1071038"/>
                  </a:lnTo>
                  <a:lnTo>
                    <a:pt x="973558" y="1086871"/>
                  </a:lnTo>
                  <a:lnTo>
                    <a:pt x="985976" y="1101772"/>
                  </a:lnTo>
                  <a:lnTo>
                    <a:pt x="1001498" y="1111396"/>
                  </a:lnTo>
                  <a:lnTo>
                    <a:pt x="1000567" y="1115742"/>
                  </a:lnTo>
                  <a:lnTo>
                    <a:pt x="998394" y="1116674"/>
                  </a:lnTo>
                  <a:lnTo>
                    <a:pt x="996220" y="1116674"/>
                  </a:lnTo>
                  <a:lnTo>
                    <a:pt x="995289" y="1121020"/>
                  </a:lnTo>
                  <a:lnTo>
                    <a:pt x="1000567" y="1130644"/>
                  </a:lnTo>
                  <a:lnTo>
                    <a:pt x="1005844" y="1139026"/>
                  </a:lnTo>
                  <a:lnTo>
                    <a:pt x="1008017" y="1143372"/>
                  </a:lnTo>
                  <a:lnTo>
                    <a:pt x="1008949" y="1144303"/>
                  </a:lnTo>
                  <a:lnTo>
                    <a:pt x="1011122" y="1143372"/>
                  </a:lnTo>
                  <a:lnTo>
                    <a:pt x="1011122" y="1141199"/>
                  </a:lnTo>
                  <a:lnTo>
                    <a:pt x="1013295" y="1138094"/>
                  </a:lnTo>
                  <a:lnTo>
                    <a:pt x="1013295" y="1133748"/>
                  </a:lnTo>
                  <a:lnTo>
                    <a:pt x="1015468" y="1131575"/>
                  </a:lnTo>
                  <a:lnTo>
                    <a:pt x="1018573" y="1133748"/>
                  </a:lnTo>
                  <a:lnTo>
                    <a:pt x="1022608" y="1138094"/>
                  </a:lnTo>
                  <a:lnTo>
                    <a:pt x="1023540" y="1139026"/>
                  </a:lnTo>
                  <a:lnTo>
                    <a:pt x="1027575" y="1141199"/>
                  </a:lnTo>
                  <a:lnTo>
                    <a:pt x="1030680" y="1144303"/>
                  </a:lnTo>
                  <a:lnTo>
                    <a:pt x="1025402" y="1146787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42" name="Freeform: Shape 29"/>
            <p:cNvSpPr/>
            <p:nvPr/>
          </p:nvSpPr>
          <p:spPr>
            <a:xfrm>
              <a:off x="4515120" y="2123280"/>
              <a:ext cx="74160" cy="99000"/>
            </a:xfrm>
            <a:custGeom>
              <a:avLst/>
              <a:gdLst>
                <a:gd name="textAreaLeft" fmla="*/ 0 w 74160"/>
                <a:gd name="textAreaRight" fmla="*/ 74520 w 74160"/>
                <a:gd name="textAreaTop" fmla="*/ 0 h 99000"/>
                <a:gd name="textAreaBottom" fmla="*/ 99360 h 99000"/>
              </a:gdLst>
              <a:ahLst/>
              <a:rect l="textAreaLeft" t="textAreaTop" r="textAreaRight" b="textAreaBottom"/>
              <a:pathLst>
                <a:path w="74506" h="99342">
                  <a:moveTo>
                    <a:pt x="60226" y="0"/>
                  </a:moveTo>
                  <a:lnTo>
                    <a:pt x="43462" y="0"/>
                  </a:lnTo>
                  <a:lnTo>
                    <a:pt x="23904" y="2173"/>
                  </a:lnTo>
                  <a:lnTo>
                    <a:pt x="4036" y="4346"/>
                  </a:lnTo>
                  <a:lnTo>
                    <a:pt x="4967" y="11797"/>
                  </a:lnTo>
                  <a:lnTo>
                    <a:pt x="7140" y="14901"/>
                  </a:lnTo>
                  <a:lnTo>
                    <a:pt x="11176" y="19248"/>
                  </a:lnTo>
                  <a:lnTo>
                    <a:pt x="14281" y="20179"/>
                  </a:lnTo>
                  <a:lnTo>
                    <a:pt x="18627" y="22352"/>
                  </a:lnTo>
                  <a:lnTo>
                    <a:pt x="23904" y="24525"/>
                  </a:lnTo>
                  <a:lnTo>
                    <a:pt x="18627" y="31976"/>
                  </a:lnTo>
                  <a:lnTo>
                    <a:pt x="11176" y="37253"/>
                  </a:lnTo>
                  <a:lnTo>
                    <a:pt x="4036" y="40358"/>
                  </a:lnTo>
                  <a:lnTo>
                    <a:pt x="0" y="74197"/>
                  </a:lnTo>
                  <a:lnTo>
                    <a:pt x="23904" y="77301"/>
                  </a:lnTo>
                  <a:lnTo>
                    <a:pt x="23904" y="89098"/>
                  </a:lnTo>
                  <a:lnTo>
                    <a:pt x="31045" y="92202"/>
                  </a:lnTo>
                  <a:lnTo>
                    <a:pt x="38495" y="98411"/>
                  </a:lnTo>
                  <a:lnTo>
                    <a:pt x="43462" y="101826"/>
                  </a:lnTo>
                  <a:lnTo>
                    <a:pt x="48740" y="99653"/>
                  </a:lnTo>
                  <a:lnTo>
                    <a:pt x="50913" y="96549"/>
                  </a:lnTo>
                  <a:lnTo>
                    <a:pt x="53086" y="94376"/>
                  </a:lnTo>
                  <a:lnTo>
                    <a:pt x="53086" y="92202"/>
                  </a:lnTo>
                  <a:lnTo>
                    <a:pt x="53086" y="89098"/>
                  </a:lnTo>
                  <a:lnTo>
                    <a:pt x="53086" y="84752"/>
                  </a:lnTo>
                  <a:lnTo>
                    <a:pt x="56191" y="81647"/>
                  </a:lnTo>
                  <a:lnTo>
                    <a:pt x="67677" y="84752"/>
                  </a:lnTo>
                  <a:lnTo>
                    <a:pt x="72644" y="77301"/>
                  </a:lnTo>
                  <a:lnTo>
                    <a:pt x="76991" y="77301"/>
                  </a:lnTo>
                  <a:lnTo>
                    <a:pt x="69540" y="37253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43" name="Freeform: Shape 30"/>
            <p:cNvSpPr/>
            <p:nvPr/>
          </p:nvSpPr>
          <p:spPr>
            <a:xfrm>
              <a:off x="4578480" y="2062080"/>
              <a:ext cx="39960" cy="33840"/>
            </a:xfrm>
            <a:custGeom>
              <a:avLst/>
              <a:gdLst>
                <a:gd name="textAreaLeft" fmla="*/ 0 w 39960"/>
                <a:gd name="textAreaRight" fmla="*/ 40320 w 39960"/>
                <a:gd name="textAreaTop" fmla="*/ 0 h 33840"/>
                <a:gd name="textAreaBottom" fmla="*/ 34200 h 33840"/>
              </a:gdLst>
              <a:ahLst/>
              <a:rect l="textAreaLeft" t="textAreaTop" r="textAreaRight" b="textAreaBottom"/>
              <a:pathLst>
                <a:path w="40357" h="34149">
                  <a:moveTo>
                    <a:pt x="22042" y="36012"/>
                  </a:moveTo>
                  <a:lnTo>
                    <a:pt x="27009" y="31665"/>
                  </a:lnTo>
                  <a:lnTo>
                    <a:pt x="31355" y="29492"/>
                  </a:lnTo>
                  <a:lnTo>
                    <a:pt x="34460" y="28561"/>
                  </a:lnTo>
                  <a:lnTo>
                    <a:pt x="40668" y="24215"/>
                  </a:lnTo>
                  <a:lnTo>
                    <a:pt x="36633" y="0"/>
                  </a:lnTo>
                  <a:lnTo>
                    <a:pt x="23904" y="2173"/>
                  </a:lnTo>
                  <a:lnTo>
                    <a:pt x="16764" y="6209"/>
                  </a:lnTo>
                  <a:lnTo>
                    <a:pt x="9313" y="11486"/>
                  </a:lnTo>
                  <a:lnTo>
                    <a:pt x="0" y="16764"/>
                  </a:lnTo>
                  <a:lnTo>
                    <a:pt x="0" y="24215"/>
                  </a:lnTo>
                  <a:lnTo>
                    <a:pt x="2173" y="26388"/>
                  </a:lnTo>
                  <a:lnTo>
                    <a:pt x="2173" y="28561"/>
                  </a:lnTo>
                  <a:lnTo>
                    <a:pt x="4346" y="28561"/>
                  </a:lnTo>
                  <a:lnTo>
                    <a:pt x="4346" y="29492"/>
                  </a:lnTo>
                  <a:lnTo>
                    <a:pt x="4346" y="33839"/>
                  </a:lnTo>
                  <a:lnTo>
                    <a:pt x="9313" y="33839"/>
                  </a:lnTo>
                  <a:lnTo>
                    <a:pt x="11487" y="33839"/>
                  </a:lnTo>
                  <a:lnTo>
                    <a:pt x="13660" y="36012"/>
                  </a:lnTo>
                  <a:lnTo>
                    <a:pt x="14591" y="36012"/>
                  </a:lnTo>
                  <a:lnTo>
                    <a:pt x="16764" y="36943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0800" bIns="-108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44" name="Freeform: Shape 31"/>
            <p:cNvSpPr/>
            <p:nvPr/>
          </p:nvSpPr>
          <p:spPr>
            <a:xfrm>
              <a:off x="4595040" y="2106360"/>
              <a:ext cx="55440" cy="9576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0 h 95760"/>
                <a:gd name="textAreaBottom" fmla="*/ 96120 h 95760"/>
              </a:gdLst>
              <a:ahLst/>
              <a:rect l="textAreaLeft" t="textAreaTop" r="textAreaRight" b="textAreaBottom"/>
              <a:pathLst>
                <a:path w="55880" h="96238">
                  <a:moveTo>
                    <a:pt x="54018" y="13660"/>
                  </a:moveTo>
                  <a:lnTo>
                    <a:pt x="53086" y="9624"/>
                  </a:lnTo>
                  <a:lnTo>
                    <a:pt x="43773" y="6209"/>
                  </a:lnTo>
                  <a:lnTo>
                    <a:pt x="31045" y="4346"/>
                  </a:lnTo>
                  <a:lnTo>
                    <a:pt x="16454" y="2173"/>
                  </a:lnTo>
                  <a:lnTo>
                    <a:pt x="3104" y="0"/>
                  </a:lnTo>
                  <a:lnTo>
                    <a:pt x="0" y="16764"/>
                  </a:lnTo>
                  <a:lnTo>
                    <a:pt x="2173" y="31665"/>
                  </a:lnTo>
                  <a:lnTo>
                    <a:pt x="3104" y="48740"/>
                  </a:lnTo>
                  <a:lnTo>
                    <a:pt x="7140" y="63331"/>
                  </a:lnTo>
                  <a:lnTo>
                    <a:pt x="7140" y="76059"/>
                  </a:lnTo>
                  <a:lnTo>
                    <a:pt x="3104" y="86614"/>
                  </a:lnTo>
                  <a:lnTo>
                    <a:pt x="7140" y="98411"/>
                  </a:lnTo>
                  <a:lnTo>
                    <a:pt x="14591" y="98411"/>
                  </a:lnTo>
                  <a:lnTo>
                    <a:pt x="19869" y="98411"/>
                  </a:lnTo>
                  <a:lnTo>
                    <a:pt x="23904" y="96238"/>
                  </a:lnTo>
                  <a:lnTo>
                    <a:pt x="27009" y="94065"/>
                  </a:lnTo>
                  <a:lnTo>
                    <a:pt x="31045" y="88788"/>
                  </a:lnTo>
                  <a:lnTo>
                    <a:pt x="32286" y="81337"/>
                  </a:lnTo>
                  <a:lnTo>
                    <a:pt x="34460" y="70782"/>
                  </a:lnTo>
                  <a:lnTo>
                    <a:pt x="32286" y="61468"/>
                  </a:lnTo>
                  <a:lnTo>
                    <a:pt x="34460" y="57122"/>
                  </a:lnTo>
                  <a:lnTo>
                    <a:pt x="38495" y="56191"/>
                  </a:lnTo>
                  <a:lnTo>
                    <a:pt x="39427" y="54018"/>
                  </a:lnTo>
                  <a:lnTo>
                    <a:pt x="43773" y="51844"/>
                  </a:lnTo>
                  <a:lnTo>
                    <a:pt x="46877" y="49671"/>
                  </a:lnTo>
                  <a:lnTo>
                    <a:pt x="50913" y="46567"/>
                  </a:lnTo>
                  <a:lnTo>
                    <a:pt x="53086" y="41289"/>
                  </a:lnTo>
                  <a:lnTo>
                    <a:pt x="54018" y="36943"/>
                  </a:lnTo>
                  <a:lnTo>
                    <a:pt x="56191" y="33839"/>
                  </a:lnTo>
                  <a:lnTo>
                    <a:pt x="56191" y="26388"/>
                  </a:lnTo>
                  <a:lnTo>
                    <a:pt x="54018" y="18937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45" name="Freeform: Shape 32"/>
            <p:cNvSpPr/>
            <p:nvPr/>
          </p:nvSpPr>
          <p:spPr>
            <a:xfrm>
              <a:off x="4455360" y="1997640"/>
              <a:ext cx="21240" cy="2772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27720"/>
                <a:gd name="textAreaBottom" fmla="*/ 28080 h 27720"/>
              </a:gdLst>
              <a:ahLst/>
              <a:rect l="textAreaLeft" t="textAreaTop" r="textAreaRight" b="textAreaBottom"/>
              <a:pathLst>
                <a:path w="21731" h="27940">
                  <a:moveTo>
                    <a:pt x="22973" y="28561"/>
                  </a:moveTo>
                  <a:lnTo>
                    <a:pt x="22042" y="21110"/>
                  </a:lnTo>
                  <a:lnTo>
                    <a:pt x="17695" y="13660"/>
                  </a:lnTo>
                  <a:lnTo>
                    <a:pt x="14591" y="7451"/>
                  </a:lnTo>
                  <a:lnTo>
                    <a:pt x="7451" y="4346"/>
                  </a:lnTo>
                  <a:lnTo>
                    <a:pt x="0" y="0"/>
                  </a:lnTo>
                  <a:lnTo>
                    <a:pt x="1242" y="7451"/>
                  </a:lnTo>
                  <a:lnTo>
                    <a:pt x="3104" y="13660"/>
                  </a:lnTo>
                  <a:lnTo>
                    <a:pt x="5278" y="16764"/>
                  </a:lnTo>
                  <a:lnTo>
                    <a:pt x="7451" y="21110"/>
                  </a:lnTo>
                  <a:lnTo>
                    <a:pt x="12728" y="24215"/>
                  </a:lnTo>
                  <a:lnTo>
                    <a:pt x="12728" y="28561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6920" bIns="-1692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46" name="Freeform: Shape 33"/>
            <p:cNvSpPr/>
            <p:nvPr/>
          </p:nvSpPr>
          <p:spPr>
            <a:xfrm>
              <a:off x="4471200" y="2034360"/>
              <a:ext cx="86400" cy="6804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68040"/>
                <a:gd name="textAreaBottom" fmla="*/ 68400 h 68040"/>
              </a:gdLst>
              <a:ahLst/>
              <a:rect l="textAreaLeft" t="textAreaTop" r="textAreaRight" b="textAreaBottom"/>
              <a:pathLst>
                <a:path w="86924" h="68298">
                  <a:moveTo>
                    <a:pt x="50913" y="44394"/>
                  </a:moveTo>
                  <a:lnTo>
                    <a:pt x="54949" y="48740"/>
                  </a:lnTo>
                  <a:lnTo>
                    <a:pt x="54949" y="51844"/>
                  </a:lnTo>
                  <a:lnTo>
                    <a:pt x="54949" y="57122"/>
                  </a:lnTo>
                  <a:lnTo>
                    <a:pt x="56191" y="61468"/>
                  </a:lnTo>
                  <a:lnTo>
                    <a:pt x="60226" y="64573"/>
                  </a:lnTo>
                  <a:lnTo>
                    <a:pt x="62400" y="66746"/>
                  </a:lnTo>
                  <a:lnTo>
                    <a:pt x="63331" y="66746"/>
                  </a:lnTo>
                  <a:lnTo>
                    <a:pt x="63331" y="68919"/>
                  </a:lnTo>
                  <a:lnTo>
                    <a:pt x="67677" y="68919"/>
                  </a:lnTo>
                  <a:lnTo>
                    <a:pt x="70782" y="64573"/>
                  </a:lnTo>
                  <a:lnTo>
                    <a:pt x="74817" y="63641"/>
                  </a:lnTo>
                  <a:lnTo>
                    <a:pt x="80095" y="61468"/>
                  </a:lnTo>
                  <a:lnTo>
                    <a:pt x="82268" y="48740"/>
                  </a:lnTo>
                  <a:lnTo>
                    <a:pt x="84131" y="31665"/>
                  </a:lnTo>
                  <a:lnTo>
                    <a:pt x="87235" y="20179"/>
                  </a:lnTo>
                  <a:lnTo>
                    <a:pt x="87235" y="14901"/>
                  </a:lnTo>
                  <a:lnTo>
                    <a:pt x="87235" y="9624"/>
                  </a:lnTo>
                  <a:lnTo>
                    <a:pt x="85373" y="7451"/>
                  </a:lnTo>
                  <a:lnTo>
                    <a:pt x="84131" y="4346"/>
                  </a:lnTo>
                  <a:lnTo>
                    <a:pt x="82268" y="2173"/>
                  </a:lnTo>
                  <a:lnTo>
                    <a:pt x="80095" y="2173"/>
                  </a:lnTo>
                  <a:lnTo>
                    <a:pt x="77922" y="0"/>
                  </a:lnTo>
                  <a:lnTo>
                    <a:pt x="76991" y="0"/>
                  </a:lnTo>
                  <a:lnTo>
                    <a:pt x="70782" y="0"/>
                  </a:lnTo>
                  <a:lnTo>
                    <a:pt x="70782" y="11797"/>
                  </a:lnTo>
                  <a:lnTo>
                    <a:pt x="58053" y="11797"/>
                  </a:lnTo>
                  <a:lnTo>
                    <a:pt x="43773" y="13970"/>
                  </a:lnTo>
                  <a:lnTo>
                    <a:pt x="31045" y="14901"/>
                  </a:lnTo>
                  <a:lnTo>
                    <a:pt x="20800" y="11797"/>
                  </a:lnTo>
                  <a:lnTo>
                    <a:pt x="14591" y="13970"/>
                  </a:lnTo>
                  <a:lnTo>
                    <a:pt x="11487" y="13970"/>
                  </a:lnTo>
                  <a:lnTo>
                    <a:pt x="9313" y="13970"/>
                  </a:lnTo>
                  <a:lnTo>
                    <a:pt x="7140" y="13970"/>
                  </a:lnTo>
                  <a:lnTo>
                    <a:pt x="7140" y="14901"/>
                  </a:lnTo>
                  <a:lnTo>
                    <a:pt x="6209" y="17075"/>
                  </a:lnTo>
                  <a:lnTo>
                    <a:pt x="4036" y="20179"/>
                  </a:lnTo>
                  <a:lnTo>
                    <a:pt x="0" y="20179"/>
                  </a:lnTo>
                  <a:lnTo>
                    <a:pt x="7140" y="31665"/>
                  </a:lnTo>
                  <a:lnTo>
                    <a:pt x="16454" y="36943"/>
                  </a:lnTo>
                  <a:lnTo>
                    <a:pt x="26077" y="39116"/>
                  </a:lnTo>
                  <a:lnTo>
                    <a:pt x="34149" y="36943"/>
                  </a:lnTo>
                  <a:lnTo>
                    <a:pt x="43773" y="39116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47" name="Freeform: Shape 34"/>
            <p:cNvSpPr/>
            <p:nvPr/>
          </p:nvSpPr>
          <p:spPr>
            <a:xfrm>
              <a:off x="4575240" y="2001960"/>
              <a:ext cx="235440" cy="102240"/>
            </a:xfrm>
            <a:custGeom>
              <a:avLst/>
              <a:gdLst>
                <a:gd name="textAreaLeft" fmla="*/ 0 w 235440"/>
                <a:gd name="textAreaRight" fmla="*/ 235800 w 235440"/>
                <a:gd name="textAreaTop" fmla="*/ 0 h 102240"/>
                <a:gd name="textAreaBottom" fmla="*/ 102600 h 102240"/>
              </a:gdLst>
              <a:ahLst/>
              <a:rect l="textAreaLeft" t="textAreaTop" r="textAreaRight" b="textAreaBottom"/>
              <a:pathLst>
                <a:path w="235938" h="102447">
                  <a:moveTo>
                    <a:pt x="97790" y="86614"/>
                  </a:moveTo>
                  <a:lnTo>
                    <a:pt x="97790" y="88787"/>
                  </a:lnTo>
                  <a:lnTo>
                    <a:pt x="97790" y="89719"/>
                  </a:lnTo>
                  <a:lnTo>
                    <a:pt x="99964" y="91892"/>
                  </a:lnTo>
                  <a:lnTo>
                    <a:pt x="103068" y="94065"/>
                  </a:lnTo>
                  <a:lnTo>
                    <a:pt x="107414" y="96238"/>
                  </a:lnTo>
                  <a:lnTo>
                    <a:pt x="110519" y="96238"/>
                  </a:lnTo>
                  <a:lnTo>
                    <a:pt x="112381" y="94065"/>
                  </a:lnTo>
                  <a:lnTo>
                    <a:pt x="114554" y="89719"/>
                  </a:lnTo>
                  <a:lnTo>
                    <a:pt x="116728" y="84441"/>
                  </a:lnTo>
                  <a:lnTo>
                    <a:pt x="119832" y="91892"/>
                  </a:lnTo>
                  <a:lnTo>
                    <a:pt x="122937" y="99343"/>
                  </a:lnTo>
                  <a:lnTo>
                    <a:pt x="126972" y="104620"/>
                  </a:lnTo>
                  <a:lnTo>
                    <a:pt x="136596" y="104620"/>
                  </a:lnTo>
                  <a:lnTo>
                    <a:pt x="137527" y="101516"/>
                  </a:lnTo>
                  <a:lnTo>
                    <a:pt x="139701" y="97170"/>
                  </a:lnTo>
                  <a:lnTo>
                    <a:pt x="143736" y="94065"/>
                  </a:lnTo>
                  <a:lnTo>
                    <a:pt x="143736" y="89719"/>
                  </a:lnTo>
                  <a:lnTo>
                    <a:pt x="146841" y="94065"/>
                  </a:lnTo>
                  <a:lnTo>
                    <a:pt x="149014" y="99343"/>
                  </a:lnTo>
                  <a:lnTo>
                    <a:pt x="152118" y="104620"/>
                  </a:lnTo>
                  <a:lnTo>
                    <a:pt x="158327" y="104620"/>
                  </a:lnTo>
                  <a:lnTo>
                    <a:pt x="163605" y="104620"/>
                  </a:lnTo>
                  <a:lnTo>
                    <a:pt x="166709" y="103689"/>
                  </a:lnTo>
                  <a:lnTo>
                    <a:pt x="172918" y="101516"/>
                  </a:lnTo>
                  <a:lnTo>
                    <a:pt x="178196" y="101516"/>
                  </a:lnTo>
                  <a:lnTo>
                    <a:pt x="183163" y="99343"/>
                  </a:lnTo>
                  <a:lnTo>
                    <a:pt x="185336" y="97170"/>
                  </a:lnTo>
                  <a:lnTo>
                    <a:pt x="188441" y="97170"/>
                  </a:lnTo>
                  <a:lnTo>
                    <a:pt x="190614" y="96238"/>
                  </a:lnTo>
                  <a:lnTo>
                    <a:pt x="192787" y="91892"/>
                  </a:lnTo>
                  <a:lnTo>
                    <a:pt x="195891" y="89719"/>
                  </a:lnTo>
                  <a:lnTo>
                    <a:pt x="199927" y="89719"/>
                  </a:lnTo>
                  <a:lnTo>
                    <a:pt x="209240" y="91892"/>
                  </a:lnTo>
                  <a:lnTo>
                    <a:pt x="221969" y="94065"/>
                  </a:lnTo>
                  <a:lnTo>
                    <a:pt x="232213" y="94065"/>
                  </a:lnTo>
                  <a:lnTo>
                    <a:pt x="236560" y="81337"/>
                  </a:lnTo>
                  <a:lnTo>
                    <a:pt x="236560" y="76991"/>
                  </a:lnTo>
                  <a:lnTo>
                    <a:pt x="236560" y="73886"/>
                  </a:lnTo>
                  <a:lnTo>
                    <a:pt x="236560" y="71713"/>
                  </a:lnTo>
                  <a:lnTo>
                    <a:pt x="234387" y="67677"/>
                  </a:lnTo>
                  <a:lnTo>
                    <a:pt x="232213" y="62400"/>
                  </a:lnTo>
                  <a:lnTo>
                    <a:pt x="232213" y="57122"/>
                  </a:lnTo>
                  <a:lnTo>
                    <a:pt x="209240" y="54949"/>
                  </a:lnTo>
                  <a:lnTo>
                    <a:pt x="181300" y="57122"/>
                  </a:lnTo>
                  <a:lnTo>
                    <a:pt x="156154" y="57122"/>
                  </a:lnTo>
                  <a:lnTo>
                    <a:pt x="130077" y="57122"/>
                  </a:lnTo>
                  <a:lnTo>
                    <a:pt x="107414" y="51844"/>
                  </a:lnTo>
                  <a:lnTo>
                    <a:pt x="87546" y="40047"/>
                  </a:lnTo>
                  <a:lnTo>
                    <a:pt x="87546" y="36943"/>
                  </a:lnTo>
                  <a:lnTo>
                    <a:pt x="87546" y="31665"/>
                  </a:lnTo>
                  <a:lnTo>
                    <a:pt x="87546" y="27319"/>
                  </a:lnTo>
                  <a:lnTo>
                    <a:pt x="85373" y="22042"/>
                  </a:lnTo>
                  <a:lnTo>
                    <a:pt x="83199" y="16764"/>
                  </a:lnTo>
                  <a:lnTo>
                    <a:pt x="83199" y="12418"/>
                  </a:lnTo>
                  <a:lnTo>
                    <a:pt x="65504" y="14591"/>
                  </a:lnTo>
                  <a:lnTo>
                    <a:pt x="54328" y="14591"/>
                  </a:lnTo>
                  <a:lnTo>
                    <a:pt x="46877" y="10555"/>
                  </a:lnTo>
                  <a:lnTo>
                    <a:pt x="43773" y="0"/>
                  </a:lnTo>
                  <a:lnTo>
                    <a:pt x="37564" y="0"/>
                  </a:lnTo>
                  <a:lnTo>
                    <a:pt x="34460" y="1863"/>
                  </a:lnTo>
                  <a:lnTo>
                    <a:pt x="30113" y="1863"/>
                  </a:lnTo>
                  <a:lnTo>
                    <a:pt x="27009" y="3104"/>
                  </a:lnTo>
                  <a:lnTo>
                    <a:pt x="16764" y="5278"/>
                  </a:lnTo>
                  <a:lnTo>
                    <a:pt x="7451" y="5278"/>
                  </a:lnTo>
                  <a:lnTo>
                    <a:pt x="0" y="7140"/>
                  </a:lnTo>
                  <a:lnTo>
                    <a:pt x="0" y="12418"/>
                  </a:lnTo>
                  <a:lnTo>
                    <a:pt x="2173" y="14591"/>
                  </a:lnTo>
                  <a:lnTo>
                    <a:pt x="2173" y="16764"/>
                  </a:lnTo>
                  <a:lnTo>
                    <a:pt x="2173" y="18006"/>
                  </a:lnTo>
                  <a:lnTo>
                    <a:pt x="3104" y="19869"/>
                  </a:lnTo>
                  <a:lnTo>
                    <a:pt x="17695" y="25146"/>
                  </a:lnTo>
                  <a:lnTo>
                    <a:pt x="34460" y="31665"/>
                  </a:lnTo>
                  <a:lnTo>
                    <a:pt x="52155" y="32597"/>
                  </a:lnTo>
                  <a:lnTo>
                    <a:pt x="52155" y="44394"/>
                  </a:lnTo>
                  <a:lnTo>
                    <a:pt x="56191" y="52776"/>
                  </a:lnTo>
                  <a:lnTo>
                    <a:pt x="59295" y="58985"/>
                  </a:lnTo>
                  <a:lnTo>
                    <a:pt x="61468" y="66435"/>
                  </a:lnTo>
                  <a:lnTo>
                    <a:pt x="59295" y="76991"/>
                  </a:lnTo>
                  <a:lnTo>
                    <a:pt x="61468" y="79164"/>
                  </a:lnTo>
                  <a:lnTo>
                    <a:pt x="65504" y="81337"/>
                  </a:lnTo>
                  <a:lnTo>
                    <a:pt x="66746" y="82268"/>
                  </a:lnTo>
                  <a:lnTo>
                    <a:pt x="70782" y="84441"/>
                  </a:lnTo>
                  <a:lnTo>
                    <a:pt x="72955" y="84441"/>
                  </a:lnTo>
                  <a:lnTo>
                    <a:pt x="73886" y="86614"/>
                  </a:lnTo>
                  <a:lnTo>
                    <a:pt x="80095" y="84441"/>
                  </a:lnTo>
                  <a:lnTo>
                    <a:pt x="83199" y="84441"/>
                  </a:lnTo>
                  <a:lnTo>
                    <a:pt x="88477" y="82268"/>
                  </a:lnTo>
                  <a:lnTo>
                    <a:pt x="92823" y="82268"/>
                  </a:lnTo>
                  <a:lnTo>
                    <a:pt x="94686" y="81337"/>
                  </a:lnTo>
                  <a:lnTo>
                    <a:pt x="95928" y="81337"/>
                  </a:lnTo>
                  <a:lnTo>
                    <a:pt x="97790" y="82268"/>
                  </a:lnTo>
                  <a:lnTo>
                    <a:pt x="97790" y="84441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48" name="Freeform: Shape 35"/>
            <p:cNvSpPr/>
            <p:nvPr/>
          </p:nvSpPr>
          <p:spPr>
            <a:xfrm>
              <a:off x="7681320" y="3336840"/>
              <a:ext cx="24480" cy="5868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58680"/>
                <a:gd name="textAreaBottom" fmla="*/ 59040 h 58680"/>
              </a:gdLst>
              <a:ahLst/>
              <a:rect l="textAreaLeft" t="textAreaTop" r="textAreaRight" b="textAreaBottom"/>
              <a:pathLst>
                <a:path w="24835" h="58984">
                  <a:moveTo>
                    <a:pt x="5277" y="50913"/>
                  </a:moveTo>
                  <a:lnTo>
                    <a:pt x="12418" y="60227"/>
                  </a:lnTo>
                  <a:lnTo>
                    <a:pt x="27009" y="23283"/>
                  </a:lnTo>
                  <a:lnTo>
                    <a:pt x="27009" y="15833"/>
                  </a:lnTo>
                  <a:lnTo>
                    <a:pt x="27009" y="10555"/>
                  </a:lnTo>
                  <a:lnTo>
                    <a:pt x="25146" y="7451"/>
                  </a:lnTo>
                  <a:lnTo>
                    <a:pt x="22973" y="3104"/>
                  </a:lnTo>
                  <a:lnTo>
                    <a:pt x="19869" y="0"/>
                  </a:lnTo>
                  <a:lnTo>
                    <a:pt x="0" y="27630"/>
                  </a:lnTo>
                  <a:lnTo>
                    <a:pt x="2173" y="42531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4040" bIns="140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49" name="Freeform: Shape 36"/>
            <p:cNvSpPr/>
            <p:nvPr/>
          </p:nvSpPr>
          <p:spPr>
            <a:xfrm>
              <a:off x="7701120" y="3570840"/>
              <a:ext cx="68040" cy="64800"/>
            </a:xfrm>
            <a:custGeom>
              <a:avLst/>
              <a:gdLst>
                <a:gd name="textAreaLeft" fmla="*/ 0 w 68040"/>
                <a:gd name="textAreaRight" fmla="*/ 68400 w 68040"/>
                <a:gd name="textAreaTop" fmla="*/ 0 h 64800"/>
                <a:gd name="textAreaBottom" fmla="*/ 65160 h 64800"/>
              </a:gdLst>
              <a:ahLst/>
              <a:rect l="textAreaLeft" t="textAreaTop" r="textAreaRight" b="textAreaBottom"/>
              <a:pathLst>
                <a:path w="68298" h="65193">
                  <a:moveTo>
                    <a:pt x="43773" y="12418"/>
                  </a:moveTo>
                  <a:lnTo>
                    <a:pt x="31355" y="19868"/>
                  </a:lnTo>
                  <a:lnTo>
                    <a:pt x="17695" y="24215"/>
                  </a:lnTo>
                  <a:lnTo>
                    <a:pt x="3104" y="29492"/>
                  </a:lnTo>
                  <a:lnTo>
                    <a:pt x="3104" y="33838"/>
                  </a:lnTo>
                  <a:lnTo>
                    <a:pt x="2173" y="33838"/>
                  </a:lnTo>
                  <a:lnTo>
                    <a:pt x="2173" y="34770"/>
                  </a:lnTo>
                  <a:lnTo>
                    <a:pt x="0" y="36943"/>
                  </a:lnTo>
                  <a:lnTo>
                    <a:pt x="0" y="46567"/>
                  </a:lnTo>
                  <a:lnTo>
                    <a:pt x="7140" y="42221"/>
                  </a:lnTo>
                  <a:lnTo>
                    <a:pt x="14591" y="40979"/>
                  </a:lnTo>
                  <a:lnTo>
                    <a:pt x="21731" y="36943"/>
                  </a:lnTo>
                  <a:lnTo>
                    <a:pt x="27009" y="33838"/>
                  </a:lnTo>
                  <a:lnTo>
                    <a:pt x="31355" y="40979"/>
                  </a:lnTo>
                  <a:lnTo>
                    <a:pt x="32286" y="46567"/>
                  </a:lnTo>
                  <a:lnTo>
                    <a:pt x="34459" y="51844"/>
                  </a:lnTo>
                  <a:lnTo>
                    <a:pt x="36322" y="55880"/>
                  </a:lnTo>
                  <a:lnTo>
                    <a:pt x="41600" y="58985"/>
                  </a:lnTo>
                  <a:lnTo>
                    <a:pt x="46877" y="61158"/>
                  </a:lnTo>
                  <a:lnTo>
                    <a:pt x="46877" y="66435"/>
                  </a:lnTo>
                  <a:lnTo>
                    <a:pt x="56191" y="66435"/>
                  </a:lnTo>
                  <a:lnTo>
                    <a:pt x="56191" y="61158"/>
                  </a:lnTo>
                  <a:lnTo>
                    <a:pt x="56191" y="58985"/>
                  </a:lnTo>
                  <a:lnTo>
                    <a:pt x="56191" y="57122"/>
                  </a:lnTo>
                  <a:lnTo>
                    <a:pt x="58364" y="55880"/>
                  </a:lnTo>
                  <a:lnTo>
                    <a:pt x="56191" y="53707"/>
                  </a:lnTo>
                  <a:lnTo>
                    <a:pt x="54018" y="51844"/>
                  </a:lnTo>
                  <a:lnTo>
                    <a:pt x="53086" y="49671"/>
                  </a:lnTo>
                  <a:lnTo>
                    <a:pt x="53086" y="46567"/>
                  </a:lnTo>
                  <a:lnTo>
                    <a:pt x="54018" y="48429"/>
                  </a:lnTo>
                  <a:lnTo>
                    <a:pt x="56191" y="48429"/>
                  </a:lnTo>
                  <a:lnTo>
                    <a:pt x="58364" y="48429"/>
                  </a:lnTo>
                  <a:lnTo>
                    <a:pt x="58364" y="49671"/>
                  </a:lnTo>
                  <a:lnTo>
                    <a:pt x="60227" y="53707"/>
                  </a:lnTo>
                  <a:lnTo>
                    <a:pt x="63641" y="51844"/>
                  </a:lnTo>
                  <a:lnTo>
                    <a:pt x="65504" y="51844"/>
                  </a:lnTo>
                  <a:lnTo>
                    <a:pt x="65504" y="49671"/>
                  </a:lnTo>
                  <a:lnTo>
                    <a:pt x="67677" y="49671"/>
                  </a:lnTo>
                  <a:lnTo>
                    <a:pt x="67677" y="46567"/>
                  </a:lnTo>
                  <a:lnTo>
                    <a:pt x="68608" y="42221"/>
                  </a:lnTo>
                  <a:lnTo>
                    <a:pt x="70781" y="42221"/>
                  </a:lnTo>
                  <a:lnTo>
                    <a:pt x="70781" y="40979"/>
                  </a:lnTo>
                  <a:lnTo>
                    <a:pt x="68608" y="40979"/>
                  </a:lnTo>
                  <a:lnTo>
                    <a:pt x="67677" y="36943"/>
                  </a:lnTo>
                  <a:lnTo>
                    <a:pt x="67677" y="19868"/>
                  </a:lnTo>
                  <a:lnTo>
                    <a:pt x="61468" y="9313"/>
                  </a:lnTo>
                  <a:lnTo>
                    <a:pt x="53086" y="0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160" bIns="201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50" name="Freeform: Shape 37"/>
            <p:cNvSpPr/>
            <p:nvPr/>
          </p:nvSpPr>
          <p:spPr>
            <a:xfrm>
              <a:off x="7675920" y="3441600"/>
              <a:ext cx="83520" cy="13932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139320"/>
                <a:gd name="textAreaBottom" fmla="*/ 139680 h 139320"/>
              </a:gdLst>
              <a:ahLst/>
              <a:rect l="textAreaLeft" t="textAreaTop" r="textAreaRight" b="textAreaBottom"/>
              <a:pathLst>
                <a:path w="83820" h="139700">
                  <a:moveTo>
                    <a:pt x="7450" y="76991"/>
                  </a:moveTo>
                  <a:lnTo>
                    <a:pt x="12728" y="90961"/>
                  </a:lnTo>
                  <a:lnTo>
                    <a:pt x="14591" y="91892"/>
                  </a:lnTo>
                  <a:lnTo>
                    <a:pt x="14591" y="94065"/>
                  </a:lnTo>
                  <a:lnTo>
                    <a:pt x="15833" y="96238"/>
                  </a:lnTo>
                  <a:lnTo>
                    <a:pt x="17695" y="98411"/>
                  </a:lnTo>
                  <a:lnTo>
                    <a:pt x="17695" y="91892"/>
                  </a:lnTo>
                  <a:lnTo>
                    <a:pt x="19868" y="86614"/>
                  </a:lnTo>
                  <a:lnTo>
                    <a:pt x="22042" y="81337"/>
                  </a:lnTo>
                  <a:lnTo>
                    <a:pt x="22042" y="73886"/>
                  </a:lnTo>
                  <a:lnTo>
                    <a:pt x="42841" y="83510"/>
                  </a:lnTo>
                  <a:lnTo>
                    <a:pt x="61468" y="98411"/>
                  </a:lnTo>
                  <a:lnTo>
                    <a:pt x="64572" y="98411"/>
                  </a:lnTo>
                  <a:lnTo>
                    <a:pt x="63641" y="101516"/>
                  </a:lnTo>
                  <a:lnTo>
                    <a:pt x="61468" y="103689"/>
                  </a:lnTo>
                  <a:lnTo>
                    <a:pt x="61468" y="105862"/>
                  </a:lnTo>
                  <a:lnTo>
                    <a:pt x="59605" y="106793"/>
                  </a:lnTo>
                  <a:lnTo>
                    <a:pt x="57432" y="111140"/>
                  </a:lnTo>
                  <a:lnTo>
                    <a:pt x="57432" y="114244"/>
                  </a:lnTo>
                  <a:lnTo>
                    <a:pt x="45015" y="114244"/>
                  </a:lnTo>
                  <a:lnTo>
                    <a:pt x="45015" y="101516"/>
                  </a:lnTo>
                  <a:lnTo>
                    <a:pt x="37564" y="101516"/>
                  </a:lnTo>
                  <a:lnTo>
                    <a:pt x="32286" y="103689"/>
                  </a:lnTo>
                  <a:lnTo>
                    <a:pt x="28250" y="103689"/>
                  </a:lnTo>
                  <a:lnTo>
                    <a:pt x="27319" y="105862"/>
                  </a:lnTo>
                  <a:lnTo>
                    <a:pt x="27319" y="106793"/>
                  </a:lnTo>
                  <a:lnTo>
                    <a:pt x="25146" y="111140"/>
                  </a:lnTo>
                  <a:lnTo>
                    <a:pt x="25146" y="116417"/>
                  </a:lnTo>
                  <a:lnTo>
                    <a:pt x="25146" y="121695"/>
                  </a:lnTo>
                  <a:lnTo>
                    <a:pt x="30423" y="123558"/>
                  </a:lnTo>
                  <a:lnTo>
                    <a:pt x="32286" y="123558"/>
                  </a:lnTo>
                  <a:lnTo>
                    <a:pt x="34459" y="125731"/>
                  </a:lnTo>
                  <a:lnTo>
                    <a:pt x="34459" y="127904"/>
                  </a:lnTo>
                  <a:lnTo>
                    <a:pt x="34459" y="129146"/>
                  </a:lnTo>
                  <a:lnTo>
                    <a:pt x="34459" y="131008"/>
                  </a:lnTo>
                  <a:lnTo>
                    <a:pt x="34459" y="134423"/>
                  </a:lnTo>
                  <a:lnTo>
                    <a:pt x="37564" y="138459"/>
                  </a:lnTo>
                  <a:lnTo>
                    <a:pt x="37564" y="141563"/>
                  </a:lnTo>
                  <a:lnTo>
                    <a:pt x="42841" y="138459"/>
                  </a:lnTo>
                  <a:lnTo>
                    <a:pt x="49050" y="136286"/>
                  </a:lnTo>
                  <a:lnTo>
                    <a:pt x="52155" y="131008"/>
                  </a:lnTo>
                  <a:lnTo>
                    <a:pt x="54328" y="125731"/>
                  </a:lnTo>
                  <a:lnTo>
                    <a:pt x="57432" y="118280"/>
                  </a:lnTo>
                  <a:lnTo>
                    <a:pt x="59605" y="120453"/>
                  </a:lnTo>
                  <a:lnTo>
                    <a:pt x="61468" y="120453"/>
                  </a:lnTo>
                  <a:lnTo>
                    <a:pt x="63641" y="120453"/>
                  </a:lnTo>
                  <a:lnTo>
                    <a:pt x="63641" y="121695"/>
                  </a:lnTo>
                  <a:lnTo>
                    <a:pt x="64572" y="125731"/>
                  </a:lnTo>
                  <a:lnTo>
                    <a:pt x="70781" y="123558"/>
                  </a:lnTo>
                  <a:lnTo>
                    <a:pt x="74196" y="123558"/>
                  </a:lnTo>
                  <a:lnTo>
                    <a:pt x="74196" y="121695"/>
                  </a:lnTo>
                  <a:lnTo>
                    <a:pt x="74196" y="120453"/>
                  </a:lnTo>
                  <a:lnTo>
                    <a:pt x="74196" y="118280"/>
                  </a:lnTo>
                  <a:lnTo>
                    <a:pt x="76059" y="118280"/>
                  </a:lnTo>
                  <a:lnTo>
                    <a:pt x="79164" y="116417"/>
                  </a:lnTo>
                  <a:lnTo>
                    <a:pt x="85373" y="114244"/>
                  </a:lnTo>
                  <a:lnTo>
                    <a:pt x="78232" y="101516"/>
                  </a:lnTo>
                  <a:lnTo>
                    <a:pt x="68919" y="91892"/>
                  </a:lnTo>
                  <a:lnTo>
                    <a:pt x="61468" y="83510"/>
                  </a:lnTo>
                  <a:lnTo>
                    <a:pt x="57432" y="69850"/>
                  </a:lnTo>
                  <a:lnTo>
                    <a:pt x="49982" y="68609"/>
                  </a:lnTo>
                  <a:lnTo>
                    <a:pt x="46877" y="66435"/>
                  </a:lnTo>
                  <a:lnTo>
                    <a:pt x="42841" y="64573"/>
                  </a:lnTo>
                  <a:lnTo>
                    <a:pt x="39737" y="64573"/>
                  </a:lnTo>
                  <a:lnTo>
                    <a:pt x="35391" y="64573"/>
                  </a:lnTo>
                  <a:lnTo>
                    <a:pt x="28250" y="64573"/>
                  </a:lnTo>
                  <a:lnTo>
                    <a:pt x="28250" y="61158"/>
                  </a:lnTo>
                  <a:lnTo>
                    <a:pt x="25146" y="61158"/>
                  </a:lnTo>
                  <a:lnTo>
                    <a:pt x="27319" y="42221"/>
                  </a:lnTo>
                  <a:lnTo>
                    <a:pt x="30423" y="31666"/>
                  </a:lnTo>
                  <a:lnTo>
                    <a:pt x="32286" y="18937"/>
                  </a:lnTo>
                  <a:lnTo>
                    <a:pt x="32286" y="0"/>
                  </a:lnTo>
                  <a:lnTo>
                    <a:pt x="25146" y="0"/>
                  </a:lnTo>
                  <a:lnTo>
                    <a:pt x="19868" y="0"/>
                  </a:lnTo>
                  <a:lnTo>
                    <a:pt x="14591" y="1863"/>
                  </a:lnTo>
                  <a:lnTo>
                    <a:pt x="8382" y="4036"/>
                  </a:lnTo>
                  <a:lnTo>
                    <a:pt x="1241" y="22042"/>
                  </a:lnTo>
                  <a:lnTo>
                    <a:pt x="0" y="40048"/>
                  </a:lnTo>
                  <a:lnTo>
                    <a:pt x="1241" y="61158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51" name="Freeform: Shape 38"/>
            <p:cNvSpPr/>
            <p:nvPr/>
          </p:nvSpPr>
          <p:spPr>
            <a:xfrm>
              <a:off x="7674120" y="3835440"/>
              <a:ext cx="46080" cy="1512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15120"/>
                <a:gd name="textAreaBottom" fmla="*/ 15480 h 15120"/>
              </a:gdLst>
              <a:ahLst/>
              <a:rect l="textAreaLeft" t="textAreaTop" r="textAreaRight" b="textAreaBottom"/>
              <a:pathLst>
                <a:path w="46566" h="15522">
                  <a:moveTo>
                    <a:pt x="39427" y="12728"/>
                  </a:moveTo>
                  <a:lnTo>
                    <a:pt x="46878" y="12728"/>
                  </a:lnTo>
                  <a:lnTo>
                    <a:pt x="44704" y="9313"/>
                  </a:lnTo>
                  <a:lnTo>
                    <a:pt x="44704" y="5277"/>
                  </a:lnTo>
                  <a:lnTo>
                    <a:pt x="44704" y="3104"/>
                  </a:lnTo>
                  <a:lnTo>
                    <a:pt x="43773" y="3104"/>
                  </a:lnTo>
                  <a:lnTo>
                    <a:pt x="39427" y="0"/>
                  </a:lnTo>
                  <a:lnTo>
                    <a:pt x="30113" y="5277"/>
                  </a:lnTo>
                  <a:lnTo>
                    <a:pt x="21731" y="5277"/>
                  </a:lnTo>
                  <a:lnTo>
                    <a:pt x="12418" y="5277"/>
                  </a:lnTo>
                  <a:lnTo>
                    <a:pt x="3104" y="9313"/>
                  </a:lnTo>
                  <a:lnTo>
                    <a:pt x="1863" y="10555"/>
                  </a:lnTo>
                  <a:lnTo>
                    <a:pt x="0" y="10555"/>
                  </a:lnTo>
                  <a:lnTo>
                    <a:pt x="0" y="12728"/>
                  </a:lnTo>
                  <a:lnTo>
                    <a:pt x="12418" y="16764"/>
                  </a:lnTo>
                  <a:lnTo>
                    <a:pt x="27009" y="16764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9520" bIns="-2952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52" name="Freeform: Shape 39"/>
            <p:cNvSpPr/>
            <p:nvPr/>
          </p:nvSpPr>
          <p:spPr>
            <a:xfrm>
              <a:off x="7724880" y="3840480"/>
              <a:ext cx="55440" cy="3060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0 h 30600"/>
                <a:gd name="textAreaBottom" fmla="*/ 30960 h 30600"/>
              </a:gdLst>
              <a:ahLst/>
              <a:rect l="textAreaLeft" t="textAreaTop" r="textAreaRight" b="textAreaBottom"/>
              <a:pathLst>
                <a:path w="55880" h="31044">
                  <a:moveTo>
                    <a:pt x="5278" y="29492"/>
                  </a:moveTo>
                  <a:lnTo>
                    <a:pt x="7451" y="29492"/>
                  </a:lnTo>
                  <a:lnTo>
                    <a:pt x="8382" y="31666"/>
                  </a:lnTo>
                  <a:lnTo>
                    <a:pt x="12418" y="31666"/>
                  </a:lnTo>
                  <a:lnTo>
                    <a:pt x="25146" y="22042"/>
                  </a:lnTo>
                  <a:lnTo>
                    <a:pt x="39737" y="12728"/>
                  </a:lnTo>
                  <a:lnTo>
                    <a:pt x="52155" y="4036"/>
                  </a:lnTo>
                  <a:lnTo>
                    <a:pt x="56191" y="4036"/>
                  </a:lnTo>
                  <a:lnTo>
                    <a:pt x="56191" y="0"/>
                  </a:lnTo>
                  <a:lnTo>
                    <a:pt x="36322" y="0"/>
                  </a:lnTo>
                  <a:lnTo>
                    <a:pt x="17696" y="12728"/>
                  </a:lnTo>
                  <a:lnTo>
                    <a:pt x="0" y="24215"/>
                  </a:lnTo>
                  <a:lnTo>
                    <a:pt x="0" y="27319"/>
                  </a:lnTo>
                  <a:lnTo>
                    <a:pt x="3104" y="27319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040" bIns="-140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53" name="Freeform: Shape 40"/>
            <p:cNvSpPr/>
            <p:nvPr/>
          </p:nvSpPr>
          <p:spPr>
            <a:xfrm>
              <a:off x="7764840" y="3201480"/>
              <a:ext cx="15120" cy="1188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11880"/>
                <a:gd name="textAreaBottom" fmla="*/ 12240 h 11880"/>
              </a:gdLst>
              <a:ahLst/>
              <a:rect l="textAreaLeft" t="textAreaTop" r="textAreaRight" b="textAreaBottom"/>
              <a:pathLst>
                <a:path w="15522" h="12417">
                  <a:moveTo>
                    <a:pt x="16453" y="0"/>
                  </a:moveTo>
                  <a:lnTo>
                    <a:pt x="4036" y="0"/>
                  </a:lnTo>
                  <a:lnTo>
                    <a:pt x="4036" y="4346"/>
                  </a:lnTo>
                  <a:lnTo>
                    <a:pt x="0" y="4346"/>
                  </a:lnTo>
                  <a:lnTo>
                    <a:pt x="0" y="12728"/>
                  </a:lnTo>
                  <a:lnTo>
                    <a:pt x="16453" y="12728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54" name="Freeform: Shape 41"/>
            <p:cNvSpPr/>
            <p:nvPr/>
          </p:nvSpPr>
          <p:spPr>
            <a:xfrm>
              <a:off x="7633440" y="3550680"/>
              <a:ext cx="39960" cy="46080"/>
            </a:xfrm>
            <a:custGeom>
              <a:avLst/>
              <a:gdLst>
                <a:gd name="textAreaLeft" fmla="*/ 0 w 39960"/>
                <a:gd name="textAreaRight" fmla="*/ 40320 w 39960"/>
                <a:gd name="textAreaTop" fmla="*/ 0 h 46080"/>
                <a:gd name="textAreaBottom" fmla="*/ 46440 h 46080"/>
              </a:gdLst>
              <a:ahLst/>
              <a:rect l="textAreaLeft" t="textAreaTop" r="textAreaRight" b="textAreaBottom"/>
              <a:pathLst>
                <a:path w="40357" h="46566">
                  <a:moveTo>
                    <a:pt x="21731" y="31666"/>
                  </a:moveTo>
                  <a:lnTo>
                    <a:pt x="29182" y="22042"/>
                  </a:lnTo>
                  <a:lnTo>
                    <a:pt x="40668" y="12728"/>
                  </a:lnTo>
                  <a:lnTo>
                    <a:pt x="38495" y="9313"/>
                  </a:lnTo>
                  <a:lnTo>
                    <a:pt x="38495" y="5278"/>
                  </a:lnTo>
                  <a:lnTo>
                    <a:pt x="38495" y="4036"/>
                  </a:lnTo>
                  <a:lnTo>
                    <a:pt x="36322" y="4036"/>
                  </a:lnTo>
                  <a:lnTo>
                    <a:pt x="35391" y="4036"/>
                  </a:lnTo>
                  <a:lnTo>
                    <a:pt x="31045" y="0"/>
                  </a:lnTo>
                  <a:lnTo>
                    <a:pt x="23905" y="16764"/>
                  </a:lnTo>
                  <a:lnTo>
                    <a:pt x="11487" y="29492"/>
                  </a:lnTo>
                  <a:lnTo>
                    <a:pt x="0" y="42221"/>
                  </a:lnTo>
                  <a:lnTo>
                    <a:pt x="0" y="46567"/>
                  </a:lnTo>
                  <a:lnTo>
                    <a:pt x="13349" y="39116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440" bIns="14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55" name="Freeform: Shape 42"/>
            <p:cNvSpPr/>
            <p:nvPr/>
          </p:nvSpPr>
          <p:spPr>
            <a:xfrm>
              <a:off x="4993920" y="3441600"/>
              <a:ext cx="24480" cy="1188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11880"/>
                <a:gd name="textAreaBottom" fmla="*/ 12240 h 11880"/>
              </a:gdLst>
              <a:ahLst/>
              <a:rect l="textAreaLeft" t="textAreaTop" r="textAreaRight" b="textAreaBottom"/>
              <a:pathLst>
                <a:path w="24835" h="12417">
                  <a:moveTo>
                    <a:pt x="27009" y="4036"/>
                  </a:moveTo>
                  <a:lnTo>
                    <a:pt x="21731" y="1863"/>
                  </a:lnTo>
                  <a:lnTo>
                    <a:pt x="14591" y="1863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12728"/>
                  </a:lnTo>
                  <a:lnTo>
                    <a:pt x="27009" y="12728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56" name="Freeform: Shape 43"/>
            <p:cNvSpPr/>
            <p:nvPr/>
          </p:nvSpPr>
          <p:spPr>
            <a:xfrm>
              <a:off x="3633120" y="3347280"/>
              <a:ext cx="27720" cy="1512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15120"/>
                <a:gd name="textAreaBottom" fmla="*/ 15480 h 15120"/>
              </a:gdLst>
              <a:ahLst/>
              <a:rect l="textAreaLeft" t="textAreaTop" r="textAreaRight" b="textAreaBottom"/>
              <a:pathLst>
                <a:path w="27940" h="15522">
                  <a:moveTo>
                    <a:pt x="16764" y="2173"/>
                  </a:moveTo>
                  <a:lnTo>
                    <a:pt x="13660" y="2173"/>
                  </a:lnTo>
                  <a:lnTo>
                    <a:pt x="6209" y="2173"/>
                  </a:lnTo>
                  <a:lnTo>
                    <a:pt x="0" y="0"/>
                  </a:lnTo>
                  <a:lnTo>
                    <a:pt x="0" y="17075"/>
                  </a:lnTo>
                  <a:lnTo>
                    <a:pt x="7451" y="17075"/>
                  </a:lnTo>
                  <a:lnTo>
                    <a:pt x="13660" y="17075"/>
                  </a:lnTo>
                  <a:lnTo>
                    <a:pt x="18937" y="14901"/>
                  </a:lnTo>
                  <a:lnTo>
                    <a:pt x="24215" y="12728"/>
                  </a:lnTo>
                  <a:lnTo>
                    <a:pt x="28251" y="12728"/>
                  </a:lnTo>
                  <a:lnTo>
                    <a:pt x="28251" y="5278"/>
                  </a:lnTo>
                  <a:lnTo>
                    <a:pt x="22042" y="4346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9520" bIns="-2952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57" name="Freeform: Shape 44"/>
            <p:cNvSpPr/>
            <p:nvPr/>
          </p:nvSpPr>
          <p:spPr>
            <a:xfrm>
              <a:off x="4891680" y="2973960"/>
              <a:ext cx="11880" cy="1512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15120"/>
                <a:gd name="textAreaBottom" fmla="*/ 15480 h 15120"/>
              </a:gdLst>
              <a:ahLst/>
              <a:rect l="textAreaLeft" t="textAreaTop" r="textAreaRight" b="textAreaBottom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9520" bIns="-2952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58" name="Freeform: Shape 45"/>
            <p:cNvSpPr/>
            <p:nvPr/>
          </p:nvSpPr>
          <p:spPr>
            <a:xfrm>
              <a:off x="5068440" y="2940840"/>
              <a:ext cx="18360" cy="3672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36720"/>
                <a:gd name="textAreaBottom" fmla="*/ 37080 h 36720"/>
              </a:gdLst>
              <a:ahLst/>
              <a:rect l="textAreaLeft" t="textAreaTop" r="textAreaRight" b="textAreaBottom"/>
              <a:pathLst>
                <a:path w="18626" h="37253">
                  <a:moveTo>
                    <a:pt x="3104" y="31976"/>
                  </a:moveTo>
                  <a:lnTo>
                    <a:pt x="3104" y="32907"/>
                  </a:lnTo>
                  <a:lnTo>
                    <a:pt x="3104" y="35080"/>
                  </a:lnTo>
                  <a:lnTo>
                    <a:pt x="5278" y="37253"/>
                  </a:lnTo>
                  <a:lnTo>
                    <a:pt x="12728" y="37253"/>
                  </a:lnTo>
                  <a:lnTo>
                    <a:pt x="14591" y="37253"/>
                  </a:lnTo>
                  <a:lnTo>
                    <a:pt x="14591" y="35080"/>
                  </a:lnTo>
                  <a:lnTo>
                    <a:pt x="15833" y="35080"/>
                  </a:lnTo>
                  <a:lnTo>
                    <a:pt x="17695" y="35080"/>
                  </a:lnTo>
                  <a:lnTo>
                    <a:pt x="19869" y="32907"/>
                  </a:lnTo>
                  <a:lnTo>
                    <a:pt x="17695" y="22352"/>
                  </a:lnTo>
                  <a:lnTo>
                    <a:pt x="15833" y="9624"/>
                  </a:lnTo>
                  <a:lnTo>
                    <a:pt x="12728" y="0"/>
                  </a:lnTo>
                  <a:lnTo>
                    <a:pt x="0" y="29803"/>
                  </a:lnTo>
                  <a:lnTo>
                    <a:pt x="1242" y="31976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920" bIns="-792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59" name="Freeform: Shape 46"/>
            <p:cNvSpPr/>
            <p:nvPr/>
          </p:nvSpPr>
          <p:spPr>
            <a:xfrm>
              <a:off x="7513560" y="3617280"/>
              <a:ext cx="148680" cy="160920"/>
            </a:xfrm>
            <a:custGeom>
              <a:avLst/>
              <a:gdLst>
                <a:gd name="textAreaLeft" fmla="*/ 0 w 148680"/>
                <a:gd name="textAreaRight" fmla="*/ 149040 w 148680"/>
                <a:gd name="textAreaTop" fmla="*/ 0 h 160920"/>
                <a:gd name="textAreaBottom" fmla="*/ 161280 h 160920"/>
              </a:gdLst>
              <a:ahLst/>
              <a:rect l="textAreaLeft" t="textAreaTop" r="textAreaRight" b="textAreaBottom"/>
              <a:pathLst>
                <a:path w="149013" h="161431">
                  <a:moveTo>
                    <a:pt x="11486" y="128835"/>
                  </a:moveTo>
                  <a:lnTo>
                    <a:pt x="23904" y="145910"/>
                  </a:lnTo>
                  <a:lnTo>
                    <a:pt x="36322" y="151187"/>
                  </a:lnTo>
                  <a:lnTo>
                    <a:pt x="49051" y="153360"/>
                  </a:lnTo>
                  <a:lnTo>
                    <a:pt x="62400" y="153360"/>
                  </a:lnTo>
                  <a:lnTo>
                    <a:pt x="72955" y="155533"/>
                  </a:lnTo>
                  <a:lnTo>
                    <a:pt x="84441" y="161742"/>
                  </a:lnTo>
                  <a:lnTo>
                    <a:pt x="90650" y="161742"/>
                  </a:lnTo>
                  <a:lnTo>
                    <a:pt x="96859" y="160811"/>
                  </a:lnTo>
                  <a:lnTo>
                    <a:pt x="102137" y="160811"/>
                  </a:lnTo>
                  <a:lnTo>
                    <a:pt x="107104" y="156465"/>
                  </a:lnTo>
                  <a:lnTo>
                    <a:pt x="116728" y="138459"/>
                  </a:lnTo>
                  <a:lnTo>
                    <a:pt x="121695" y="118280"/>
                  </a:lnTo>
                  <a:lnTo>
                    <a:pt x="131319" y="101516"/>
                  </a:lnTo>
                  <a:lnTo>
                    <a:pt x="133181" y="97170"/>
                  </a:lnTo>
                  <a:lnTo>
                    <a:pt x="134423" y="96238"/>
                  </a:lnTo>
                  <a:lnTo>
                    <a:pt x="136286" y="94065"/>
                  </a:lnTo>
                  <a:lnTo>
                    <a:pt x="138459" y="94065"/>
                  </a:lnTo>
                  <a:lnTo>
                    <a:pt x="141563" y="94065"/>
                  </a:lnTo>
                  <a:lnTo>
                    <a:pt x="147772" y="91892"/>
                  </a:lnTo>
                  <a:lnTo>
                    <a:pt x="140632" y="76991"/>
                  </a:lnTo>
                  <a:lnTo>
                    <a:pt x="133181" y="64262"/>
                  </a:lnTo>
                  <a:lnTo>
                    <a:pt x="126972" y="47498"/>
                  </a:lnTo>
                  <a:lnTo>
                    <a:pt x="134423" y="44394"/>
                  </a:lnTo>
                  <a:lnTo>
                    <a:pt x="140632" y="40047"/>
                  </a:lnTo>
                  <a:lnTo>
                    <a:pt x="145910" y="34770"/>
                  </a:lnTo>
                  <a:lnTo>
                    <a:pt x="150877" y="31666"/>
                  </a:lnTo>
                  <a:lnTo>
                    <a:pt x="145910" y="22042"/>
                  </a:lnTo>
                  <a:lnTo>
                    <a:pt x="134423" y="10555"/>
                  </a:lnTo>
                  <a:lnTo>
                    <a:pt x="121695" y="3104"/>
                  </a:lnTo>
                  <a:lnTo>
                    <a:pt x="111450" y="0"/>
                  </a:lnTo>
                  <a:lnTo>
                    <a:pt x="105241" y="9313"/>
                  </a:lnTo>
                  <a:lnTo>
                    <a:pt x="99963" y="17695"/>
                  </a:lnTo>
                  <a:lnTo>
                    <a:pt x="94686" y="27319"/>
                  </a:lnTo>
                  <a:lnTo>
                    <a:pt x="90650" y="40047"/>
                  </a:lnTo>
                  <a:lnTo>
                    <a:pt x="84441" y="40047"/>
                  </a:lnTo>
                  <a:lnTo>
                    <a:pt x="78232" y="40047"/>
                  </a:lnTo>
                  <a:lnTo>
                    <a:pt x="74817" y="40047"/>
                  </a:lnTo>
                  <a:lnTo>
                    <a:pt x="72955" y="42221"/>
                  </a:lnTo>
                  <a:lnTo>
                    <a:pt x="72955" y="44394"/>
                  </a:lnTo>
                  <a:lnTo>
                    <a:pt x="72955" y="46256"/>
                  </a:lnTo>
                  <a:lnTo>
                    <a:pt x="70782" y="47498"/>
                  </a:lnTo>
                  <a:lnTo>
                    <a:pt x="70782" y="49671"/>
                  </a:lnTo>
                  <a:lnTo>
                    <a:pt x="67677" y="53707"/>
                  </a:lnTo>
                  <a:lnTo>
                    <a:pt x="63641" y="57122"/>
                  </a:lnTo>
                  <a:lnTo>
                    <a:pt x="40668" y="60226"/>
                  </a:lnTo>
                  <a:lnTo>
                    <a:pt x="31355" y="75128"/>
                  </a:lnTo>
                  <a:lnTo>
                    <a:pt x="23904" y="79164"/>
                  </a:lnTo>
                  <a:lnTo>
                    <a:pt x="16764" y="76991"/>
                  </a:lnTo>
                  <a:lnTo>
                    <a:pt x="9313" y="76991"/>
                  </a:lnTo>
                  <a:lnTo>
                    <a:pt x="0" y="81337"/>
                  </a:lnTo>
                  <a:lnTo>
                    <a:pt x="2173" y="106793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60" name="Freeform: Shape 47"/>
            <p:cNvSpPr/>
            <p:nvPr/>
          </p:nvSpPr>
          <p:spPr>
            <a:xfrm>
              <a:off x="7786440" y="3689280"/>
              <a:ext cx="15120" cy="4608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46080"/>
                <a:gd name="textAreaBottom" fmla="*/ 46440 h 46080"/>
              </a:gdLst>
              <a:ahLst/>
              <a:rect l="textAreaLeft" t="textAreaTop" r="textAreaRight" b="textAreaBottom"/>
              <a:pathLst>
                <a:path w="15522" h="46566">
                  <a:moveTo>
                    <a:pt x="7140" y="46567"/>
                  </a:moveTo>
                  <a:lnTo>
                    <a:pt x="11486" y="42531"/>
                  </a:lnTo>
                  <a:lnTo>
                    <a:pt x="12418" y="40358"/>
                  </a:lnTo>
                  <a:lnTo>
                    <a:pt x="12418" y="39116"/>
                  </a:lnTo>
                  <a:lnTo>
                    <a:pt x="12418" y="37253"/>
                  </a:lnTo>
                  <a:lnTo>
                    <a:pt x="12418" y="35080"/>
                  </a:lnTo>
                  <a:lnTo>
                    <a:pt x="12418" y="32907"/>
                  </a:lnTo>
                  <a:lnTo>
                    <a:pt x="14591" y="31976"/>
                  </a:lnTo>
                  <a:lnTo>
                    <a:pt x="17695" y="29803"/>
                  </a:lnTo>
                  <a:lnTo>
                    <a:pt x="17695" y="20179"/>
                  </a:lnTo>
                  <a:lnTo>
                    <a:pt x="17695" y="12728"/>
                  </a:lnTo>
                  <a:lnTo>
                    <a:pt x="16764" y="9624"/>
                  </a:lnTo>
                  <a:lnTo>
                    <a:pt x="12418" y="5278"/>
                  </a:lnTo>
                  <a:lnTo>
                    <a:pt x="9313" y="3415"/>
                  </a:lnTo>
                  <a:lnTo>
                    <a:pt x="2173" y="0"/>
                  </a:lnTo>
                  <a:lnTo>
                    <a:pt x="0" y="12728"/>
                  </a:lnTo>
                  <a:lnTo>
                    <a:pt x="0" y="25457"/>
                  </a:lnTo>
                  <a:lnTo>
                    <a:pt x="7140" y="37253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440" bIns="14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61" name="Freeform: Shape 48"/>
            <p:cNvSpPr/>
            <p:nvPr/>
          </p:nvSpPr>
          <p:spPr>
            <a:xfrm>
              <a:off x="8093880" y="3779280"/>
              <a:ext cx="58680" cy="30600"/>
            </a:xfrm>
            <a:custGeom>
              <a:avLst/>
              <a:gdLst>
                <a:gd name="textAreaLeft" fmla="*/ 0 w 58680"/>
                <a:gd name="textAreaRight" fmla="*/ 59040 w 58680"/>
                <a:gd name="textAreaTop" fmla="*/ 0 h 30600"/>
                <a:gd name="textAreaBottom" fmla="*/ 30960 h 30600"/>
              </a:gdLst>
              <a:ahLst/>
              <a:rect l="textAreaLeft" t="textAreaTop" r="textAreaRight" b="textAreaBottom"/>
              <a:pathLst>
                <a:path w="58984" h="31044">
                  <a:moveTo>
                    <a:pt x="12418" y="28561"/>
                  </a:moveTo>
                  <a:lnTo>
                    <a:pt x="17695" y="29492"/>
                  </a:lnTo>
                  <a:lnTo>
                    <a:pt x="23904" y="31666"/>
                  </a:lnTo>
                  <a:lnTo>
                    <a:pt x="60537" y="21110"/>
                  </a:lnTo>
                  <a:lnTo>
                    <a:pt x="60537" y="931"/>
                  </a:lnTo>
                  <a:lnTo>
                    <a:pt x="59605" y="0"/>
                  </a:lnTo>
                  <a:lnTo>
                    <a:pt x="50913" y="0"/>
                  </a:lnTo>
                  <a:lnTo>
                    <a:pt x="38495" y="9624"/>
                  </a:lnTo>
                  <a:lnTo>
                    <a:pt x="21731" y="14901"/>
                  </a:lnTo>
                  <a:lnTo>
                    <a:pt x="0" y="17075"/>
                  </a:lnTo>
                  <a:lnTo>
                    <a:pt x="0" y="24215"/>
                  </a:lnTo>
                  <a:lnTo>
                    <a:pt x="5277" y="26388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040" bIns="-140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62" name="Freeform: Shape 49"/>
            <p:cNvSpPr/>
            <p:nvPr/>
          </p:nvSpPr>
          <p:spPr>
            <a:xfrm>
              <a:off x="7833240" y="3728160"/>
              <a:ext cx="291600" cy="1519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291819" h="152118">
                  <a:moveTo>
                    <a:pt x="207378" y="60537"/>
                  </a:moveTo>
                  <a:lnTo>
                    <a:pt x="192787" y="49982"/>
                  </a:lnTo>
                  <a:lnTo>
                    <a:pt x="175091" y="38185"/>
                  </a:lnTo>
                  <a:lnTo>
                    <a:pt x="153050" y="30734"/>
                  </a:lnTo>
                  <a:lnTo>
                    <a:pt x="135354" y="23283"/>
                  </a:lnTo>
                  <a:lnTo>
                    <a:pt x="120763" y="14901"/>
                  </a:lnTo>
                  <a:lnTo>
                    <a:pt x="102137" y="16143"/>
                  </a:lnTo>
                  <a:lnTo>
                    <a:pt x="89719" y="20179"/>
                  </a:lnTo>
                  <a:lnTo>
                    <a:pt x="80095" y="25456"/>
                  </a:lnTo>
                  <a:lnTo>
                    <a:pt x="70782" y="35080"/>
                  </a:lnTo>
                  <a:lnTo>
                    <a:pt x="70782" y="38185"/>
                  </a:lnTo>
                  <a:lnTo>
                    <a:pt x="67677" y="38185"/>
                  </a:lnTo>
                  <a:lnTo>
                    <a:pt x="67677" y="35080"/>
                  </a:lnTo>
                  <a:lnTo>
                    <a:pt x="60537" y="25456"/>
                  </a:lnTo>
                  <a:lnTo>
                    <a:pt x="55259" y="14901"/>
                  </a:lnTo>
                  <a:lnTo>
                    <a:pt x="50913" y="1242"/>
                  </a:lnTo>
                  <a:lnTo>
                    <a:pt x="36322" y="0"/>
                  </a:lnTo>
                  <a:lnTo>
                    <a:pt x="26078" y="0"/>
                  </a:lnTo>
                  <a:lnTo>
                    <a:pt x="14591" y="0"/>
                  </a:lnTo>
                  <a:lnTo>
                    <a:pt x="0" y="1242"/>
                  </a:lnTo>
                  <a:lnTo>
                    <a:pt x="0" y="10866"/>
                  </a:lnTo>
                  <a:lnTo>
                    <a:pt x="9313" y="14901"/>
                  </a:lnTo>
                  <a:lnTo>
                    <a:pt x="20800" y="20179"/>
                  </a:lnTo>
                  <a:lnTo>
                    <a:pt x="31355" y="22352"/>
                  </a:lnTo>
                  <a:lnTo>
                    <a:pt x="29182" y="25456"/>
                  </a:lnTo>
                  <a:lnTo>
                    <a:pt x="28250" y="27630"/>
                  </a:lnTo>
                  <a:lnTo>
                    <a:pt x="26078" y="29803"/>
                  </a:lnTo>
                  <a:lnTo>
                    <a:pt x="23904" y="29803"/>
                  </a:lnTo>
                  <a:lnTo>
                    <a:pt x="20800" y="30734"/>
                  </a:lnTo>
                  <a:lnTo>
                    <a:pt x="29182" y="42531"/>
                  </a:lnTo>
                  <a:lnTo>
                    <a:pt x="42842" y="49982"/>
                  </a:lnTo>
                  <a:lnTo>
                    <a:pt x="58364" y="53086"/>
                  </a:lnTo>
                  <a:lnTo>
                    <a:pt x="75128" y="58364"/>
                  </a:lnTo>
                  <a:lnTo>
                    <a:pt x="89719" y="62710"/>
                  </a:lnTo>
                  <a:lnTo>
                    <a:pt x="102137" y="72023"/>
                  </a:lnTo>
                  <a:lnTo>
                    <a:pt x="111450" y="87856"/>
                  </a:lnTo>
                  <a:lnTo>
                    <a:pt x="113623" y="92202"/>
                  </a:lnTo>
                  <a:lnTo>
                    <a:pt x="111450" y="95307"/>
                  </a:lnTo>
                  <a:lnTo>
                    <a:pt x="109277" y="99653"/>
                  </a:lnTo>
                  <a:lnTo>
                    <a:pt x="107414" y="102757"/>
                  </a:lnTo>
                  <a:lnTo>
                    <a:pt x="106172" y="109277"/>
                  </a:lnTo>
                  <a:lnTo>
                    <a:pt x="104310" y="116417"/>
                  </a:lnTo>
                  <a:lnTo>
                    <a:pt x="122005" y="114554"/>
                  </a:lnTo>
                  <a:lnTo>
                    <a:pt x="135354" y="116417"/>
                  </a:lnTo>
                  <a:lnTo>
                    <a:pt x="147772" y="119832"/>
                  </a:lnTo>
                  <a:lnTo>
                    <a:pt x="160500" y="126972"/>
                  </a:lnTo>
                  <a:lnTo>
                    <a:pt x="172918" y="123868"/>
                  </a:lnTo>
                  <a:lnTo>
                    <a:pt x="185336" y="116417"/>
                  </a:lnTo>
                  <a:lnTo>
                    <a:pt x="198996" y="112381"/>
                  </a:lnTo>
                  <a:lnTo>
                    <a:pt x="209241" y="112381"/>
                  </a:lnTo>
                  <a:lnTo>
                    <a:pt x="223831" y="119832"/>
                  </a:lnTo>
                  <a:lnTo>
                    <a:pt x="228178" y="123868"/>
                  </a:lnTo>
                  <a:lnTo>
                    <a:pt x="231282" y="129145"/>
                  </a:lnTo>
                  <a:lnTo>
                    <a:pt x="235318" y="136596"/>
                  </a:lnTo>
                  <a:lnTo>
                    <a:pt x="238423" y="139701"/>
                  </a:lnTo>
                  <a:lnTo>
                    <a:pt x="243700" y="144047"/>
                  </a:lnTo>
                  <a:lnTo>
                    <a:pt x="249909" y="146220"/>
                  </a:lnTo>
                  <a:lnTo>
                    <a:pt x="253013" y="147151"/>
                  </a:lnTo>
                  <a:lnTo>
                    <a:pt x="257360" y="147151"/>
                  </a:lnTo>
                  <a:lnTo>
                    <a:pt x="260464" y="147151"/>
                  </a:lnTo>
                  <a:lnTo>
                    <a:pt x="264500" y="149324"/>
                  </a:lnTo>
                  <a:lnTo>
                    <a:pt x="267604" y="152429"/>
                  </a:lnTo>
                  <a:lnTo>
                    <a:pt x="291819" y="152429"/>
                  </a:lnTo>
                  <a:lnTo>
                    <a:pt x="291819" y="144047"/>
                  </a:lnTo>
                  <a:lnTo>
                    <a:pt x="270709" y="132560"/>
                  </a:lnTo>
                  <a:lnTo>
                    <a:pt x="253013" y="117659"/>
                  </a:lnTo>
                  <a:lnTo>
                    <a:pt x="240595" y="99653"/>
                  </a:lnTo>
                  <a:lnTo>
                    <a:pt x="236560" y="97480"/>
                  </a:lnTo>
                  <a:lnTo>
                    <a:pt x="235318" y="97480"/>
                  </a:lnTo>
                  <a:lnTo>
                    <a:pt x="236560" y="95307"/>
                  </a:lnTo>
                  <a:lnTo>
                    <a:pt x="238423" y="94375"/>
                  </a:lnTo>
                  <a:lnTo>
                    <a:pt x="242768" y="94375"/>
                  </a:lnTo>
                  <a:lnTo>
                    <a:pt x="245873" y="92202"/>
                  </a:lnTo>
                  <a:lnTo>
                    <a:pt x="248046" y="92202"/>
                  </a:lnTo>
                  <a:lnTo>
                    <a:pt x="248046" y="82579"/>
                  </a:lnTo>
                  <a:lnTo>
                    <a:pt x="236560" y="80405"/>
                  </a:lnTo>
                  <a:lnTo>
                    <a:pt x="228178" y="77301"/>
                  </a:lnTo>
                  <a:lnTo>
                    <a:pt x="214518" y="75128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63" name="Freeform: Shape 50"/>
            <p:cNvSpPr/>
            <p:nvPr/>
          </p:nvSpPr>
          <p:spPr>
            <a:xfrm>
              <a:off x="8125200" y="3750480"/>
              <a:ext cx="36720" cy="3384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33840"/>
                <a:gd name="textAreaBottom" fmla="*/ 34200 h 33840"/>
              </a:gdLst>
              <a:ahLst/>
              <a:rect l="textAreaLeft" t="textAreaTop" r="textAreaRight" b="textAreaBottom"/>
              <a:pathLst>
                <a:path w="37253" h="34149">
                  <a:moveTo>
                    <a:pt x="29182" y="29492"/>
                  </a:moveTo>
                  <a:lnTo>
                    <a:pt x="36322" y="36012"/>
                  </a:lnTo>
                  <a:lnTo>
                    <a:pt x="39426" y="36012"/>
                  </a:lnTo>
                  <a:lnTo>
                    <a:pt x="36322" y="22352"/>
                  </a:lnTo>
                  <a:lnTo>
                    <a:pt x="29182" y="10555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7140" y="10555"/>
                  </a:lnTo>
                  <a:lnTo>
                    <a:pt x="17695" y="18006"/>
                  </a:lnTo>
                  <a:lnTo>
                    <a:pt x="27009" y="27630"/>
                  </a:lnTo>
                  <a:lnTo>
                    <a:pt x="28250" y="28561"/>
                  </a:lnTo>
                  <a:lnTo>
                    <a:pt x="29182" y="28561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0800" bIns="-108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64" name="Freeform: Shape 51"/>
            <p:cNvSpPr/>
            <p:nvPr/>
          </p:nvSpPr>
          <p:spPr>
            <a:xfrm>
              <a:off x="8328240" y="4023360"/>
              <a:ext cx="43200" cy="3384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33840"/>
                <a:gd name="textAreaBottom" fmla="*/ 34200 h 33840"/>
              </a:gdLst>
              <a:ahLst/>
              <a:rect l="textAreaLeft" t="textAreaTop" r="textAreaRight" b="textAreaBottom"/>
              <a:pathLst>
                <a:path w="43462" h="34149">
                  <a:moveTo>
                    <a:pt x="14591" y="20179"/>
                  </a:moveTo>
                  <a:lnTo>
                    <a:pt x="23904" y="27630"/>
                  </a:lnTo>
                  <a:lnTo>
                    <a:pt x="33218" y="35080"/>
                  </a:lnTo>
                  <a:lnTo>
                    <a:pt x="45946" y="35080"/>
                  </a:lnTo>
                  <a:lnTo>
                    <a:pt x="45946" y="24525"/>
                  </a:lnTo>
                  <a:lnTo>
                    <a:pt x="26078" y="12728"/>
                  </a:lnTo>
                  <a:lnTo>
                    <a:pt x="9313" y="0"/>
                  </a:lnTo>
                  <a:lnTo>
                    <a:pt x="0" y="0"/>
                  </a:lnTo>
                  <a:lnTo>
                    <a:pt x="7140" y="10866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0800" bIns="-108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65" name="Freeform: Shape 52"/>
            <p:cNvSpPr/>
            <p:nvPr/>
          </p:nvSpPr>
          <p:spPr>
            <a:xfrm>
              <a:off x="8354160" y="3936960"/>
              <a:ext cx="18360" cy="3060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30600"/>
                <a:gd name="textAreaBottom" fmla="*/ 30960 h 30600"/>
              </a:gdLst>
              <a:ahLst/>
              <a:rect l="textAreaLeft" t="textAreaTop" r="textAreaRight" b="textAreaBottom"/>
              <a:pathLst>
                <a:path w="18626" h="31044">
                  <a:moveTo>
                    <a:pt x="5277" y="24215"/>
                  </a:moveTo>
                  <a:lnTo>
                    <a:pt x="7140" y="32907"/>
                  </a:lnTo>
                  <a:lnTo>
                    <a:pt x="19868" y="32907"/>
                  </a:lnTo>
                  <a:lnTo>
                    <a:pt x="17695" y="27630"/>
                  </a:lnTo>
                  <a:lnTo>
                    <a:pt x="15522" y="24215"/>
                  </a:lnTo>
                  <a:lnTo>
                    <a:pt x="14591" y="20179"/>
                  </a:lnTo>
                  <a:lnTo>
                    <a:pt x="12418" y="16764"/>
                  </a:lnTo>
                  <a:lnTo>
                    <a:pt x="12418" y="10555"/>
                  </a:lnTo>
                  <a:lnTo>
                    <a:pt x="10244" y="5278"/>
                  </a:lnTo>
                  <a:lnTo>
                    <a:pt x="8382" y="3104"/>
                  </a:lnTo>
                  <a:lnTo>
                    <a:pt x="7140" y="3104"/>
                  </a:lnTo>
                  <a:lnTo>
                    <a:pt x="5277" y="3104"/>
                  </a:lnTo>
                  <a:lnTo>
                    <a:pt x="527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0" y="10555"/>
                  </a:lnTo>
                  <a:lnTo>
                    <a:pt x="931" y="18006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040" bIns="-140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66" name="Freeform: Shape 53"/>
            <p:cNvSpPr/>
            <p:nvPr/>
          </p:nvSpPr>
          <p:spPr>
            <a:xfrm>
              <a:off x="7884360" y="3800160"/>
              <a:ext cx="11880" cy="1836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18360"/>
                <a:gd name="textAreaBottom" fmla="*/ 18720 h 18360"/>
              </a:gdLst>
              <a:ahLst/>
              <a:rect l="textAreaLeft" t="textAreaTop" r="textAreaRight" b="textAreaBottom"/>
              <a:pathLst>
                <a:path w="12417" h="18626">
                  <a:moveTo>
                    <a:pt x="0" y="20179"/>
                  </a:moveTo>
                  <a:lnTo>
                    <a:pt x="2173" y="18006"/>
                  </a:lnTo>
                  <a:lnTo>
                    <a:pt x="4346" y="15833"/>
                  </a:lnTo>
                  <a:lnTo>
                    <a:pt x="13660" y="10555"/>
                  </a:lnTo>
                  <a:lnTo>
                    <a:pt x="13660" y="3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280" bIns="-2628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67" name="Freeform: Shape 54"/>
            <p:cNvSpPr/>
            <p:nvPr/>
          </p:nvSpPr>
          <p:spPr>
            <a:xfrm>
              <a:off x="7661520" y="3855240"/>
              <a:ext cx="24480" cy="1512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15120"/>
                <a:gd name="textAreaBottom" fmla="*/ 15480 h 15120"/>
              </a:gdLst>
              <a:ahLst/>
              <a:rect l="textAreaLeft" t="textAreaTop" r="textAreaRight" b="textAreaBottom"/>
              <a:pathLst>
                <a:path w="24835" h="15522">
                  <a:moveTo>
                    <a:pt x="7451" y="9624"/>
                  </a:moveTo>
                  <a:lnTo>
                    <a:pt x="12728" y="12728"/>
                  </a:lnTo>
                  <a:lnTo>
                    <a:pt x="17696" y="14901"/>
                  </a:lnTo>
                  <a:lnTo>
                    <a:pt x="22973" y="17075"/>
                  </a:lnTo>
                  <a:lnTo>
                    <a:pt x="22973" y="12728"/>
                  </a:lnTo>
                  <a:lnTo>
                    <a:pt x="27319" y="12728"/>
                  </a:lnTo>
                  <a:lnTo>
                    <a:pt x="27319" y="5588"/>
                  </a:lnTo>
                  <a:lnTo>
                    <a:pt x="22042" y="4346"/>
                  </a:lnTo>
                  <a:lnTo>
                    <a:pt x="17696" y="2173"/>
                  </a:lnTo>
                  <a:lnTo>
                    <a:pt x="12728" y="2173"/>
                  </a:lnTo>
                  <a:lnTo>
                    <a:pt x="7451" y="2173"/>
                  </a:lnTo>
                  <a:lnTo>
                    <a:pt x="0" y="0"/>
                  </a:lnTo>
                  <a:lnTo>
                    <a:pt x="3104" y="5588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9520" bIns="-2952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68" name="Freeform: Shape 55"/>
            <p:cNvSpPr/>
            <p:nvPr/>
          </p:nvSpPr>
          <p:spPr>
            <a:xfrm>
              <a:off x="7764840" y="3763440"/>
              <a:ext cx="18360" cy="900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9000"/>
                <a:gd name="textAreaBottom" fmla="*/ 9360 h 9000"/>
              </a:gdLst>
              <a:ahLst/>
              <a:rect l="textAreaLeft" t="textAreaTop" r="textAreaRight" b="textAreaBottom"/>
              <a:pathLst>
                <a:path w="18626" h="9313">
                  <a:moveTo>
                    <a:pt x="0" y="0"/>
                  </a:moveTo>
                  <a:lnTo>
                    <a:pt x="0" y="10555"/>
                  </a:lnTo>
                  <a:lnTo>
                    <a:pt x="19558" y="10555"/>
                  </a:lnTo>
                  <a:lnTo>
                    <a:pt x="19558" y="3104"/>
                  </a:lnTo>
                  <a:lnTo>
                    <a:pt x="18627" y="2173"/>
                  </a:lnTo>
                  <a:lnTo>
                    <a:pt x="16453" y="0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69" name="Freeform: Shape 56"/>
            <p:cNvSpPr/>
            <p:nvPr/>
          </p:nvSpPr>
          <p:spPr>
            <a:xfrm>
              <a:off x="7628040" y="3835440"/>
              <a:ext cx="33840" cy="1512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15120"/>
                <a:gd name="textAreaBottom" fmla="*/ 15480 h 15120"/>
              </a:gdLst>
              <a:ahLst/>
              <a:rect l="textAreaLeft" t="textAreaTop" r="textAreaRight" b="textAreaBottom"/>
              <a:pathLst>
                <a:path w="34149" h="15522">
                  <a:moveTo>
                    <a:pt x="34459" y="9313"/>
                  </a:moveTo>
                  <a:lnTo>
                    <a:pt x="31355" y="5277"/>
                  </a:lnTo>
                  <a:lnTo>
                    <a:pt x="27009" y="3104"/>
                  </a:lnTo>
                  <a:lnTo>
                    <a:pt x="23904" y="2173"/>
                  </a:lnTo>
                  <a:lnTo>
                    <a:pt x="16764" y="0"/>
                  </a:lnTo>
                  <a:lnTo>
                    <a:pt x="12418" y="3104"/>
                  </a:lnTo>
                  <a:lnTo>
                    <a:pt x="11486" y="5277"/>
                  </a:lnTo>
                  <a:lnTo>
                    <a:pt x="5277" y="7451"/>
                  </a:lnTo>
                  <a:lnTo>
                    <a:pt x="0" y="9313"/>
                  </a:lnTo>
                  <a:lnTo>
                    <a:pt x="0" y="16764"/>
                  </a:lnTo>
                  <a:lnTo>
                    <a:pt x="12418" y="16764"/>
                  </a:lnTo>
                  <a:lnTo>
                    <a:pt x="23904" y="16764"/>
                  </a:lnTo>
                  <a:lnTo>
                    <a:pt x="33218" y="12728"/>
                  </a:lnTo>
                  <a:lnTo>
                    <a:pt x="36322" y="12728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9520" bIns="-2952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70" name="Freeform: Shape 57"/>
            <p:cNvSpPr/>
            <p:nvPr/>
          </p:nvSpPr>
          <p:spPr>
            <a:xfrm>
              <a:off x="3693600" y="3364560"/>
              <a:ext cx="33840" cy="1188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11880"/>
                <a:gd name="textAreaBottom" fmla="*/ 12240 h 11880"/>
              </a:gdLst>
              <a:ahLst/>
              <a:rect l="textAreaLeft" t="textAreaTop" r="textAreaRight" b="textAreaBottom"/>
              <a:pathLst>
                <a:path w="34149" h="12417">
                  <a:moveTo>
                    <a:pt x="34459" y="8382"/>
                  </a:moveTo>
                  <a:lnTo>
                    <a:pt x="34459" y="5278"/>
                  </a:lnTo>
                  <a:lnTo>
                    <a:pt x="19869" y="0"/>
                  </a:lnTo>
                  <a:lnTo>
                    <a:pt x="14591" y="2173"/>
                  </a:lnTo>
                  <a:lnTo>
                    <a:pt x="10555" y="3104"/>
                  </a:lnTo>
                  <a:lnTo>
                    <a:pt x="5278" y="3104"/>
                  </a:lnTo>
                  <a:lnTo>
                    <a:pt x="0" y="5278"/>
                  </a:lnTo>
                  <a:lnTo>
                    <a:pt x="0" y="12728"/>
                  </a:lnTo>
                  <a:lnTo>
                    <a:pt x="9313" y="12728"/>
                  </a:lnTo>
                  <a:lnTo>
                    <a:pt x="19869" y="12728"/>
                  </a:lnTo>
                  <a:lnTo>
                    <a:pt x="31355" y="8382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71" name="Freeform: Shape 58"/>
            <p:cNvSpPr/>
            <p:nvPr/>
          </p:nvSpPr>
          <p:spPr>
            <a:xfrm>
              <a:off x="7817760" y="2981160"/>
              <a:ext cx="229320" cy="266760"/>
            </a:xfrm>
            <a:custGeom>
              <a:avLst/>
              <a:gdLst>
                <a:gd name="textAreaLeft" fmla="*/ 0 w 229320"/>
                <a:gd name="textAreaRight" fmla="*/ 229680 w 229320"/>
                <a:gd name="textAreaTop" fmla="*/ 0 h 266760"/>
                <a:gd name="textAreaBottom" fmla="*/ 267120 h 266760"/>
              </a:gdLst>
              <a:ahLst/>
              <a:rect l="textAreaLeft" t="textAreaTop" r="textAreaRight" b="textAreaBottom"/>
              <a:pathLst>
                <a:path w="229729" h="266983">
                  <a:moveTo>
                    <a:pt x="7140" y="247425"/>
                  </a:moveTo>
                  <a:lnTo>
                    <a:pt x="8382" y="254876"/>
                  </a:lnTo>
                  <a:lnTo>
                    <a:pt x="10245" y="269777"/>
                  </a:lnTo>
                  <a:lnTo>
                    <a:pt x="22663" y="269777"/>
                  </a:lnTo>
                  <a:lnTo>
                    <a:pt x="27009" y="262327"/>
                  </a:lnTo>
                  <a:lnTo>
                    <a:pt x="30113" y="254876"/>
                  </a:lnTo>
                  <a:lnTo>
                    <a:pt x="36322" y="249599"/>
                  </a:lnTo>
                  <a:lnTo>
                    <a:pt x="34149" y="240285"/>
                  </a:lnTo>
                  <a:lnTo>
                    <a:pt x="34149" y="235008"/>
                  </a:lnTo>
                  <a:lnTo>
                    <a:pt x="34149" y="231593"/>
                  </a:lnTo>
                  <a:lnTo>
                    <a:pt x="30113" y="229730"/>
                  </a:lnTo>
                  <a:lnTo>
                    <a:pt x="27009" y="224452"/>
                  </a:lnTo>
                  <a:lnTo>
                    <a:pt x="27009" y="220106"/>
                  </a:lnTo>
                  <a:lnTo>
                    <a:pt x="34149" y="222279"/>
                  </a:lnTo>
                  <a:lnTo>
                    <a:pt x="37253" y="224452"/>
                  </a:lnTo>
                  <a:lnTo>
                    <a:pt x="41600" y="224452"/>
                  </a:lnTo>
                  <a:lnTo>
                    <a:pt x="41600" y="225384"/>
                  </a:lnTo>
                  <a:lnTo>
                    <a:pt x="41600" y="229730"/>
                  </a:lnTo>
                  <a:lnTo>
                    <a:pt x="41600" y="231593"/>
                  </a:lnTo>
                  <a:lnTo>
                    <a:pt x="41600" y="236870"/>
                  </a:lnTo>
                  <a:lnTo>
                    <a:pt x="43773" y="240285"/>
                  </a:lnTo>
                  <a:lnTo>
                    <a:pt x="48740" y="239043"/>
                  </a:lnTo>
                  <a:lnTo>
                    <a:pt x="54018" y="239043"/>
                  </a:lnTo>
                  <a:lnTo>
                    <a:pt x="56191" y="236870"/>
                  </a:lnTo>
                  <a:lnTo>
                    <a:pt x="58364" y="235008"/>
                  </a:lnTo>
                  <a:lnTo>
                    <a:pt x="59295" y="235008"/>
                  </a:lnTo>
                  <a:lnTo>
                    <a:pt x="61468" y="232834"/>
                  </a:lnTo>
                  <a:lnTo>
                    <a:pt x="65504" y="232834"/>
                  </a:lnTo>
                  <a:lnTo>
                    <a:pt x="70782" y="232834"/>
                  </a:lnTo>
                  <a:lnTo>
                    <a:pt x="72955" y="229730"/>
                  </a:lnTo>
                  <a:lnTo>
                    <a:pt x="73886" y="224452"/>
                  </a:lnTo>
                  <a:lnTo>
                    <a:pt x="73886" y="220106"/>
                  </a:lnTo>
                  <a:lnTo>
                    <a:pt x="76059" y="212655"/>
                  </a:lnTo>
                  <a:lnTo>
                    <a:pt x="81026" y="220106"/>
                  </a:lnTo>
                  <a:lnTo>
                    <a:pt x="86304" y="229730"/>
                  </a:lnTo>
                  <a:lnTo>
                    <a:pt x="112381" y="217933"/>
                  </a:lnTo>
                  <a:lnTo>
                    <a:pt x="139390" y="205205"/>
                  </a:lnTo>
                  <a:lnTo>
                    <a:pt x="163294" y="192476"/>
                  </a:lnTo>
                  <a:lnTo>
                    <a:pt x="165468" y="170435"/>
                  </a:lnTo>
                  <a:lnTo>
                    <a:pt x="168572" y="152429"/>
                  </a:lnTo>
                  <a:lnTo>
                    <a:pt x="172918" y="138459"/>
                  </a:lnTo>
                  <a:lnTo>
                    <a:pt x="173850" y="125731"/>
                  </a:lnTo>
                  <a:lnTo>
                    <a:pt x="173850" y="113313"/>
                  </a:lnTo>
                  <a:lnTo>
                    <a:pt x="172918" y="96238"/>
                  </a:lnTo>
                  <a:lnTo>
                    <a:pt x="166709" y="73886"/>
                  </a:lnTo>
                  <a:lnTo>
                    <a:pt x="170745" y="72955"/>
                  </a:lnTo>
                  <a:lnTo>
                    <a:pt x="172918" y="68609"/>
                  </a:lnTo>
                  <a:lnTo>
                    <a:pt x="176023" y="66746"/>
                  </a:lnTo>
                  <a:lnTo>
                    <a:pt x="180059" y="65504"/>
                  </a:lnTo>
                  <a:lnTo>
                    <a:pt x="183163" y="66746"/>
                  </a:lnTo>
                  <a:lnTo>
                    <a:pt x="186267" y="68609"/>
                  </a:lnTo>
                  <a:lnTo>
                    <a:pt x="190614" y="73886"/>
                  </a:lnTo>
                  <a:lnTo>
                    <a:pt x="200858" y="68609"/>
                  </a:lnTo>
                  <a:lnTo>
                    <a:pt x="208309" y="61468"/>
                  </a:lnTo>
                  <a:lnTo>
                    <a:pt x="217622" y="54018"/>
                  </a:lnTo>
                  <a:lnTo>
                    <a:pt x="230040" y="50603"/>
                  </a:lnTo>
                  <a:lnTo>
                    <a:pt x="230040" y="44394"/>
                  </a:lnTo>
                  <a:lnTo>
                    <a:pt x="230040" y="41289"/>
                  </a:lnTo>
                  <a:lnTo>
                    <a:pt x="229109" y="36943"/>
                  </a:lnTo>
                  <a:lnTo>
                    <a:pt x="226936" y="33839"/>
                  </a:lnTo>
                  <a:lnTo>
                    <a:pt x="219796" y="28561"/>
                  </a:lnTo>
                  <a:lnTo>
                    <a:pt x="212345" y="24215"/>
                  </a:lnTo>
                  <a:lnTo>
                    <a:pt x="200858" y="21110"/>
                  </a:lnTo>
                  <a:lnTo>
                    <a:pt x="192476" y="13660"/>
                  </a:lnTo>
                  <a:lnTo>
                    <a:pt x="183163" y="0"/>
                  </a:lnTo>
                  <a:lnTo>
                    <a:pt x="173850" y="9624"/>
                  </a:lnTo>
                  <a:lnTo>
                    <a:pt x="170745" y="24215"/>
                  </a:lnTo>
                  <a:lnTo>
                    <a:pt x="170745" y="43462"/>
                  </a:lnTo>
                  <a:lnTo>
                    <a:pt x="166709" y="43462"/>
                  </a:lnTo>
                  <a:lnTo>
                    <a:pt x="163294" y="44394"/>
                  </a:lnTo>
                  <a:lnTo>
                    <a:pt x="158327" y="44394"/>
                  </a:lnTo>
                  <a:lnTo>
                    <a:pt x="150877" y="46567"/>
                  </a:lnTo>
                  <a:lnTo>
                    <a:pt x="150877" y="48740"/>
                  </a:lnTo>
                  <a:lnTo>
                    <a:pt x="150877" y="50603"/>
                  </a:lnTo>
                  <a:lnTo>
                    <a:pt x="149014" y="51844"/>
                  </a:lnTo>
                  <a:lnTo>
                    <a:pt x="146841" y="54018"/>
                  </a:lnTo>
                  <a:lnTo>
                    <a:pt x="146841" y="63331"/>
                  </a:lnTo>
                  <a:lnTo>
                    <a:pt x="146841" y="70782"/>
                  </a:lnTo>
                  <a:lnTo>
                    <a:pt x="149014" y="73886"/>
                  </a:lnTo>
                  <a:lnTo>
                    <a:pt x="150877" y="78232"/>
                  </a:lnTo>
                  <a:lnTo>
                    <a:pt x="156154" y="81337"/>
                  </a:lnTo>
                  <a:lnTo>
                    <a:pt x="163294" y="81337"/>
                  </a:lnTo>
                  <a:lnTo>
                    <a:pt x="152118" y="98411"/>
                  </a:lnTo>
                  <a:lnTo>
                    <a:pt x="146841" y="111140"/>
                  </a:lnTo>
                  <a:lnTo>
                    <a:pt x="143737" y="125731"/>
                  </a:lnTo>
                  <a:lnTo>
                    <a:pt x="139390" y="138459"/>
                  </a:lnTo>
                  <a:lnTo>
                    <a:pt x="130077" y="150256"/>
                  </a:lnTo>
                  <a:lnTo>
                    <a:pt x="115486" y="162984"/>
                  </a:lnTo>
                  <a:lnTo>
                    <a:pt x="114555" y="165157"/>
                  </a:lnTo>
                  <a:lnTo>
                    <a:pt x="112381" y="165157"/>
                  </a:lnTo>
                  <a:lnTo>
                    <a:pt x="110208" y="165157"/>
                  </a:lnTo>
                  <a:lnTo>
                    <a:pt x="108346" y="162984"/>
                  </a:lnTo>
                  <a:lnTo>
                    <a:pt x="107104" y="159880"/>
                  </a:lnTo>
                  <a:lnTo>
                    <a:pt x="100895" y="162984"/>
                  </a:lnTo>
                  <a:lnTo>
                    <a:pt x="97790" y="168262"/>
                  </a:lnTo>
                  <a:lnTo>
                    <a:pt x="95617" y="172297"/>
                  </a:lnTo>
                  <a:lnTo>
                    <a:pt x="93754" y="177886"/>
                  </a:lnTo>
                  <a:lnTo>
                    <a:pt x="90650" y="183163"/>
                  </a:lnTo>
                  <a:lnTo>
                    <a:pt x="86304" y="188441"/>
                  </a:lnTo>
                  <a:lnTo>
                    <a:pt x="83200" y="188441"/>
                  </a:lnTo>
                  <a:lnTo>
                    <a:pt x="80095" y="188441"/>
                  </a:lnTo>
                  <a:lnTo>
                    <a:pt x="73886" y="187199"/>
                  </a:lnTo>
                  <a:lnTo>
                    <a:pt x="66435" y="187199"/>
                  </a:lnTo>
                  <a:lnTo>
                    <a:pt x="59295" y="188441"/>
                  </a:lnTo>
                  <a:lnTo>
                    <a:pt x="39426" y="197754"/>
                  </a:lnTo>
                  <a:lnTo>
                    <a:pt x="22663" y="212655"/>
                  </a:lnTo>
                  <a:lnTo>
                    <a:pt x="10245" y="229730"/>
                  </a:lnTo>
                  <a:lnTo>
                    <a:pt x="0" y="229730"/>
                  </a:lnTo>
                  <a:lnTo>
                    <a:pt x="3104" y="240285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72" name="Freeform: Shape 59"/>
            <p:cNvSpPr/>
            <p:nvPr/>
          </p:nvSpPr>
          <p:spPr>
            <a:xfrm>
              <a:off x="7793640" y="3759120"/>
              <a:ext cx="43200" cy="1836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18360"/>
                <a:gd name="textAreaBottom" fmla="*/ 18720 h 18360"/>
              </a:gdLst>
              <a:ahLst/>
              <a:rect l="textAreaLeft" t="textAreaTop" r="textAreaRight" b="textAreaBottom"/>
              <a:pathLst>
                <a:path w="43462" h="18626">
                  <a:moveTo>
                    <a:pt x="0" y="0"/>
                  </a:moveTo>
                  <a:lnTo>
                    <a:pt x="0" y="11797"/>
                  </a:lnTo>
                  <a:lnTo>
                    <a:pt x="16764" y="11797"/>
                  </a:lnTo>
                  <a:lnTo>
                    <a:pt x="29182" y="13970"/>
                  </a:lnTo>
                  <a:lnTo>
                    <a:pt x="39737" y="20179"/>
                  </a:lnTo>
                  <a:lnTo>
                    <a:pt x="43773" y="20179"/>
                  </a:lnTo>
                  <a:lnTo>
                    <a:pt x="41910" y="14901"/>
                  </a:lnTo>
                  <a:lnTo>
                    <a:pt x="41910" y="11797"/>
                  </a:lnTo>
                  <a:lnTo>
                    <a:pt x="39737" y="7451"/>
                  </a:lnTo>
                  <a:lnTo>
                    <a:pt x="39737" y="4346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280" bIns="-2628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73" name="Freeform: Shape 60"/>
            <p:cNvSpPr/>
            <p:nvPr/>
          </p:nvSpPr>
          <p:spPr>
            <a:xfrm>
              <a:off x="7808400" y="3251160"/>
              <a:ext cx="15120" cy="2448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24480"/>
                <a:gd name="textAreaBottom" fmla="*/ 24840 h 24480"/>
              </a:gdLst>
              <a:ahLst/>
              <a:rect l="textAreaLeft" t="textAreaTop" r="textAreaRight" b="textAreaBottom"/>
              <a:pathLst>
                <a:path w="15522" h="24835">
                  <a:moveTo>
                    <a:pt x="10555" y="22352"/>
                  </a:moveTo>
                  <a:lnTo>
                    <a:pt x="14591" y="17075"/>
                  </a:lnTo>
                  <a:lnTo>
                    <a:pt x="16764" y="11797"/>
                  </a:lnTo>
                  <a:lnTo>
                    <a:pt x="16764" y="7451"/>
                  </a:lnTo>
                  <a:lnTo>
                    <a:pt x="14591" y="4346"/>
                  </a:lnTo>
                  <a:lnTo>
                    <a:pt x="14591" y="2173"/>
                  </a:lnTo>
                  <a:lnTo>
                    <a:pt x="12728" y="2173"/>
                  </a:lnTo>
                  <a:lnTo>
                    <a:pt x="9624" y="0"/>
                  </a:lnTo>
                  <a:lnTo>
                    <a:pt x="7451" y="6519"/>
                  </a:lnTo>
                  <a:lnTo>
                    <a:pt x="5277" y="9624"/>
                  </a:lnTo>
                  <a:lnTo>
                    <a:pt x="3415" y="13660"/>
                  </a:lnTo>
                  <a:lnTo>
                    <a:pt x="0" y="14901"/>
                  </a:lnTo>
                  <a:lnTo>
                    <a:pt x="0" y="27630"/>
                  </a:lnTo>
                  <a:lnTo>
                    <a:pt x="9624" y="27630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74" name="Freeform: Shape 61"/>
            <p:cNvSpPr/>
            <p:nvPr/>
          </p:nvSpPr>
          <p:spPr>
            <a:xfrm>
              <a:off x="7657200" y="3692520"/>
              <a:ext cx="99000" cy="10836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99342" h="108656">
                  <a:moveTo>
                    <a:pt x="63641" y="107725"/>
                  </a:moveTo>
                  <a:lnTo>
                    <a:pt x="67677" y="107725"/>
                  </a:lnTo>
                  <a:lnTo>
                    <a:pt x="63641" y="88787"/>
                  </a:lnTo>
                  <a:lnTo>
                    <a:pt x="60537" y="78232"/>
                  </a:lnTo>
                  <a:lnTo>
                    <a:pt x="53086" y="66435"/>
                  </a:lnTo>
                  <a:lnTo>
                    <a:pt x="46877" y="53707"/>
                  </a:lnTo>
                  <a:lnTo>
                    <a:pt x="54017" y="50603"/>
                  </a:lnTo>
                  <a:lnTo>
                    <a:pt x="61468" y="46567"/>
                  </a:lnTo>
                  <a:lnTo>
                    <a:pt x="67677" y="43152"/>
                  </a:lnTo>
                  <a:lnTo>
                    <a:pt x="70781" y="43152"/>
                  </a:lnTo>
                  <a:lnTo>
                    <a:pt x="70781" y="33838"/>
                  </a:lnTo>
                  <a:lnTo>
                    <a:pt x="50913" y="39116"/>
                  </a:lnTo>
                  <a:lnTo>
                    <a:pt x="31355" y="46567"/>
                  </a:lnTo>
                  <a:lnTo>
                    <a:pt x="29182" y="43152"/>
                  </a:lnTo>
                  <a:lnTo>
                    <a:pt x="27009" y="40979"/>
                  </a:lnTo>
                  <a:lnTo>
                    <a:pt x="27009" y="39116"/>
                  </a:lnTo>
                  <a:lnTo>
                    <a:pt x="23904" y="36943"/>
                  </a:lnTo>
                  <a:lnTo>
                    <a:pt x="23904" y="26388"/>
                  </a:lnTo>
                  <a:lnTo>
                    <a:pt x="43773" y="24215"/>
                  </a:lnTo>
                  <a:lnTo>
                    <a:pt x="60537" y="24215"/>
                  </a:lnTo>
                  <a:lnTo>
                    <a:pt x="80095" y="26388"/>
                  </a:lnTo>
                  <a:lnTo>
                    <a:pt x="85373" y="21110"/>
                  </a:lnTo>
                  <a:lnTo>
                    <a:pt x="90650" y="14591"/>
                  </a:lnTo>
                  <a:lnTo>
                    <a:pt x="96859" y="9313"/>
                  </a:lnTo>
                  <a:lnTo>
                    <a:pt x="96859" y="7140"/>
                  </a:lnTo>
                  <a:lnTo>
                    <a:pt x="97790" y="7140"/>
                  </a:lnTo>
                  <a:lnTo>
                    <a:pt x="99963" y="6209"/>
                  </a:lnTo>
                  <a:lnTo>
                    <a:pt x="96859" y="6209"/>
                  </a:lnTo>
                  <a:lnTo>
                    <a:pt x="96859" y="4036"/>
                  </a:lnTo>
                  <a:lnTo>
                    <a:pt x="94686" y="4036"/>
                  </a:lnTo>
                  <a:lnTo>
                    <a:pt x="94686" y="1863"/>
                  </a:lnTo>
                  <a:lnTo>
                    <a:pt x="94686" y="0"/>
                  </a:lnTo>
                  <a:lnTo>
                    <a:pt x="92823" y="0"/>
                  </a:lnTo>
                  <a:lnTo>
                    <a:pt x="90650" y="0"/>
                  </a:lnTo>
                  <a:lnTo>
                    <a:pt x="80095" y="6209"/>
                  </a:lnTo>
                  <a:lnTo>
                    <a:pt x="68608" y="9313"/>
                  </a:lnTo>
                  <a:lnTo>
                    <a:pt x="60537" y="11486"/>
                  </a:lnTo>
                  <a:lnTo>
                    <a:pt x="49050" y="11486"/>
                  </a:lnTo>
                  <a:lnTo>
                    <a:pt x="31355" y="6209"/>
                  </a:lnTo>
                  <a:lnTo>
                    <a:pt x="27009" y="11486"/>
                  </a:lnTo>
                  <a:lnTo>
                    <a:pt x="19868" y="22042"/>
                  </a:lnTo>
                  <a:lnTo>
                    <a:pt x="12418" y="35701"/>
                  </a:lnTo>
                  <a:lnTo>
                    <a:pt x="5277" y="50603"/>
                  </a:lnTo>
                  <a:lnTo>
                    <a:pt x="0" y="61158"/>
                  </a:lnTo>
                  <a:lnTo>
                    <a:pt x="0" y="70782"/>
                  </a:lnTo>
                  <a:lnTo>
                    <a:pt x="4036" y="80405"/>
                  </a:lnTo>
                  <a:lnTo>
                    <a:pt x="7140" y="86614"/>
                  </a:lnTo>
                  <a:lnTo>
                    <a:pt x="9313" y="94065"/>
                  </a:lnTo>
                  <a:lnTo>
                    <a:pt x="7140" y="107725"/>
                  </a:lnTo>
                  <a:lnTo>
                    <a:pt x="9313" y="107725"/>
                  </a:lnTo>
                  <a:lnTo>
                    <a:pt x="9313" y="108966"/>
                  </a:lnTo>
                  <a:lnTo>
                    <a:pt x="11486" y="108966"/>
                  </a:lnTo>
                  <a:lnTo>
                    <a:pt x="11486" y="110829"/>
                  </a:lnTo>
                  <a:lnTo>
                    <a:pt x="27009" y="110829"/>
                  </a:lnTo>
                  <a:lnTo>
                    <a:pt x="27009" y="70782"/>
                  </a:lnTo>
                  <a:lnTo>
                    <a:pt x="36322" y="83510"/>
                  </a:lnTo>
                  <a:lnTo>
                    <a:pt x="45946" y="96238"/>
                  </a:lnTo>
                  <a:lnTo>
                    <a:pt x="56191" y="107725"/>
                  </a:lnTo>
                  <a:lnTo>
                    <a:pt x="58364" y="107725"/>
                  </a:lnTo>
                  <a:lnTo>
                    <a:pt x="58364" y="108966"/>
                  </a:lnTo>
                  <a:lnTo>
                    <a:pt x="60537" y="108966"/>
                  </a:lnTo>
                  <a:lnTo>
                    <a:pt x="63641" y="110829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75" name="Freeform: Shape 62"/>
            <p:cNvSpPr/>
            <p:nvPr/>
          </p:nvSpPr>
          <p:spPr>
            <a:xfrm>
              <a:off x="8177040" y="3779280"/>
              <a:ext cx="21240" cy="3384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33840"/>
                <a:gd name="textAreaBottom" fmla="*/ 34200 h 33840"/>
              </a:gdLst>
              <a:ahLst/>
              <a:rect l="textAreaLeft" t="textAreaTop" r="textAreaRight" b="textAreaBottom"/>
              <a:pathLst>
                <a:path w="21731" h="34149">
                  <a:moveTo>
                    <a:pt x="18937" y="18937"/>
                  </a:moveTo>
                  <a:lnTo>
                    <a:pt x="11487" y="7451"/>
                  </a:lnTo>
                  <a:lnTo>
                    <a:pt x="0" y="0"/>
                  </a:lnTo>
                  <a:lnTo>
                    <a:pt x="2173" y="13660"/>
                  </a:lnTo>
                  <a:lnTo>
                    <a:pt x="4346" y="22352"/>
                  </a:lnTo>
                  <a:lnTo>
                    <a:pt x="7451" y="31666"/>
                  </a:lnTo>
                  <a:lnTo>
                    <a:pt x="20800" y="36943"/>
                  </a:lnTo>
                  <a:lnTo>
                    <a:pt x="20800" y="31666"/>
                  </a:lnTo>
                  <a:lnTo>
                    <a:pt x="24215" y="31666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0800" bIns="-108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76" name="Freeform: Shape 63"/>
            <p:cNvSpPr/>
            <p:nvPr/>
          </p:nvSpPr>
          <p:spPr>
            <a:xfrm>
              <a:off x="7093800" y="3592800"/>
              <a:ext cx="24480" cy="5544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55440"/>
                <a:gd name="textAreaBottom" fmla="*/ 55800 h 55440"/>
              </a:gdLst>
              <a:ahLst/>
              <a:rect l="textAreaLeft" t="textAreaTop" r="textAreaRight" b="textAreaBottom"/>
              <a:pathLst>
                <a:path w="24835" h="55880">
                  <a:moveTo>
                    <a:pt x="23904" y="41289"/>
                  </a:moveTo>
                  <a:lnTo>
                    <a:pt x="23904" y="39116"/>
                  </a:lnTo>
                  <a:lnTo>
                    <a:pt x="23904" y="20179"/>
                  </a:lnTo>
                  <a:lnTo>
                    <a:pt x="17695" y="7451"/>
                  </a:lnTo>
                  <a:lnTo>
                    <a:pt x="7140" y="0"/>
                  </a:lnTo>
                  <a:lnTo>
                    <a:pt x="4967" y="5278"/>
                  </a:lnTo>
                  <a:lnTo>
                    <a:pt x="4036" y="9624"/>
                  </a:lnTo>
                  <a:lnTo>
                    <a:pt x="1863" y="11797"/>
                  </a:lnTo>
                  <a:lnTo>
                    <a:pt x="0" y="14901"/>
                  </a:lnTo>
                  <a:lnTo>
                    <a:pt x="0" y="36943"/>
                  </a:lnTo>
                  <a:lnTo>
                    <a:pt x="7140" y="51844"/>
                  </a:lnTo>
                  <a:lnTo>
                    <a:pt x="9313" y="54018"/>
                  </a:lnTo>
                  <a:lnTo>
                    <a:pt x="10244" y="54018"/>
                  </a:lnTo>
                  <a:lnTo>
                    <a:pt x="12418" y="56191"/>
                  </a:lnTo>
                  <a:lnTo>
                    <a:pt x="14591" y="56191"/>
                  </a:lnTo>
                  <a:lnTo>
                    <a:pt x="17695" y="54018"/>
                  </a:lnTo>
                  <a:lnTo>
                    <a:pt x="19558" y="49671"/>
                  </a:lnTo>
                  <a:lnTo>
                    <a:pt x="23904" y="48740"/>
                  </a:lnTo>
                  <a:lnTo>
                    <a:pt x="27009" y="48740"/>
                  </a:lnTo>
                  <a:lnTo>
                    <a:pt x="27009" y="44394"/>
                  </a:lnTo>
                  <a:lnTo>
                    <a:pt x="27009" y="42221"/>
                  </a:lnTo>
                  <a:lnTo>
                    <a:pt x="24836" y="41289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800" bIns="108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77" name="Freeform: Shape 64"/>
            <p:cNvSpPr/>
            <p:nvPr/>
          </p:nvSpPr>
          <p:spPr>
            <a:xfrm>
              <a:off x="7577280" y="3867840"/>
              <a:ext cx="598680" cy="468360"/>
            </a:xfrm>
            <a:custGeom>
              <a:avLst/>
              <a:gdLst>
                <a:gd name="textAreaLeft" fmla="*/ 0 w 598680"/>
                <a:gd name="textAreaRight" fmla="*/ 599040 w 598680"/>
                <a:gd name="textAreaTop" fmla="*/ 0 h 468360"/>
                <a:gd name="textAreaBottom" fmla="*/ 468720 h 468360"/>
              </a:gdLst>
              <a:ahLst/>
              <a:rect l="textAreaLeft" t="textAreaTop" r="textAreaRight" b="textAreaBottom"/>
              <a:pathLst>
                <a:path w="599160" h="468773">
                  <a:moveTo>
                    <a:pt x="587363" y="227557"/>
                  </a:moveTo>
                  <a:lnTo>
                    <a:pt x="578050" y="214828"/>
                  </a:lnTo>
                  <a:lnTo>
                    <a:pt x="567495" y="202100"/>
                  </a:lnTo>
                  <a:lnTo>
                    <a:pt x="560355" y="183163"/>
                  </a:lnTo>
                  <a:lnTo>
                    <a:pt x="540486" y="183163"/>
                  </a:lnTo>
                  <a:lnTo>
                    <a:pt x="536450" y="165157"/>
                  </a:lnTo>
                  <a:lnTo>
                    <a:pt x="526826" y="151498"/>
                  </a:lnTo>
                  <a:lnTo>
                    <a:pt x="523722" y="146220"/>
                  </a:lnTo>
                  <a:lnTo>
                    <a:pt x="520617" y="143115"/>
                  </a:lnTo>
                  <a:lnTo>
                    <a:pt x="514408" y="140942"/>
                  </a:lnTo>
                  <a:lnTo>
                    <a:pt x="509131" y="138769"/>
                  </a:lnTo>
                  <a:lnTo>
                    <a:pt x="499818" y="138769"/>
                  </a:lnTo>
                  <a:lnTo>
                    <a:pt x="496713" y="129145"/>
                  </a:lnTo>
                  <a:lnTo>
                    <a:pt x="492677" y="116417"/>
                  </a:lnTo>
                  <a:lnTo>
                    <a:pt x="487400" y="98411"/>
                  </a:lnTo>
                  <a:lnTo>
                    <a:pt x="484295" y="83820"/>
                  </a:lnTo>
                  <a:lnTo>
                    <a:pt x="479949" y="71092"/>
                  </a:lnTo>
                  <a:lnTo>
                    <a:pt x="479949" y="64573"/>
                  </a:lnTo>
                  <a:lnTo>
                    <a:pt x="476845" y="63641"/>
                  </a:lnTo>
                  <a:lnTo>
                    <a:pt x="472809" y="63641"/>
                  </a:lnTo>
                  <a:lnTo>
                    <a:pt x="467531" y="61468"/>
                  </a:lnTo>
                  <a:lnTo>
                    <a:pt x="463496" y="61468"/>
                  </a:lnTo>
                  <a:lnTo>
                    <a:pt x="458218" y="59295"/>
                  </a:lnTo>
                  <a:lnTo>
                    <a:pt x="456045" y="57122"/>
                  </a:lnTo>
                  <a:lnTo>
                    <a:pt x="452940" y="49982"/>
                  </a:lnTo>
                  <a:lnTo>
                    <a:pt x="448905" y="37253"/>
                  </a:lnTo>
                  <a:lnTo>
                    <a:pt x="443627" y="22352"/>
                  </a:lnTo>
                  <a:lnTo>
                    <a:pt x="441454" y="9624"/>
                  </a:lnTo>
                  <a:lnTo>
                    <a:pt x="440523" y="0"/>
                  </a:lnTo>
                  <a:lnTo>
                    <a:pt x="436487" y="0"/>
                  </a:lnTo>
                  <a:lnTo>
                    <a:pt x="431209" y="19247"/>
                  </a:lnTo>
                  <a:lnTo>
                    <a:pt x="426863" y="42531"/>
                  </a:lnTo>
                  <a:lnTo>
                    <a:pt x="425931" y="66746"/>
                  </a:lnTo>
                  <a:lnTo>
                    <a:pt x="420654" y="91271"/>
                  </a:lnTo>
                  <a:lnTo>
                    <a:pt x="411341" y="105862"/>
                  </a:lnTo>
                  <a:lnTo>
                    <a:pt x="398923" y="105862"/>
                  </a:lnTo>
                  <a:lnTo>
                    <a:pt x="382159" y="100584"/>
                  </a:lnTo>
                  <a:lnTo>
                    <a:pt x="365395" y="91271"/>
                  </a:lnTo>
                  <a:lnTo>
                    <a:pt x="348941" y="81647"/>
                  </a:lnTo>
                  <a:lnTo>
                    <a:pt x="336213" y="74196"/>
                  </a:lnTo>
                  <a:lnTo>
                    <a:pt x="343663" y="49982"/>
                  </a:lnTo>
                  <a:lnTo>
                    <a:pt x="356081" y="33838"/>
                  </a:lnTo>
                  <a:lnTo>
                    <a:pt x="356081" y="24525"/>
                  </a:lnTo>
                  <a:lnTo>
                    <a:pt x="338386" y="26698"/>
                  </a:lnTo>
                  <a:lnTo>
                    <a:pt x="321622" y="26698"/>
                  </a:lnTo>
                  <a:lnTo>
                    <a:pt x="306099" y="24525"/>
                  </a:lnTo>
                  <a:lnTo>
                    <a:pt x="291509" y="17075"/>
                  </a:lnTo>
                  <a:lnTo>
                    <a:pt x="276917" y="17075"/>
                  </a:lnTo>
                  <a:lnTo>
                    <a:pt x="277849" y="19247"/>
                  </a:lnTo>
                  <a:lnTo>
                    <a:pt x="280022" y="20179"/>
                  </a:lnTo>
                  <a:lnTo>
                    <a:pt x="280022" y="22352"/>
                  </a:lnTo>
                  <a:lnTo>
                    <a:pt x="284368" y="24525"/>
                  </a:lnTo>
                  <a:lnTo>
                    <a:pt x="274745" y="33838"/>
                  </a:lnTo>
                  <a:lnTo>
                    <a:pt x="265431" y="37253"/>
                  </a:lnTo>
                  <a:lnTo>
                    <a:pt x="256118" y="42531"/>
                  </a:lnTo>
                  <a:lnTo>
                    <a:pt x="248977" y="48740"/>
                  </a:lnTo>
                  <a:lnTo>
                    <a:pt x="243700" y="57122"/>
                  </a:lnTo>
                  <a:lnTo>
                    <a:pt x="240595" y="74196"/>
                  </a:lnTo>
                  <a:lnTo>
                    <a:pt x="234387" y="72023"/>
                  </a:lnTo>
                  <a:lnTo>
                    <a:pt x="230972" y="71092"/>
                  </a:lnTo>
                  <a:lnTo>
                    <a:pt x="226005" y="71092"/>
                  </a:lnTo>
                  <a:lnTo>
                    <a:pt x="220727" y="68919"/>
                  </a:lnTo>
                  <a:lnTo>
                    <a:pt x="218554" y="63641"/>
                  </a:lnTo>
                  <a:lnTo>
                    <a:pt x="218554" y="59295"/>
                  </a:lnTo>
                  <a:lnTo>
                    <a:pt x="218554" y="56191"/>
                  </a:lnTo>
                  <a:lnTo>
                    <a:pt x="216381" y="54017"/>
                  </a:lnTo>
                  <a:lnTo>
                    <a:pt x="209241" y="49982"/>
                  </a:lnTo>
                  <a:lnTo>
                    <a:pt x="198685" y="56191"/>
                  </a:lnTo>
                  <a:lnTo>
                    <a:pt x="187509" y="63641"/>
                  </a:lnTo>
                  <a:lnTo>
                    <a:pt x="176954" y="72023"/>
                  </a:lnTo>
                  <a:lnTo>
                    <a:pt x="167641" y="81647"/>
                  </a:lnTo>
                  <a:lnTo>
                    <a:pt x="160190" y="85683"/>
                  </a:lnTo>
                  <a:lnTo>
                    <a:pt x="160190" y="98411"/>
                  </a:lnTo>
                  <a:lnTo>
                    <a:pt x="145599" y="103689"/>
                  </a:lnTo>
                  <a:lnTo>
                    <a:pt x="134112" y="114554"/>
                  </a:lnTo>
                  <a:lnTo>
                    <a:pt x="126041" y="129145"/>
                  </a:lnTo>
                  <a:lnTo>
                    <a:pt x="120763" y="143115"/>
                  </a:lnTo>
                  <a:lnTo>
                    <a:pt x="106172" y="146220"/>
                  </a:lnTo>
                  <a:lnTo>
                    <a:pt x="89409" y="150256"/>
                  </a:lnTo>
                  <a:lnTo>
                    <a:pt x="70782" y="153671"/>
                  </a:lnTo>
                  <a:lnTo>
                    <a:pt x="56191" y="155533"/>
                  </a:lnTo>
                  <a:lnTo>
                    <a:pt x="47809" y="155533"/>
                  </a:lnTo>
                  <a:lnTo>
                    <a:pt x="34149" y="161121"/>
                  </a:lnTo>
                  <a:lnTo>
                    <a:pt x="23904" y="170435"/>
                  </a:lnTo>
                  <a:lnTo>
                    <a:pt x="16454" y="180990"/>
                  </a:lnTo>
                  <a:lnTo>
                    <a:pt x="9313" y="192787"/>
                  </a:lnTo>
                  <a:lnTo>
                    <a:pt x="0" y="203342"/>
                  </a:lnTo>
                  <a:lnTo>
                    <a:pt x="4036" y="216070"/>
                  </a:lnTo>
                  <a:lnTo>
                    <a:pt x="7140" y="227557"/>
                  </a:lnTo>
                  <a:lnTo>
                    <a:pt x="16454" y="237180"/>
                  </a:lnTo>
                  <a:lnTo>
                    <a:pt x="14591" y="240285"/>
                  </a:lnTo>
                  <a:lnTo>
                    <a:pt x="13349" y="242458"/>
                  </a:lnTo>
                  <a:lnTo>
                    <a:pt x="11176" y="244631"/>
                  </a:lnTo>
                  <a:lnTo>
                    <a:pt x="9313" y="242458"/>
                  </a:lnTo>
                  <a:lnTo>
                    <a:pt x="7140" y="242458"/>
                  </a:lnTo>
                  <a:lnTo>
                    <a:pt x="4036" y="240285"/>
                  </a:lnTo>
                  <a:lnTo>
                    <a:pt x="0" y="240285"/>
                  </a:lnTo>
                  <a:lnTo>
                    <a:pt x="4036" y="253013"/>
                  </a:lnTo>
                  <a:lnTo>
                    <a:pt x="9313" y="270088"/>
                  </a:lnTo>
                  <a:lnTo>
                    <a:pt x="18627" y="289025"/>
                  </a:lnTo>
                  <a:lnTo>
                    <a:pt x="25767" y="309204"/>
                  </a:lnTo>
                  <a:lnTo>
                    <a:pt x="33218" y="327210"/>
                  </a:lnTo>
                  <a:lnTo>
                    <a:pt x="34149" y="346147"/>
                  </a:lnTo>
                  <a:lnTo>
                    <a:pt x="33218" y="361980"/>
                  </a:lnTo>
                  <a:lnTo>
                    <a:pt x="23904" y="375639"/>
                  </a:lnTo>
                  <a:lnTo>
                    <a:pt x="27009" y="381227"/>
                  </a:lnTo>
                  <a:lnTo>
                    <a:pt x="33218" y="386505"/>
                  </a:lnTo>
                  <a:lnTo>
                    <a:pt x="36322" y="391782"/>
                  </a:lnTo>
                  <a:lnTo>
                    <a:pt x="40358" y="398923"/>
                  </a:lnTo>
                  <a:lnTo>
                    <a:pt x="54949" y="398923"/>
                  </a:lnTo>
                  <a:lnTo>
                    <a:pt x="67677" y="397991"/>
                  </a:lnTo>
                  <a:lnTo>
                    <a:pt x="77922" y="391782"/>
                  </a:lnTo>
                  <a:lnTo>
                    <a:pt x="91582" y="386505"/>
                  </a:lnTo>
                  <a:lnTo>
                    <a:pt x="103999" y="383090"/>
                  </a:lnTo>
                  <a:lnTo>
                    <a:pt x="121695" y="381227"/>
                  </a:lnTo>
                  <a:lnTo>
                    <a:pt x="138459" y="383090"/>
                  </a:lnTo>
                  <a:lnTo>
                    <a:pt x="156154" y="383090"/>
                  </a:lnTo>
                  <a:lnTo>
                    <a:pt x="163294" y="358875"/>
                  </a:lnTo>
                  <a:lnTo>
                    <a:pt x="176954" y="354529"/>
                  </a:lnTo>
                  <a:lnTo>
                    <a:pt x="194649" y="351425"/>
                  </a:lnTo>
                  <a:lnTo>
                    <a:pt x="214518" y="347078"/>
                  </a:lnTo>
                  <a:lnTo>
                    <a:pt x="234387" y="346147"/>
                  </a:lnTo>
                  <a:lnTo>
                    <a:pt x="255186" y="343974"/>
                  </a:lnTo>
                  <a:lnTo>
                    <a:pt x="269777" y="346147"/>
                  </a:lnTo>
                  <a:lnTo>
                    <a:pt x="280022" y="349252"/>
                  </a:lnTo>
                  <a:lnTo>
                    <a:pt x="296786" y="351425"/>
                  </a:lnTo>
                  <a:lnTo>
                    <a:pt x="309204" y="358875"/>
                  </a:lnTo>
                  <a:lnTo>
                    <a:pt x="318517" y="368499"/>
                  </a:lnTo>
                  <a:lnTo>
                    <a:pt x="325968" y="379054"/>
                  </a:lnTo>
                  <a:lnTo>
                    <a:pt x="331245" y="390541"/>
                  </a:lnTo>
                  <a:lnTo>
                    <a:pt x="345837" y="384332"/>
                  </a:lnTo>
                  <a:lnTo>
                    <a:pt x="355150" y="379054"/>
                  </a:lnTo>
                  <a:lnTo>
                    <a:pt x="363532" y="369431"/>
                  </a:lnTo>
                  <a:lnTo>
                    <a:pt x="363532" y="375639"/>
                  </a:lnTo>
                  <a:lnTo>
                    <a:pt x="367568" y="375639"/>
                  </a:lnTo>
                  <a:lnTo>
                    <a:pt x="363532" y="381227"/>
                  </a:lnTo>
                  <a:lnTo>
                    <a:pt x="358254" y="386505"/>
                  </a:lnTo>
                  <a:lnTo>
                    <a:pt x="350804" y="390541"/>
                  </a:lnTo>
                  <a:lnTo>
                    <a:pt x="350804" y="393645"/>
                  </a:lnTo>
                  <a:lnTo>
                    <a:pt x="356081" y="393645"/>
                  </a:lnTo>
                  <a:lnTo>
                    <a:pt x="356081" y="398923"/>
                  </a:lnTo>
                  <a:lnTo>
                    <a:pt x="358254" y="398923"/>
                  </a:lnTo>
                  <a:lnTo>
                    <a:pt x="360427" y="398923"/>
                  </a:lnTo>
                  <a:lnTo>
                    <a:pt x="362290" y="397991"/>
                  </a:lnTo>
                  <a:lnTo>
                    <a:pt x="362290" y="395818"/>
                  </a:lnTo>
                  <a:lnTo>
                    <a:pt x="363532" y="393645"/>
                  </a:lnTo>
                  <a:lnTo>
                    <a:pt x="369741" y="395818"/>
                  </a:lnTo>
                  <a:lnTo>
                    <a:pt x="370672" y="397991"/>
                  </a:lnTo>
                  <a:lnTo>
                    <a:pt x="372845" y="398923"/>
                  </a:lnTo>
                  <a:lnTo>
                    <a:pt x="372845" y="401096"/>
                  </a:lnTo>
                  <a:lnTo>
                    <a:pt x="372845" y="403269"/>
                  </a:lnTo>
                  <a:lnTo>
                    <a:pt x="370672" y="405442"/>
                  </a:lnTo>
                  <a:lnTo>
                    <a:pt x="370672" y="406373"/>
                  </a:lnTo>
                  <a:lnTo>
                    <a:pt x="372845" y="408547"/>
                  </a:lnTo>
                  <a:lnTo>
                    <a:pt x="376881" y="410720"/>
                  </a:lnTo>
                  <a:lnTo>
                    <a:pt x="379986" y="413824"/>
                  </a:lnTo>
                  <a:lnTo>
                    <a:pt x="385263" y="415997"/>
                  </a:lnTo>
                  <a:lnTo>
                    <a:pt x="391472" y="418170"/>
                  </a:lnTo>
                  <a:lnTo>
                    <a:pt x="396750" y="419102"/>
                  </a:lnTo>
                  <a:lnTo>
                    <a:pt x="403890" y="456355"/>
                  </a:lnTo>
                  <a:lnTo>
                    <a:pt x="420654" y="458218"/>
                  </a:lnTo>
                  <a:lnTo>
                    <a:pt x="434314" y="460391"/>
                  </a:lnTo>
                  <a:lnTo>
                    <a:pt x="447663" y="462564"/>
                  </a:lnTo>
                  <a:lnTo>
                    <a:pt x="458218" y="458218"/>
                  </a:lnTo>
                  <a:lnTo>
                    <a:pt x="467531" y="451078"/>
                  </a:lnTo>
                  <a:lnTo>
                    <a:pt x="479949" y="462564"/>
                  </a:lnTo>
                  <a:lnTo>
                    <a:pt x="491436" y="470946"/>
                  </a:lnTo>
                  <a:lnTo>
                    <a:pt x="499818" y="467842"/>
                  </a:lnTo>
                  <a:lnTo>
                    <a:pt x="513477" y="462564"/>
                  </a:lnTo>
                  <a:lnTo>
                    <a:pt x="525895" y="456355"/>
                  </a:lnTo>
                  <a:lnTo>
                    <a:pt x="536450" y="451078"/>
                  </a:lnTo>
                  <a:lnTo>
                    <a:pt x="545764" y="441454"/>
                  </a:lnTo>
                  <a:lnTo>
                    <a:pt x="551041" y="428726"/>
                  </a:lnTo>
                  <a:lnTo>
                    <a:pt x="555077" y="412893"/>
                  </a:lnTo>
                  <a:lnTo>
                    <a:pt x="560355" y="397991"/>
                  </a:lnTo>
                  <a:lnTo>
                    <a:pt x="563459" y="383090"/>
                  </a:lnTo>
                  <a:lnTo>
                    <a:pt x="574945" y="358875"/>
                  </a:lnTo>
                  <a:lnTo>
                    <a:pt x="584259" y="336523"/>
                  </a:lnTo>
                  <a:lnTo>
                    <a:pt x="592641" y="316655"/>
                  </a:lnTo>
                  <a:lnTo>
                    <a:pt x="598850" y="294303"/>
                  </a:lnTo>
                  <a:lnTo>
                    <a:pt x="599781" y="271950"/>
                  </a:lnTo>
                  <a:lnTo>
                    <a:pt x="596677" y="244631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78" name="Freeform: Shape 65"/>
            <p:cNvSpPr/>
            <p:nvPr/>
          </p:nvSpPr>
          <p:spPr>
            <a:xfrm>
              <a:off x="8201160" y="3820320"/>
              <a:ext cx="15120" cy="900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9000"/>
                <a:gd name="textAreaBottom" fmla="*/ 9360 h 9000"/>
              </a:gdLst>
              <a:ahLst/>
              <a:rect l="textAreaLeft" t="textAreaTop" r="textAreaRight" b="textAreaBottom"/>
              <a:pathLst>
                <a:path w="15522" h="9313">
                  <a:moveTo>
                    <a:pt x="9313" y="5278"/>
                  </a:moveTo>
                  <a:lnTo>
                    <a:pt x="9313" y="3104"/>
                  </a:lnTo>
                  <a:lnTo>
                    <a:pt x="7140" y="2173"/>
                  </a:lnTo>
                  <a:lnTo>
                    <a:pt x="496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3104" y="3104"/>
                  </a:lnTo>
                  <a:lnTo>
                    <a:pt x="4967" y="5278"/>
                  </a:lnTo>
                  <a:lnTo>
                    <a:pt x="7140" y="7451"/>
                  </a:lnTo>
                  <a:lnTo>
                    <a:pt x="10245" y="9624"/>
                  </a:lnTo>
                  <a:lnTo>
                    <a:pt x="16454" y="10555"/>
                  </a:lnTo>
                  <a:lnTo>
                    <a:pt x="16454" y="7451"/>
                  </a:lnTo>
                  <a:lnTo>
                    <a:pt x="12418" y="7451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79" name="Freeform: Shape 66"/>
            <p:cNvSpPr/>
            <p:nvPr/>
          </p:nvSpPr>
          <p:spPr>
            <a:xfrm>
              <a:off x="3724920" y="3384720"/>
              <a:ext cx="55440" cy="3672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0 h 36720"/>
                <a:gd name="textAreaBottom" fmla="*/ 37080 h 36720"/>
              </a:gdLst>
              <a:ahLst/>
              <a:rect l="textAreaLeft" t="textAreaTop" r="textAreaRight" b="textAreaBottom"/>
              <a:pathLst>
                <a:path w="55880" h="37253">
                  <a:moveTo>
                    <a:pt x="29182" y="5278"/>
                  </a:moveTo>
                  <a:lnTo>
                    <a:pt x="12418" y="0"/>
                  </a:lnTo>
                  <a:lnTo>
                    <a:pt x="10245" y="1863"/>
                  </a:lnTo>
                  <a:lnTo>
                    <a:pt x="8072" y="1863"/>
                  </a:lnTo>
                  <a:lnTo>
                    <a:pt x="8072" y="3104"/>
                  </a:lnTo>
                  <a:lnTo>
                    <a:pt x="7140" y="3104"/>
                  </a:lnTo>
                  <a:lnTo>
                    <a:pt x="3104" y="5278"/>
                  </a:lnTo>
                  <a:lnTo>
                    <a:pt x="3104" y="18006"/>
                  </a:lnTo>
                  <a:lnTo>
                    <a:pt x="3104" y="27319"/>
                  </a:lnTo>
                  <a:lnTo>
                    <a:pt x="0" y="36943"/>
                  </a:lnTo>
                  <a:lnTo>
                    <a:pt x="3104" y="36943"/>
                  </a:lnTo>
                  <a:lnTo>
                    <a:pt x="3104" y="40047"/>
                  </a:lnTo>
                  <a:lnTo>
                    <a:pt x="15522" y="36943"/>
                  </a:lnTo>
                  <a:lnTo>
                    <a:pt x="27009" y="34770"/>
                  </a:lnTo>
                  <a:lnTo>
                    <a:pt x="39427" y="32597"/>
                  </a:lnTo>
                  <a:lnTo>
                    <a:pt x="51844" y="24215"/>
                  </a:lnTo>
                  <a:lnTo>
                    <a:pt x="56191" y="24215"/>
                  </a:lnTo>
                  <a:lnTo>
                    <a:pt x="56191" y="19868"/>
                  </a:lnTo>
                  <a:lnTo>
                    <a:pt x="41600" y="12418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7920" bIns="-792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80" name="Freeform: Shape 67"/>
            <p:cNvSpPr/>
            <p:nvPr/>
          </p:nvSpPr>
          <p:spPr>
            <a:xfrm>
              <a:off x="7313760" y="3637440"/>
              <a:ext cx="300600" cy="207720"/>
            </a:xfrm>
            <a:custGeom>
              <a:avLst/>
              <a:gdLst>
                <a:gd name="textAreaLeft" fmla="*/ 0 w 300600"/>
                <a:gd name="textAreaRight" fmla="*/ 300960 w 300600"/>
                <a:gd name="textAreaTop" fmla="*/ 0 h 207720"/>
                <a:gd name="textAreaBottom" fmla="*/ 208080 h 207720"/>
              </a:gdLst>
              <a:ahLst/>
              <a:rect l="textAreaLeft" t="textAreaTop" r="textAreaRight" b="textAreaBottom"/>
              <a:pathLst>
                <a:path w="301132" h="207998">
                  <a:moveTo>
                    <a:pt x="284368" y="210793"/>
                  </a:moveTo>
                  <a:lnTo>
                    <a:pt x="294613" y="207378"/>
                  </a:lnTo>
                  <a:lnTo>
                    <a:pt x="297718" y="205515"/>
                  </a:lnTo>
                  <a:lnTo>
                    <a:pt x="299891" y="205515"/>
                  </a:lnTo>
                  <a:lnTo>
                    <a:pt x="302064" y="203342"/>
                  </a:lnTo>
                  <a:lnTo>
                    <a:pt x="303926" y="203342"/>
                  </a:lnTo>
                  <a:lnTo>
                    <a:pt x="287473" y="195891"/>
                  </a:lnTo>
                  <a:lnTo>
                    <a:pt x="269777" y="186267"/>
                  </a:lnTo>
                  <a:lnTo>
                    <a:pt x="250840" y="178817"/>
                  </a:lnTo>
                  <a:lnTo>
                    <a:pt x="234387" y="173539"/>
                  </a:lnTo>
                  <a:lnTo>
                    <a:pt x="226936" y="175712"/>
                  </a:lnTo>
                  <a:lnTo>
                    <a:pt x="219796" y="178817"/>
                  </a:lnTo>
                  <a:lnTo>
                    <a:pt x="211413" y="183163"/>
                  </a:lnTo>
                  <a:lnTo>
                    <a:pt x="199927" y="183163"/>
                  </a:lnTo>
                  <a:lnTo>
                    <a:pt x="190614" y="177886"/>
                  </a:lnTo>
                  <a:lnTo>
                    <a:pt x="184094" y="171366"/>
                  </a:lnTo>
                  <a:lnTo>
                    <a:pt x="174781" y="168262"/>
                  </a:lnTo>
                  <a:lnTo>
                    <a:pt x="160190" y="166089"/>
                  </a:lnTo>
                  <a:lnTo>
                    <a:pt x="160190" y="144047"/>
                  </a:lnTo>
                  <a:lnTo>
                    <a:pt x="163294" y="126041"/>
                  </a:lnTo>
                  <a:lnTo>
                    <a:pt x="145599" y="111140"/>
                  </a:lnTo>
                  <a:lnTo>
                    <a:pt x="133181" y="92202"/>
                  </a:lnTo>
                  <a:lnTo>
                    <a:pt x="121695" y="76370"/>
                  </a:lnTo>
                  <a:lnTo>
                    <a:pt x="109277" y="61468"/>
                  </a:lnTo>
                  <a:lnTo>
                    <a:pt x="101826" y="54018"/>
                  </a:lnTo>
                  <a:lnTo>
                    <a:pt x="99964" y="54018"/>
                  </a:lnTo>
                  <a:lnTo>
                    <a:pt x="99964" y="51844"/>
                  </a:lnTo>
                  <a:lnTo>
                    <a:pt x="94686" y="47809"/>
                  </a:lnTo>
                  <a:lnTo>
                    <a:pt x="76991" y="39116"/>
                  </a:lnTo>
                  <a:lnTo>
                    <a:pt x="62400" y="29803"/>
                  </a:lnTo>
                  <a:lnTo>
                    <a:pt x="47809" y="20179"/>
                  </a:lnTo>
                  <a:lnTo>
                    <a:pt x="34149" y="4346"/>
                  </a:lnTo>
                  <a:lnTo>
                    <a:pt x="0" y="0"/>
                  </a:lnTo>
                  <a:lnTo>
                    <a:pt x="4967" y="17075"/>
                  </a:lnTo>
                  <a:lnTo>
                    <a:pt x="16454" y="27630"/>
                  </a:lnTo>
                  <a:lnTo>
                    <a:pt x="29182" y="39116"/>
                  </a:lnTo>
                  <a:lnTo>
                    <a:pt x="40358" y="47809"/>
                  </a:lnTo>
                  <a:lnTo>
                    <a:pt x="50913" y="61468"/>
                  </a:lnTo>
                  <a:lnTo>
                    <a:pt x="62400" y="77301"/>
                  </a:lnTo>
                  <a:lnTo>
                    <a:pt x="72644" y="98411"/>
                  </a:lnTo>
                  <a:lnTo>
                    <a:pt x="85373" y="118590"/>
                  </a:lnTo>
                  <a:lnTo>
                    <a:pt x="97790" y="136596"/>
                  </a:lnTo>
                  <a:lnTo>
                    <a:pt x="114555" y="153671"/>
                  </a:lnTo>
                  <a:lnTo>
                    <a:pt x="133181" y="164226"/>
                  </a:lnTo>
                  <a:lnTo>
                    <a:pt x="155223" y="170435"/>
                  </a:lnTo>
                  <a:lnTo>
                    <a:pt x="153050" y="173539"/>
                  </a:lnTo>
                  <a:lnTo>
                    <a:pt x="150877" y="175712"/>
                  </a:lnTo>
                  <a:lnTo>
                    <a:pt x="147772" y="178817"/>
                  </a:lnTo>
                  <a:lnTo>
                    <a:pt x="155223" y="183163"/>
                  </a:lnTo>
                  <a:lnTo>
                    <a:pt x="170745" y="190614"/>
                  </a:lnTo>
                  <a:lnTo>
                    <a:pt x="190614" y="195891"/>
                  </a:lnTo>
                  <a:lnTo>
                    <a:pt x="216691" y="201169"/>
                  </a:lnTo>
                  <a:lnTo>
                    <a:pt x="240595" y="207378"/>
                  </a:lnTo>
                  <a:lnTo>
                    <a:pt x="263569" y="210793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81" name="Freeform: Shape 68"/>
            <p:cNvSpPr/>
            <p:nvPr/>
          </p:nvSpPr>
          <p:spPr>
            <a:xfrm>
              <a:off x="8228160" y="3827880"/>
              <a:ext cx="24480" cy="2124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21240"/>
                <a:gd name="textAreaBottom" fmla="*/ 21600 h 21240"/>
              </a:gdLst>
              <a:ahLst/>
              <a:rect l="textAreaLeft" t="textAreaTop" r="textAreaRight" b="textAreaBottom"/>
              <a:pathLst>
                <a:path w="24835" h="21731">
                  <a:moveTo>
                    <a:pt x="26078" y="24215"/>
                  </a:moveTo>
                  <a:lnTo>
                    <a:pt x="21731" y="18006"/>
                  </a:lnTo>
                  <a:lnTo>
                    <a:pt x="19869" y="12728"/>
                  </a:lnTo>
                  <a:lnTo>
                    <a:pt x="16454" y="9624"/>
                  </a:lnTo>
                  <a:lnTo>
                    <a:pt x="11487" y="5278"/>
                  </a:lnTo>
                  <a:lnTo>
                    <a:pt x="7140" y="3104"/>
                  </a:lnTo>
                  <a:lnTo>
                    <a:pt x="0" y="0"/>
                  </a:lnTo>
                  <a:lnTo>
                    <a:pt x="4036" y="7451"/>
                  </a:lnTo>
                  <a:lnTo>
                    <a:pt x="7140" y="12728"/>
                  </a:lnTo>
                  <a:lnTo>
                    <a:pt x="11487" y="16764"/>
                  </a:lnTo>
                  <a:lnTo>
                    <a:pt x="16454" y="20179"/>
                  </a:lnTo>
                  <a:lnTo>
                    <a:pt x="19869" y="24215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3400" bIns="-23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82" name="Freeform: Shape 69"/>
            <p:cNvSpPr/>
            <p:nvPr/>
          </p:nvSpPr>
          <p:spPr>
            <a:xfrm>
              <a:off x="8393760" y="4217040"/>
              <a:ext cx="92880" cy="145440"/>
            </a:xfrm>
            <a:custGeom>
              <a:avLst/>
              <a:gdLst>
                <a:gd name="textAreaLeft" fmla="*/ 0 w 92880"/>
                <a:gd name="textAreaRight" fmla="*/ 93240 w 92880"/>
                <a:gd name="textAreaTop" fmla="*/ 0 h 145440"/>
                <a:gd name="textAreaBottom" fmla="*/ 145800 h 145440"/>
              </a:gdLst>
              <a:ahLst/>
              <a:rect l="textAreaLeft" t="textAreaTop" r="textAreaRight" b="textAreaBottom"/>
              <a:pathLst>
                <a:path w="93133" h="145909">
                  <a:moveTo>
                    <a:pt x="89719" y="63641"/>
                  </a:moveTo>
                  <a:lnTo>
                    <a:pt x="87546" y="66746"/>
                  </a:lnTo>
                  <a:lnTo>
                    <a:pt x="83510" y="69850"/>
                  </a:lnTo>
                  <a:lnTo>
                    <a:pt x="80406" y="69850"/>
                  </a:lnTo>
                  <a:lnTo>
                    <a:pt x="78232" y="69850"/>
                  </a:lnTo>
                  <a:lnTo>
                    <a:pt x="75128" y="69850"/>
                  </a:lnTo>
                  <a:lnTo>
                    <a:pt x="68919" y="69850"/>
                  </a:lnTo>
                  <a:lnTo>
                    <a:pt x="63641" y="69850"/>
                  </a:lnTo>
                  <a:lnTo>
                    <a:pt x="53086" y="48740"/>
                  </a:lnTo>
                  <a:lnTo>
                    <a:pt x="38495" y="31976"/>
                  </a:lnTo>
                  <a:lnTo>
                    <a:pt x="23904" y="17075"/>
                  </a:lnTo>
                  <a:lnTo>
                    <a:pt x="7451" y="0"/>
                  </a:lnTo>
                  <a:lnTo>
                    <a:pt x="0" y="0"/>
                  </a:lnTo>
                  <a:lnTo>
                    <a:pt x="4346" y="11797"/>
                  </a:lnTo>
                  <a:lnTo>
                    <a:pt x="9313" y="26388"/>
                  </a:lnTo>
                  <a:lnTo>
                    <a:pt x="17695" y="42531"/>
                  </a:lnTo>
                  <a:lnTo>
                    <a:pt x="29182" y="61468"/>
                  </a:lnTo>
                  <a:lnTo>
                    <a:pt x="36633" y="74196"/>
                  </a:lnTo>
                  <a:lnTo>
                    <a:pt x="43773" y="81647"/>
                  </a:lnTo>
                  <a:lnTo>
                    <a:pt x="38495" y="86925"/>
                  </a:lnTo>
                  <a:lnTo>
                    <a:pt x="32286" y="92202"/>
                  </a:lnTo>
                  <a:lnTo>
                    <a:pt x="27319" y="96238"/>
                  </a:lnTo>
                  <a:lnTo>
                    <a:pt x="23904" y="101826"/>
                  </a:lnTo>
                  <a:lnTo>
                    <a:pt x="22042" y="103689"/>
                  </a:lnTo>
                  <a:lnTo>
                    <a:pt x="22042" y="105862"/>
                  </a:lnTo>
                  <a:lnTo>
                    <a:pt x="23904" y="107104"/>
                  </a:lnTo>
                  <a:lnTo>
                    <a:pt x="27319" y="108966"/>
                  </a:lnTo>
                  <a:lnTo>
                    <a:pt x="31355" y="111140"/>
                  </a:lnTo>
                  <a:lnTo>
                    <a:pt x="34459" y="113313"/>
                  </a:lnTo>
                  <a:lnTo>
                    <a:pt x="38495" y="114244"/>
                  </a:lnTo>
                  <a:lnTo>
                    <a:pt x="41910" y="116417"/>
                  </a:lnTo>
                  <a:lnTo>
                    <a:pt x="43773" y="118590"/>
                  </a:lnTo>
                  <a:lnTo>
                    <a:pt x="43773" y="121695"/>
                  </a:lnTo>
                  <a:lnTo>
                    <a:pt x="43773" y="126041"/>
                  </a:lnTo>
                  <a:lnTo>
                    <a:pt x="41910" y="129145"/>
                  </a:lnTo>
                  <a:lnTo>
                    <a:pt x="41910" y="135665"/>
                  </a:lnTo>
                  <a:lnTo>
                    <a:pt x="41910" y="138769"/>
                  </a:lnTo>
                  <a:lnTo>
                    <a:pt x="43773" y="142805"/>
                  </a:lnTo>
                  <a:lnTo>
                    <a:pt x="43773" y="148083"/>
                  </a:lnTo>
                  <a:lnTo>
                    <a:pt x="54328" y="136596"/>
                  </a:lnTo>
                  <a:lnTo>
                    <a:pt x="63641" y="126041"/>
                  </a:lnTo>
                  <a:lnTo>
                    <a:pt x="75128" y="114244"/>
                  </a:lnTo>
                  <a:lnTo>
                    <a:pt x="75128" y="101826"/>
                  </a:lnTo>
                  <a:lnTo>
                    <a:pt x="87546" y="101826"/>
                  </a:lnTo>
                  <a:lnTo>
                    <a:pt x="89719" y="98411"/>
                  </a:lnTo>
                  <a:lnTo>
                    <a:pt x="90650" y="92202"/>
                  </a:lnTo>
                  <a:lnTo>
                    <a:pt x="92823" y="86925"/>
                  </a:lnTo>
                  <a:lnTo>
                    <a:pt x="94996" y="81647"/>
                  </a:lnTo>
                  <a:lnTo>
                    <a:pt x="94996" y="57122"/>
                  </a:lnTo>
                  <a:lnTo>
                    <a:pt x="90650" y="57122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83" name="Freeform: Shape 70"/>
            <p:cNvSpPr/>
            <p:nvPr/>
          </p:nvSpPr>
          <p:spPr>
            <a:xfrm>
              <a:off x="8308440" y="4352760"/>
              <a:ext cx="117720" cy="136080"/>
            </a:xfrm>
            <a:custGeom>
              <a:avLst/>
              <a:gdLst>
                <a:gd name="textAreaLeft" fmla="*/ 0 w 117720"/>
                <a:gd name="textAreaRight" fmla="*/ 118080 w 117720"/>
                <a:gd name="textAreaTop" fmla="*/ 0 h 136080"/>
                <a:gd name="textAreaBottom" fmla="*/ 136440 h 136080"/>
              </a:gdLst>
              <a:ahLst/>
              <a:rect l="textAreaLeft" t="textAreaTop" r="textAreaRight" b="textAreaBottom"/>
              <a:pathLst>
                <a:path w="117969" h="136596">
                  <a:moveTo>
                    <a:pt x="116728" y="7140"/>
                  </a:moveTo>
                  <a:lnTo>
                    <a:pt x="116728" y="3104"/>
                  </a:lnTo>
                  <a:lnTo>
                    <a:pt x="114555" y="3104"/>
                  </a:lnTo>
                  <a:lnTo>
                    <a:pt x="112692" y="3104"/>
                  </a:lnTo>
                  <a:lnTo>
                    <a:pt x="112692" y="5278"/>
                  </a:lnTo>
                  <a:lnTo>
                    <a:pt x="110519" y="8382"/>
                  </a:lnTo>
                  <a:lnTo>
                    <a:pt x="109277" y="10555"/>
                  </a:lnTo>
                  <a:lnTo>
                    <a:pt x="109277" y="12418"/>
                  </a:lnTo>
                  <a:lnTo>
                    <a:pt x="105241" y="8382"/>
                  </a:lnTo>
                  <a:lnTo>
                    <a:pt x="103068" y="7140"/>
                  </a:lnTo>
                  <a:lnTo>
                    <a:pt x="102137" y="5278"/>
                  </a:lnTo>
                  <a:lnTo>
                    <a:pt x="99963" y="3104"/>
                  </a:lnTo>
                  <a:lnTo>
                    <a:pt x="95928" y="931"/>
                  </a:lnTo>
                  <a:lnTo>
                    <a:pt x="92823" y="0"/>
                  </a:lnTo>
                  <a:lnTo>
                    <a:pt x="87546" y="8382"/>
                  </a:lnTo>
                  <a:lnTo>
                    <a:pt x="80406" y="23283"/>
                  </a:lnTo>
                  <a:lnTo>
                    <a:pt x="70782" y="37874"/>
                  </a:lnTo>
                  <a:lnTo>
                    <a:pt x="63641" y="52776"/>
                  </a:lnTo>
                  <a:lnTo>
                    <a:pt x="54328" y="65504"/>
                  </a:lnTo>
                  <a:lnTo>
                    <a:pt x="49051" y="71713"/>
                  </a:lnTo>
                  <a:lnTo>
                    <a:pt x="38495" y="75128"/>
                  </a:lnTo>
                  <a:lnTo>
                    <a:pt x="27009" y="76991"/>
                  </a:lnTo>
                  <a:lnTo>
                    <a:pt x="16764" y="80406"/>
                  </a:lnTo>
                  <a:lnTo>
                    <a:pt x="12418" y="84441"/>
                  </a:lnTo>
                  <a:lnTo>
                    <a:pt x="10555" y="89719"/>
                  </a:lnTo>
                  <a:lnTo>
                    <a:pt x="9313" y="94997"/>
                  </a:lnTo>
                  <a:lnTo>
                    <a:pt x="7451" y="99343"/>
                  </a:lnTo>
                  <a:lnTo>
                    <a:pt x="5277" y="104620"/>
                  </a:lnTo>
                  <a:lnTo>
                    <a:pt x="0" y="108967"/>
                  </a:lnTo>
                  <a:lnTo>
                    <a:pt x="7451" y="119522"/>
                  </a:lnTo>
                  <a:lnTo>
                    <a:pt x="14591" y="124799"/>
                  </a:lnTo>
                  <a:lnTo>
                    <a:pt x="23904" y="131008"/>
                  </a:lnTo>
                  <a:lnTo>
                    <a:pt x="32286" y="137528"/>
                  </a:lnTo>
                  <a:lnTo>
                    <a:pt x="39737" y="137528"/>
                  </a:lnTo>
                  <a:lnTo>
                    <a:pt x="45946" y="132250"/>
                  </a:lnTo>
                  <a:lnTo>
                    <a:pt x="51224" y="128835"/>
                  </a:lnTo>
                  <a:lnTo>
                    <a:pt x="56191" y="124799"/>
                  </a:lnTo>
                  <a:lnTo>
                    <a:pt x="61468" y="121695"/>
                  </a:lnTo>
                  <a:lnTo>
                    <a:pt x="65814" y="117349"/>
                  </a:lnTo>
                  <a:lnTo>
                    <a:pt x="67677" y="109898"/>
                  </a:lnTo>
                  <a:lnTo>
                    <a:pt x="67677" y="104620"/>
                  </a:lnTo>
                  <a:lnTo>
                    <a:pt x="68919" y="99343"/>
                  </a:lnTo>
                  <a:lnTo>
                    <a:pt x="68919" y="94065"/>
                  </a:lnTo>
                  <a:lnTo>
                    <a:pt x="72955" y="87856"/>
                  </a:lnTo>
                  <a:lnTo>
                    <a:pt x="76059" y="86614"/>
                  </a:lnTo>
                  <a:lnTo>
                    <a:pt x="82268" y="82268"/>
                  </a:lnTo>
                  <a:lnTo>
                    <a:pt x="87546" y="80406"/>
                  </a:lnTo>
                  <a:lnTo>
                    <a:pt x="92823" y="79164"/>
                  </a:lnTo>
                  <a:lnTo>
                    <a:pt x="98101" y="75128"/>
                  </a:lnTo>
                  <a:lnTo>
                    <a:pt x="99963" y="71713"/>
                  </a:lnTo>
                  <a:lnTo>
                    <a:pt x="95928" y="60227"/>
                  </a:lnTo>
                  <a:lnTo>
                    <a:pt x="107414" y="42221"/>
                  </a:lnTo>
                  <a:lnTo>
                    <a:pt x="119832" y="27319"/>
                  </a:lnTo>
                  <a:lnTo>
                    <a:pt x="119832" y="22042"/>
                  </a:lnTo>
                  <a:lnTo>
                    <a:pt x="119832" y="15833"/>
                  </a:lnTo>
                  <a:lnTo>
                    <a:pt x="117659" y="10555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84" name="Freeform: Shape 71"/>
            <p:cNvSpPr/>
            <p:nvPr/>
          </p:nvSpPr>
          <p:spPr>
            <a:xfrm>
              <a:off x="8521200" y="3959280"/>
              <a:ext cx="18360" cy="2772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27720"/>
                <a:gd name="textAreaBottom" fmla="*/ 28080 h 27720"/>
              </a:gdLst>
              <a:ahLst/>
              <a:rect l="textAreaLeft" t="textAreaTop" r="textAreaRight" b="textAreaBottom"/>
              <a:pathLst>
                <a:path w="18626" h="27940">
                  <a:moveTo>
                    <a:pt x="19558" y="30424"/>
                  </a:moveTo>
                  <a:lnTo>
                    <a:pt x="18627" y="23283"/>
                  </a:lnTo>
                  <a:lnTo>
                    <a:pt x="16454" y="16764"/>
                  </a:lnTo>
                  <a:lnTo>
                    <a:pt x="12418" y="10555"/>
                  </a:lnTo>
                  <a:lnTo>
                    <a:pt x="11486" y="7140"/>
                  </a:lnTo>
                  <a:lnTo>
                    <a:pt x="9313" y="5278"/>
                  </a:lnTo>
                  <a:lnTo>
                    <a:pt x="9313" y="3104"/>
                  </a:lnTo>
                  <a:lnTo>
                    <a:pt x="7140" y="1863"/>
                  </a:lnTo>
                  <a:lnTo>
                    <a:pt x="4036" y="0"/>
                  </a:lnTo>
                  <a:lnTo>
                    <a:pt x="0" y="0"/>
                  </a:lnTo>
                  <a:lnTo>
                    <a:pt x="1863" y="5278"/>
                  </a:lnTo>
                  <a:lnTo>
                    <a:pt x="4036" y="10555"/>
                  </a:lnTo>
                  <a:lnTo>
                    <a:pt x="4967" y="14591"/>
                  </a:lnTo>
                  <a:lnTo>
                    <a:pt x="7140" y="19869"/>
                  </a:lnTo>
                  <a:lnTo>
                    <a:pt x="12418" y="23283"/>
                  </a:lnTo>
                  <a:lnTo>
                    <a:pt x="12418" y="30424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6920" bIns="-1692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85" name="Freeform: Shape 72"/>
            <p:cNvSpPr/>
            <p:nvPr/>
          </p:nvSpPr>
          <p:spPr>
            <a:xfrm>
              <a:off x="8261640" y="3844800"/>
              <a:ext cx="18360" cy="2124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21240"/>
                <a:gd name="textAreaBottom" fmla="*/ 21600 h 21240"/>
              </a:gdLst>
              <a:ahLst/>
              <a:rect l="textAreaLeft" t="textAreaTop" r="textAreaRight" b="textAreaBottom"/>
              <a:pathLst>
                <a:path w="18626" h="21731">
                  <a:moveTo>
                    <a:pt x="12418" y="23283"/>
                  </a:moveTo>
                  <a:lnTo>
                    <a:pt x="19869" y="23283"/>
                  </a:lnTo>
                  <a:lnTo>
                    <a:pt x="12418" y="0"/>
                  </a:lnTo>
                  <a:lnTo>
                    <a:pt x="0" y="0"/>
                  </a:lnTo>
                  <a:lnTo>
                    <a:pt x="931" y="5277"/>
                  </a:lnTo>
                  <a:lnTo>
                    <a:pt x="3104" y="8692"/>
                  </a:lnTo>
                  <a:lnTo>
                    <a:pt x="5277" y="12728"/>
                  </a:lnTo>
                  <a:lnTo>
                    <a:pt x="7451" y="16143"/>
                  </a:lnTo>
                  <a:lnTo>
                    <a:pt x="12418" y="20179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3400" bIns="-23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86" name="Freeform: Shape 73"/>
            <p:cNvSpPr/>
            <p:nvPr/>
          </p:nvSpPr>
          <p:spPr>
            <a:xfrm>
              <a:off x="8248320" y="3855240"/>
              <a:ext cx="18360" cy="1512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15120"/>
                <a:gd name="textAreaBottom" fmla="*/ 15480 h 15120"/>
              </a:gdLst>
              <a:ahLst/>
              <a:rect l="textAreaLeft" t="textAreaTop" r="textAreaRight" b="textAreaBottom"/>
              <a:pathLst>
                <a:path w="18626" h="15522">
                  <a:moveTo>
                    <a:pt x="13349" y="4346"/>
                  </a:moveTo>
                  <a:lnTo>
                    <a:pt x="9313" y="0"/>
                  </a:lnTo>
                  <a:lnTo>
                    <a:pt x="6209" y="4346"/>
                  </a:lnTo>
                  <a:lnTo>
                    <a:pt x="4036" y="4346"/>
                  </a:lnTo>
                  <a:lnTo>
                    <a:pt x="1863" y="4346"/>
                  </a:lnTo>
                  <a:lnTo>
                    <a:pt x="1863" y="5588"/>
                  </a:lnTo>
                  <a:lnTo>
                    <a:pt x="1863" y="9624"/>
                  </a:lnTo>
                  <a:lnTo>
                    <a:pt x="0" y="12728"/>
                  </a:lnTo>
                  <a:lnTo>
                    <a:pt x="6209" y="14901"/>
                  </a:lnTo>
                  <a:lnTo>
                    <a:pt x="7140" y="14901"/>
                  </a:lnTo>
                  <a:lnTo>
                    <a:pt x="9313" y="14901"/>
                  </a:lnTo>
                  <a:lnTo>
                    <a:pt x="11176" y="17075"/>
                  </a:lnTo>
                  <a:lnTo>
                    <a:pt x="13349" y="17075"/>
                  </a:lnTo>
                  <a:lnTo>
                    <a:pt x="20800" y="17075"/>
                  </a:lnTo>
                  <a:lnTo>
                    <a:pt x="20800" y="9624"/>
                  </a:lnTo>
                  <a:lnTo>
                    <a:pt x="16454" y="7451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9520" bIns="-2952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87" name="Freeform: Shape 74"/>
            <p:cNvSpPr/>
            <p:nvPr/>
          </p:nvSpPr>
          <p:spPr>
            <a:xfrm>
              <a:off x="8273880" y="3872160"/>
              <a:ext cx="11880" cy="1188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11880"/>
                <a:gd name="textAreaBottom" fmla="*/ 12240 h 11880"/>
              </a:gdLst>
              <a:ahLst/>
              <a:rect l="textAreaLeft" t="textAreaTop" r="textAreaRight" b="textAreaBottom"/>
              <a:pathLst>
                <a:path w="12417" h="12417">
                  <a:moveTo>
                    <a:pt x="0" y="3104"/>
                  </a:moveTo>
                  <a:lnTo>
                    <a:pt x="0" y="5278"/>
                  </a:lnTo>
                  <a:lnTo>
                    <a:pt x="2173" y="5278"/>
                  </a:lnTo>
                  <a:lnTo>
                    <a:pt x="2173" y="7451"/>
                  </a:lnTo>
                  <a:lnTo>
                    <a:pt x="3104" y="8382"/>
                  </a:lnTo>
                  <a:lnTo>
                    <a:pt x="3104" y="12728"/>
                  </a:lnTo>
                  <a:lnTo>
                    <a:pt x="14591" y="12728"/>
                  </a:lnTo>
                  <a:lnTo>
                    <a:pt x="14591" y="52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88" name="Freeform: Shape 75"/>
            <p:cNvSpPr/>
            <p:nvPr/>
          </p:nvSpPr>
          <p:spPr>
            <a:xfrm>
              <a:off x="8054280" y="4356000"/>
              <a:ext cx="52560" cy="68040"/>
            </a:xfrm>
            <a:custGeom>
              <a:avLst/>
              <a:gdLst>
                <a:gd name="textAreaLeft" fmla="*/ 0 w 52560"/>
                <a:gd name="textAreaRight" fmla="*/ 52920 w 52560"/>
                <a:gd name="textAreaTop" fmla="*/ 0 h 68040"/>
                <a:gd name="textAreaBottom" fmla="*/ 68400 h 68040"/>
              </a:gdLst>
              <a:ahLst/>
              <a:rect l="textAreaLeft" t="textAreaTop" r="textAreaRight" b="textAreaBottom"/>
              <a:pathLst>
                <a:path w="52775" h="68298">
                  <a:moveTo>
                    <a:pt x="46877" y="0"/>
                  </a:moveTo>
                  <a:lnTo>
                    <a:pt x="37564" y="9313"/>
                  </a:lnTo>
                  <a:lnTo>
                    <a:pt x="27319" y="11487"/>
                  </a:lnTo>
                  <a:lnTo>
                    <a:pt x="14591" y="4036"/>
                  </a:lnTo>
                  <a:lnTo>
                    <a:pt x="0" y="4036"/>
                  </a:lnTo>
                  <a:lnTo>
                    <a:pt x="7451" y="24215"/>
                  </a:lnTo>
                  <a:lnTo>
                    <a:pt x="14591" y="46567"/>
                  </a:lnTo>
                  <a:lnTo>
                    <a:pt x="19869" y="68609"/>
                  </a:lnTo>
                  <a:lnTo>
                    <a:pt x="32286" y="62400"/>
                  </a:lnTo>
                  <a:lnTo>
                    <a:pt x="41910" y="57122"/>
                  </a:lnTo>
                  <a:lnTo>
                    <a:pt x="49982" y="47498"/>
                  </a:lnTo>
                  <a:lnTo>
                    <a:pt x="54328" y="31666"/>
                  </a:lnTo>
                  <a:lnTo>
                    <a:pt x="52155" y="14902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89" name="Freeform: Shape 76"/>
            <p:cNvSpPr/>
            <p:nvPr/>
          </p:nvSpPr>
          <p:spPr>
            <a:xfrm>
              <a:off x="4928040" y="3570840"/>
              <a:ext cx="9000" cy="1188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11880"/>
                <a:gd name="textAreaBottom" fmla="*/ 12240 h 11880"/>
              </a:gdLst>
              <a:ahLst/>
              <a:rect l="textAreaLeft" t="textAreaTop" r="textAreaRight" b="textAreaBottom"/>
              <a:pathLst>
                <a:path w="9313" h="12417">
                  <a:moveTo>
                    <a:pt x="2173" y="5278"/>
                  </a:moveTo>
                  <a:lnTo>
                    <a:pt x="2173" y="7140"/>
                  </a:lnTo>
                  <a:lnTo>
                    <a:pt x="2173" y="9313"/>
                  </a:lnTo>
                  <a:lnTo>
                    <a:pt x="4346" y="11487"/>
                  </a:lnTo>
                  <a:lnTo>
                    <a:pt x="5278" y="11487"/>
                  </a:lnTo>
                  <a:lnTo>
                    <a:pt x="9624" y="12418"/>
                  </a:lnTo>
                  <a:lnTo>
                    <a:pt x="9624" y="52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90" name="Freeform: Shape 77"/>
            <p:cNvSpPr/>
            <p:nvPr/>
          </p:nvSpPr>
          <p:spPr>
            <a:xfrm>
              <a:off x="4833360" y="3441600"/>
              <a:ext cx="33840" cy="1836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18360"/>
                <a:gd name="textAreaBottom" fmla="*/ 18720 h 18360"/>
              </a:gdLst>
              <a:ahLst/>
              <a:rect l="textAreaLeft" t="textAreaTop" r="textAreaRight" b="textAreaBottom"/>
              <a:pathLst>
                <a:path w="34149" h="18626">
                  <a:moveTo>
                    <a:pt x="21731" y="5278"/>
                  </a:moveTo>
                  <a:lnTo>
                    <a:pt x="16764" y="1863"/>
                  </a:lnTo>
                  <a:lnTo>
                    <a:pt x="7140" y="0"/>
                  </a:lnTo>
                  <a:lnTo>
                    <a:pt x="6209" y="1863"/>
                  </a:lnTo>
                  <a:lnTo>
                    <a:pt x="4036" y="1863"/>
                  </a:lnTo>
                  <a:lnTo>
                    <a:pt x="2173" y="4036"/>
                  </a:lnTo>
                  <a:lnTo>
                    <a:pt x="0" y="4036"/>
                  </a:lnTo>
                  <a:lnTo>
                    <a:pt x="0" y="16764"/>
                  </a:lnTo>
                  <a:lnTo>
                    <a:pt x="6209" y="18937"/>
                  </a:lnTo>
                  <a:lnTo>
                    <a:pt x="13660" y="18937"/>
                  </a:lnTo>
                  <a:lnTo>
                    <a:pt x="16764" y="19869"/>
                  </a:lnTo>
                  <a:lnTo>
                    <a:pt x="21731" y="18937"/>
                  </a:lnTo>
                  <a:lnTo>
                    <a:pt x="28251" y="16764"/>
                  </a:lnTo>
                  <a:lnTo>
                    <a:pt x="35391" y="16764"/>
                  </a:lnTo>
                  <a:lnTo>
                    <a:pt x="35391" y="12728"/>
                  </a:lnTo>
                  <a:lnTo>
                    <a:pt x="29182" y="9313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280" bIns="-2628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91" name="Freeform: Shape 78"/>
            <p:cNvSpPr/>
            <p:nvPr/>
          </p:nvSpPr>
          <p:spPr>
            <a:xfrm>
              <a:off x="4737240" y="3372840"/>
              <a:ext cx="154800" cy="58680"/>
            </a:xfrm>
            <a:custGeom>
              <a:avLst/>
              <a:gdLst>
                <a:gd name="textAreaLeft" fmla="*/ 0 w 154800"/>
                <a:gd name="textAreaRight" fmla="*/ 155160 w 154800"/>
                <a:gd name="textAreaTop" fmla="*/ 0 h 58680"/>
                <a:gd name="textAreaBottom" fmla="*/ 59040 h 58680"/>
              </a:gdLst>
              <a:ahLst/>
              <a:rect l="textAreaLeft" t="textAreaTop" r="textAreaRight" b="textAreaBottom"/>
              <a:pathLst>
                <a:path w="155222" h="58984">
                  <a:moveTo>
                    <a:pt x="156465" y="44394"/>
                  </a:moveTo>
                  <a:lnTo>
                    <a:pt x="134423" y="33838"/>
                  </a:lnTo>
                  <a:lnTo>
                    <a:pt x="114554" y="24215"/>
                  </a:lnTo>
                  <a:lnTo>
                    <a:pt x="94996" y="14901"/>
                  </a:lnTo>
                  <a:lnTo>
                    <a:pt x="68919" y="6519"/>
                  </a:lnTo>
                  <a:lnTo>
                    <a:pt x="39737" y="0"/>
                  </a:lnTo>
                  <a:lnTo>
                    <a:pt x="36633" y="2173"/>
                  </a:lnTo>
                  <a:lnTo>
                    <a:pt x="32286" y="2173"/>
                  </a:lnTo>
                  <a:lnTo>
                    <a:pt x="29182" y="4346"/>
                  </a:lnTo>
                  <a:lnTo>
                    <a:pt x="23904" y="4346"/>
                  </a:lnTo>
                  <a:lnTo>
                    <a:pt x="17695" y="9624"/>
                  </a:lnTo>
                  <a:lnTo>
                    <a:pt x="12418" y="13660"/>
                  </a:lnTo>
                  <a:lnTo>
                    <a:pt x="7451" y="21110"/>
                  </a:lnTo>
                  <a:lnTo>
                    <a:pt x="0" y="21110"/>
                  </a:lnTo>
                  <a:lnTo>
                    <a:pt x="3104" y="22352"/>
                  </a:lnTo>
                  <a:lnTo>
                    <a:pt x="10555" y="26388"/>
                  </a:lnTo>
                  <a:lnTo>
                    <a:pt x="16764" y="28561"/>
                  </a:lnTo>
                  <a:lnTo>
                    <a:pt x="22042" y="22352"/>
                  </a:lnTo>
                  <a:lnTo>
                    <a:pt x="25146" y="17075"/>
                  </a:lnTo>
                  <a:lnTo>
                    <a:pt x="31355" y="11797"/>
                  </a:lnTo>
                  <a:lnTo>
                    <a:pt x="58364" y="24215"/>
                  </a:lnTo>
                  <a:lnTo>
                    <a:pt x="83510" y="36943"/>
                  </a:lnTo>
                  <a:lnTo>
                    <a:pt x="110519" y="44394"/>
                  </a:lnTo>
                  <a:lnTo>
                    <a:pt x="112692" y="48740"/>
                  </a:lnTo>
                  <a:lnTo>
                    <a:pt x="112692" y="50913"/>
                  </a:lnTo>
                  <a:lnTo>
                    <a:pt x="112692" y="51844"/>
                  </a:lnTo>
                  <a:lnTo>
                    <a:pt x="112692" y="54017"/>
                  </a:lnTo>
                  <a:lnTo>
                    <a:pt x="112692" y="58364"/>
                  </a:lnTo>
                  <a:lnTo>
                    <a:pt x="110519" y="61468"/>
                  </a:lnTo>
                  <a:lnTo>
                    <a:pt x="124178" y="59295"/>
                  </a:lnTo>
                  <a:lnTo>
                    <a:pt x="136596" y="56191"/>
                  </a:lnTo>
                  <a:lnTo>
                    <a:pt x="146841" y="51844"/>
                  </a:lnTo>
                  <a:lnTo>
                    <a:pt x="156465" y="51844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4040" bIns="140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92" name="Freeform: Shape 79"/>
            <p:cNvSpPr/>
            <p:nvPr/>
          </p:nvSpPr>
          <p:spPr>
            <a:xfrm>
              <a:off x="4833360" y="3344400"/>
              <a:ext cx="11880" cy="2448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24480"/>
                <a:gd name="textAreaBottom" fmla="*/ 24840 h 24480"/>
              </a:gdLst>
              <a:ahLst/>
              <a:rect l="textAreaLeft" t="textAreaTop" r="textAreaRight" b="textAreaBottom"/>
              <a:pathLst>
                <a:path w="12417" h="24835">
                  <a:moveTo>
                    <a:pt x="6209" y="3104"/>
                  </a:move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2173" y="14901"/>
                  </a:lnTo>
                  <a:lnTo>
                    <a:pt x="4036" y="18006"/>
                  </a:lnTo>
                  <a:lnTo>
                    <a:pt x="6209" y="20179"/>
                  </a:lnTo>
                  <a:lnTo>
                    <a:pt x="7140" y="25457"/>
                  </a:lnTo>
                  <a:lnTo>
                    <a:pt x="14591" y="25457"/>
                  </a:lnTo>
                  <a:lnTo>
                    <a:pt x="14591" y="15833"/>
                  </a:lnTo>
                  <a:lnTo>
                    <a:pt x="13660" y="10555"/>
                  </a:lnTo>
                  <a:lnTo>
                    <a:pt x="9313" y="7451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160" bIns="-201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93" name="Freeform: Shape 80"/>
            <p:cNvSpPr/>
            <p:nvPr/>
          </p:nvSpPr>
          <p:spPr>
            <a:xfrm>
              <a:off x="4824720" y="3319920"/>
              <a:ext cx="27720" cy="1512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15120"/>
                <a:gd name="textAreaBottom" fmla="*/ 15480 h 15120"/>
              </a:gdLst>
              <a:ahLst/>
              <a:rect l="textAreaLeft" t="textAreaTop" r="textAreaRight" b="textAreaBottom"/>
              <a:pathLst>
                <a:path w="27940" h="15522">
                  <a:moveTo>
                    <a:pt x="29182" y="16764"/>
                  </a:moveTo>
                  <a:lnTo>
                    <a:pt x="29182" y="12728"/>
                  </a:lnTo>
                  <a:lnTo>
                    <a:pt x="30113" y="10555"/>
                  </a:lnTo>
                  <a:lnTo>
                    <a:pt x="30113" y="9313"/>
                  </a:lnTo>
                  <a:lnTo>
                    <a:pt x="29182" y="7451"/>
                  </a:lnTo>
                  <a:lnTo>
                    <a:pt x="29182" y="5277"/>
                  </a:lnTo>
                  <a:lnTo>
                    <a:pt x="25146" y="3104"/>
                  </a:lnTo>
                  <a:lnTo>
                    <a:pt x="22973" y="0"/>
                  </a:lnTo>
                  <a:lnTo>
                    <a:pt x="0" y="0"/>
                  </a:lnTo>
                  <a:lnTo>
                    <a:pt x="0" y="3104"/>
                  </a:lnTo>
                  <a:lnTo>
                    <a:pt x="931" y="7451"/>
                  </a:lnTo>
                  <a:lnTo>
                    <a:pt x="5278" y="9313"/>
                  </a:lnTo>
                  <a:lnTo>
                    <a:pt x="8382" y="9313"/>
                  </a:lnTo>
                  <a:lnTo>
                    <a:pt x="12418" y="10555"/>
                  </a:lnTo>
                  <a:lnTo>
                    <a:pt x="17695" y="10555"/>
                  </a:lnTo>
                  <a:lnTo>
                    <a:pt x="22973" y="12728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9520" bIns="-2952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94" name="Freeform: Shape 81"/>
            <p:cNvSpPr/>
            <p:nvPr/>
          </p:nvSpPr>
          <p:spPr>
            <a:xfrm>
              <a:off x="6568560" y="3929400"/>
              <a:ext cx="99000" cy="207720"/>
            </a:xfrm>
            <a:custGeom>
              <a:avLst/>
              <a:gdLst>
                <a:gd name="textAreaLeft" fmla="*/ 0 w 99000"/>
                <a:gd name="textAreaRight" fmla="*/ 99360 w 99000"/>
                <a:gd name="textAreaTop" fmla="*/ 0 h 207720"/>
                <a:gd name="textAreaBottom" fmla="*/ 208080 h 207720"/>
              </a:gdLst>
              <a:ahLst/>
              <a:rect l="textAreaLeft" t="textAreaTop" r="textAreaRight" b="textAreaBottom"/>
              <a:pathLst>
                <a:path w="99342" h="207998">
                  <a:moveTo>
                    <a:pt x="92823" y="0"/>
                  </a:moveTo>
                  <a:lnTo>
                    <a:pt x="83510" y="5278"/>
                  </a:lnTo>
                  <a:lnTo>
                    <a:pt x="72023" y="14901"/>
                  </a:lnTo>
                  <a:lnTo>
                    <a:pt x="59606" y="27630"/>
                  </a:lnTo>
                  <a:lnTo>
                    <a:pt x="49051" y="40358"/>
                  </a:lnTo>
                  <a:lnTo>
                    <a:pt x="37564" y="51844"/>
                  </a:lnTo>
                  <a:lnTo>
                    <a:pt x="32286" y="60226"/>
                  </a:lnTo>
                  <a:lnTo>
                    <a:pt x="12728" y="60226"/>
                  </a:lnTo>
                  <a:lnTo>
                    <a:pt x="12728" y="75128"/>
                  </a:lnTo>
                  <a:lnTo>
                    <a:pt x="14591" y="90029"/>
                  </a:lnTo>
                  <a:lnTo>
                    <a:pt x="15833" y="104931"/>
                  </a:lnTo>
                  <a:lnTo>
                    <a:pt x="15833" y="114244"/>
                  </a:lnTo>
                  <a:lnTo>
                    <a:pt x="10555" y="129145"/>
                  </a:lnTo>
                  <a:lnTo>
                    <a:pt x="5278" y="144047"/>
                  </a:lnTo>
                  <a:lnTo>
                    <a:pt x="0" y="156775"/>
                  </a:lnTo>
                  <a:lnTo>
                    <a:pt x="1242" y="171366"/>
                  </a:lnTo>
                  <a:lnTo>
                    <a:pt x="8382" y="186267"/>
                  </a:lnTo>
                  <a:lnTo>
                    <a:pt x="10555" y="193718"/>
                  </a:lnTo>
                  <a:lnTo>
                    <a:pt x="14591" y="198996"/>
                  </a:lnTo>
                  <a:lnTo>
                    <a:pt x="19869" y="203342"/>
                  </a:lnTo>
                  <a:lnTo>
                    <a:pt x="25146" y="205205"/>
                  </a:lnTo>
                  <a:lnTo>
                    <a:pt x="32286" y="206446"/>
                  </a:lnTo>
                  <a:lnTo>
                    <a:pt x="32286" y="210482"/>
                  </a:lnTo>
                  <a:lnTo>
                    <a:pt x="45015" y="201169"/>
                  </a:lnTo>
                  <a:lnTo>
                    <a:pt x="52155" y="190614"/>
                  </a:lnTo>
                  <a:lnTo>
                    <a:pt x="54328" y="176644"/>
                  </a:lnTo>
                  <a:lnTo>
                    <a:pt x="56501" y="160811"/>
                  </a:lnTo>
                  <a:lnTo>
                    <a:pt x="59606" y="141874"/>
                  </a:lnTo>
                  <a:lnTo>
                    <a:pt x="66746" y="126972"/>
                  </a:lnTo>
                  <a:lnTo>
                    <a:pt x="76059" y="108966"/>
                  </a:lnTo>
                  <a:lnTo>
                    <a:pt x="86614" y="90029"/>
                  </a:lnTo>
                  <a:lnTo>
                    <a:pt x="95928" y="69850"/>
                  </a:lnTo>
                  <a:lnTo>
                    <a:pt x="101205" y="49671"/>
                  </a:lnTo>
                  <a:lnTo>
                    <a:pt x="101205" y="27630"/>
                  </a:lnTo>
                  <a:lnTo>
                    <a:pt x="92823" y="7451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95" name="Freeform: Shape 82"/>
            <p:cNvSpPr/>
            <p:nvPr/>
          </p:nvSpPr>
          <p:spPr>
            <a:xfrm>
              <a:off x="5061600" y="4588920"/>
              <a:ext cx="74160" cy="30600"/>
            </a:xfrm>
            <a:custGeom>
              <a:avLst/>
              <a:gdLst>
                <a:gd name="textAreaLeft" fmla="*/ 0 w 74160"/>
                <a:gd name="textAreaRight" fmla="*/ 74520 w 74160"/>
                <a:gd name="textAreaTop" fmla="*/ 0 h 30600"/>
                <a:gd name="textAreaBottom" fmla="*/ 30960 h 30600"/>
              </a:gdLst>
              <a:ahLst/>
              <a:rect l="textAreaLeft" t="textAreaTop" r="textAreaRight" b="textAreaBottom"/>
              <a:pathLst>
                <a:path w="74506" h="31044">
                  <a:moveTo>
                    <a:pt x="46877" y="3104"/>
                  </a:moveTo>
                  <a:lnTo>
                    <a:pt x="32286" y="0"/>
                  </a:lnTo>
                  <a:lnTo>
                    <a:pt x="21731" y="5278"/>
                  </a:lnTo>
                  <a:lnTo>
                    <a:pt x="10245" y="10555"/>
                  </a:lnTo>
                  <a:lnTo>
                    <a:pt x="0" y="14591"/>
                  </a:lnTo>
                  <a:lnTo>
                    <a:pt x="0" y="31666"/>
                  </a:lnTo>
                  <a:lnTo>
                    <a:pt x="12418" y="27319"/>
                  </a:lnTo>
                  <a:lnTo>
                    <a:pt x="21731" y="25457"/>
                  </a:lnTo>
                  <a:lnTo>
                    <a:pt x="30113" y="20179"/>
                  </a:lnTo>
                  <a:lnTo>
                    <a:pt x="39427" y="10555"/>
                  </a:lnTo>
                  <a:lnTo>
                    <a:pt x="42531" y="10555"/>
                  </a:lnTo>
                  <a:lnTo>
                    <a:pt x="41600" y="14591"/>
                  </a:lnTo>
                  <a:lnTo>
                    <a:pt x="39427" y="16764"/>
                  </a:lnTo>
                  <a:lnTo>
                    <a:pt x="39427" y="18006"/>
                  </a:lnTo>
                  <a:lnTo>
                    <a:pt x="37564" y="20179"/>
                  </a:lnTo>
                  <a:lnTo>
                    <a:pt x="34460" y="22042"/>
                  </a:lnTo>
                  <a:lnTo>
                    <a:pt x="32286" y="24215"/>
                  </a:lnTo>
                  <a:lnTo>
                    <a:pt x="32286" y="31666"/>
                  </a:lnTo>
                  <a:lnTo>
                    <a:pt x="46877" y="27319"/>
                  </a:lnTo>
                  <a:lnTo>
                    <a:pt x="59295" y="22042"/>
                  </a:lnTo>
                  <a:lnTo>
                    <a:pt x="71713" y="14591"/>
                  </a:lnTo>
                  <a:lnTo>
                    <a:pt x="76059" y="14591"/>
                  </a:lnTo>
                  <a:lnTo>
                    <a:pt x="63641" y="9313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040" bIns="-140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96" name="Freeform: Shape 83"/>
            <p:cNvSpPr/>
            <p:nvPr/>
          </p:nvSpPr>
          <p:spPr>
            <a:xfrm>
              <a:off x="5228280" y="3706200"/>
              <a:ext cx="33840" cy="3060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30600"/>
                <a:gd name="textAreaBottom" fmla="*/ 30960 h 30600"/>
              </a:gdLst>
              <a:ahLst/>
              <a:rect l="textAreaLeft" t="textAreaTop" r="textAreaRight" b="textAreaBottom"/>
              <a:pathLst>
                <a:path w="34149" h="31044">
                  <a:moveTo>
                    <a:pt x="27009" y="23283"/>
                  </a:moveTo>
                  <a:lnTo>
                    <a:pt x="26078" y="22042"/>
                  </a:lnTo>
                  <a:lnTo>
                    <a:pt x="23904" y="22042"/>
                  </a:lnTo>
                  <a:lnTo>
                    <a:pt x="19558" y="22042"/>
                  </a:lnTo>
                  <a:lnTo>
                    <a:pt x="16454" y="20179"/>
                  </a:lnTo>
                  <a:lnTo>
                    <a:pt x="16454" y="0"/>
                  </a:lnTo>
                  <a:lnTo>
                    <a:pt x="12418" y="0"/>
                  </a:lnTo>
                  <a:lnTo>
                    <a:pt x="4967" y="12728"/>
                  </a:lnTo>
                  <a:lnTo>
                    <a:pt x="0" y="12728"/>
                  </a:lnTo>
                  <a:lnTo>
                    <a:pt x="0" y="15833"/>
                  </a:lnTo>
                  <a:lnTo>
                    <a:pt x="11487" y="20179"/>
                  </a:lnTo>
                  <a:lnTo>
                    <a:pt x="21731" y="25457"/>
                  </a:lnTo>
                  <a:lnTo>
                    <a:pt x="29182" y="30734"/>
                  </a:lnTo>
                  <a:lnTo>
                    <a:pt x="33218" y="32907"/>
                  </a:lnTo>
                  <a:lnTo>
                    <a:pt x="34149" y="30734"/>
                  </a:lnTo>
                  <a:lnTo>
                    <a:pt x="34149" y="29492"/>
                  </a:lnTo>
                  <a:lnTo>
                    <a:pt x="36322" y="27319"/>
                  </a:lnTo>
                  <a:lnTo>
                    <a:pt x="36322" y="23283"/>
                  </a:lnTo>
                  <a:lnTo>
                    <a:pt x="29182" y="23283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040" bIns="-140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97" name="Freeform: Shape 84"/>
            <p:cNvSpPr/>
            <p:nvPr/>
          </p:nvSpPr>
          <p:spPr>
            <a:xfrm>
              <a:off x="5062320" y="4380120"/>
              <a:ext cx="11880" cy="1836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18360"/>
                <a:gd name="textAreaBottom" fmla="*/ 18720 h 18360"/>
              </a:gdLst>
              <a:ahLst/>
              <a:rect l="textAreaLeft" t="textAreaTop" r="textAreaRight" b="textAreaBottom"/>
              <a:pathLst>
                <a:path w="12417" h="18626">
                  <a:moveTo>
                    <a:pt x="4346" y="15833"/>
                  </a:moveTo>
                  <a:lnTo>
                    <a:pt x="6209" y="20179"/>
                  </a:lnTo>
                  <a:lnTo>
                    <a:pt x="14591" y="20179"/>
                  </a:lnTo>
                  <a:lnTo>
                    <a:pt x="13660" y="14901"/>
                  </a:lnTo>
                  <a:lnTo>
                    <a:pt x="13660" y="10555"/>
                  </a:lnTo>
                  <a:lnTo>
                    <a:pt x="11487" y="7451"/>
                  </a:lnTo>
                  <a:lnTo>
                    <a:pt x="9313" y="5277"/>
                  </a:lnTo>
                  <a:lnTo>
                    <a:pt x="6209" y="3104"/>
                  </a:lnTo>
                  <a:lnTo>
                    <a:pt x="2173" y="0"/>
                  </a:lnTo>
                  <a:lnTo>
                    <a:pt x="2173" y="5277"/>
                  </a:lnTo>
                  <a:lnTo>
                    <a:pt x="0" y="8382"/>
                  </a:lnTo>
                  <a:lnTo>
                    <a:pt x="2173" y="10555"/>
                  </a:lnTo>
                  <a:lnTo>
                    <a:pt x="2173" y="12728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280" bIns="-2628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98" name="Freeform: Shape 85"/>
            <p:cNvSpPr/>
            <p:nvPr/>
          </p:nvSpPr>
          <p:spPr>
            <a:xfrm>
              <a:off x="4977000" y="4620600"/>
              <a:ext cx="58680" cy="52560"/>
            </a:xfrm>
            <a:custGeom>
              <a:avLst/>
              <a:gdLst>
                <a:gd name="textAreaLeft" fmla="*/ 0 w 58680"/>
                <a:gd name="textAreaRight" fmla="*/ 59040 w 58680"/>
                <a:gd name="textAreaTop" fmla="*/ 0 h 52560"/>
                <a:gd name="textAreaBottom" fmla="*/ 52920 h 52560"/>
              </a:gdLst>
              <a:ahLst/>
              <a:rect l="textAreaLeft" t="textAreaTop" r="textAreaRight" b="textAreaBottom"/>
              <a:pathLst>
                <a:path w="58984" h="52775">
                  <a:moveTo>
                    <a:pt x="29182" y="22352"/>
                  </a:moveTo>
                  <a:lnTo>
                    <a:pt x="14591" y="8382"/>
                  </a:lnTo>
                  <a:lnTo>
                    <a:pt x="0" y="0"/>
                  </a:lnTo>
                  <a:lnTo>
                    <a:pt x="0" y="15833"/>
                  </a:lnTo>
                  <a:lnTo>
                    <a:pt x="4036" y="34770"/>
                  </a:lnTo>
                  <a:lnTo>
                    <a:pt x="7451" y="49671"/>
                  </a:lnTo>
                  <a:lnTo>
                    <a:pt x="14591" y="51844"/>
                  </a:lnTo>
                  <a:lnTo>
                    <a:pt x="27009" y="54949"/>
                  </a:lnTo>
                  <a:lnTo>
                    <a:pt x="41600" y="54949"/>
                  </a:lnTo>
                  <a:lnTo>
                    <a:pt x="50913" y="52776"/>
                  </a:lnTo>
                  <a:lnTo>
                    <a:pt x="60537" y="52776"/>
                  </a:lnTo>
                  <a:lnTo>
                    <a:pt x="60537" y="44394"/>
                  </a:lnTo>
                  <a:lnTo>
                    <a:pt x="43773" y="34770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920" bIns="792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199" name="Freeform: Shape 86"/>
            <p:cNvSpPr/>
            <p:nvPr/>
          </p:nvSpPr>
          <p:spPr>
            <a:xfrm>
              <a:off x="4888440" y="3424680"/>
              <a:ext cx="86400" cy="3384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33840"/>
                <a:gd name="textAreaBottom" fmla="*/ 34200 h 33840"/>
              </a:gdLst>
              <a:ahLst/>
              <a:rect l="textAreaLeft" t="textAreaTop" r="textAreaRight" b="textAreaBottom"/>
              <a:pathLst>
                <a:path w="86924" h="34149">
                  <a:moveTo>
                    <a:pt x="88477" y="17075"/>
                  </a:moveTo>
                  <a:lnTo>
                    <a:pt x="70782" y="11797"/>
                  </a:lnTo>
                  <a:lnTo>
                    <a:pt x="56191" y="6519"/>
                  </a:lnTo>
                  <a:lnTo>
                    <a:pt x="37564" y="2173"/>
                  </a:lnTo>
                  <a:lnTo>
                    <a:pt x="15522" y="0"/>
                  </a:lnTo>
                  <a:lnTo>
                    <a:pt x="17695" y="6519"/>
                  </a:lnTo>
                  <a:lnTo>
                    <a:pt x="19869" y="9624"/>
                  </a:lnTo>
                  <a:lnTo>
                    <a:pt x="21731" y="11797"/>
                  </a:lnTo>
                  <a:lnTo>
                    <a:pt x="24836" y="14902"/>
                  </a:lnTo>
                  <a:lnTo>
                    <a:pt x="29182" y="17075"/>
                  </a:lnTo>
                  <a:lnTo>
                    <a:pt x="22973" y="18937"/>
                  </a:lnTo>
                  <a:lnTo>
                    <a:pt x="15522" y="21110"/>
                  </a:lnTo>
                  <a:lnTo>
                    <a:pt x="9313" y="21110"/>
                  </a:lnTo>
                  <a:lnTo>
                    <a:pt x="0" y="21110"/>
                  </a:lnTo>
                  <a:lnTo>
                    <a:pt x="5278" y="33839"/>
                  </a:lnTo>
                  <a:lnTo>
                    <a:pt x="15522" y="33839"/>
                  </a:lnTo>
                  <a:lnTo>
                    <a:pt x="30113" y="36012"/>
                  </a:lnTo>
                  <a:lnTo>
                    <a:pt x="43773" y="36943"/>
                  </a:lnTo>
                  <a:lnTo>
                    <a:pt x="49050" y="36943"/>
                  </a:lnTo>
                  <a:lnTo>
                    <a:pt x="52155" y="26388"/>
                  </a:lnTo>
                  <a:lnTo>
                    <a:pt x="54018" y="24525"/>
                  </a:lnTo>
                  <a:lnTo>
                    <a:pt x="56191" y="26388"/>
                  </a:lnTo>
                  <a:lnTo>
                    <a:pt x="58364" y="28561"/>
                  </a:lnTo>
                  <a:lnTo>
                    <a:pt x="59295" y="29803"/>
                  </a:lnTo>
                  <a:lnTo>
                    <a:pt x="59295" y="31666"/>
                  </a:lnTo>
                  <a:lnTo>
                    <a:pt x="59295" y="33839"/>
                  </a:lnTo>
                  <a:lnTo>
                    <a:pt x="65504" y="33839"/>
                  </a:lnTo>
                  <a:lnTo>
                    <a:pt x="68609" y="31666"/>
                  </a:lnTo>
                  <a:lnTo>
                    <a:pt x="72955" y="29803"/>
                  </a:lnTo>
                  <a:lnTo>
                    <a:pt x="77922" y="28561"/>
                  </a:lnTo>
                  <a:lnTo>
                    <a:pt x="81337" y="26388"/>
                  </a:lnTo>
                  <a:lnTo>
                    <a:pt x="88477" y="26388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0800" bIns="-108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00" name="Freeform: Shape 87"/>
            <p:cNvSpPr/>
            <p:nvPr/>
          </p:nvSpPr>
          <p:spPr>
            <a:xfrm>
              <a:off x="5040720" y="3453120"/>
              <a:ext cx="33840" cy="1188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11880"/>
                <a:gd name="textAreaBottom" fmla="*/ 12240 h 11880"/>
              </a:gdLst>
              <a:ahLst/>
              <a:rect l="textAreaLeft" t="textAreaTop" r="textAreaRight" b="textAreaBottom"/>
              <a:pathLst>
                <a:path w="34149" h="12417">
                  <a:moveTo>
                    <a:pt x="27940" y="12728"/>
                  </a:moveTo>
                  <a:lnTo>
                    <a:pt x="31045" y="10555"/>
                  </a:lnTo>
                  <a:lnTo>
                    <a:pt x="33218" y="7451"/>
                  </a:lnTo>
                  <a:lnTo>
                    <a:pt x="36322" y="5278"/>
                  </a:lnTo>
                  <a:lnTo>
                    <a:pt x="27940" y="1242"/>
                  </a:lnTo>
                  <a:lnTo>
                    <a:pt x="20800" y="0"/>
                  </a:lnTo>
                  <a:lnTo>
                    <a:pt x="13349" y="0"/>
                  </a:lnTo>
                  <a:lnTo>
                    <a:pt x="0" y="1242"/>
                  </a:lnTo>
                  <a:lnTo>
                    <a:pt x="0" y="12728"/>
                  </a:lnTo>
                  <a:lnTo>
                    <a:pt x="6209" y="10555"/>
                  </a:lnTo>
                  <a:lnTo>
                    <a:pt x="11487" y="10555"/>
                  </a:lnTo>
                  <a:lnTo>
                    <a:pt x="16454" y="10555"/>
                  </a:lnTo>
                  <a:lnTo>
                    <a:pt x="21731" y="12728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01" name="Freeform: Shape 88"/>
            <p:cNvSpPr/>
            <p:nvPr/>
          </p:nvSpPr>
          <p:spPr>
            <a:xfrm>
              <a:off x="4891680" y="2973960"/>
              <a:ext cx="11880" cy="1512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15120"/>
                <a:gd name="textAreaBottom" fmla="*/ 15480 h 15120"/>
              </a:gdLst>
              <a:ahLst/>
              <a:rect l="textAreaLeft" t="textAreaTop" r="textAreaRight" b="textAreaBottom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noFill/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9520" bIns="-2952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02" name="Freeform: Shape 89"/>
            <p:cNvSpPr/>
            <p:nvPr/>
          </p:nvSpPr>
          <p:spPr>
            <a:xfrm>
              <a:off x="4532040" y="2299320"/>
              <a:ext cx="55440" cy="4320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55880" h="43462">
                  <a:moveTo>
                    <a:pt x="16764" y="37564"/>
                  </a:moveTo>
                  <a:lnTo>
                    <a:pt x="23904" y="45015"/>
                  </a:lnTo>
                  <a:lnTo>
                    <a:pt x="32286" y="45015"/>
                  </a:lnTo>
                  <a:lnTo>
                    <a:pt x="38495" y="44083"/>
                  </a:lnTo>
                  <a:lnTo>
                    <a:pt x="43773" y="44083"/>
                  </a:lnTo>
                  <a:lnTo>
                    <a:pt x="46877" y="41910"/>
                  </a:lnTo>
                  <a:lnTo>
                    <a:pt x="51224" y="36633"/>
                  </a:lnTo>
                  <a:lnTo>
                    <a:pt x="56191" y="36633"/>
                  </a:lnTo>
                  <a:lnTo>
                    <a:pt x="41600" y="22973"/>
                  </a:lnTo>
                  <a:lnTo>
                    <a:pt x="27009" y="10245"/>
                  </a:lnTo>
                  <a:lnTo>
                    <a:pt x="10555" y="0"/>
                  </a:lnTo>
                  <a:lnTo>
                    <a:pt x="12418" y="7140"/>
                  </a:lnTo>
                  <a:lnTo>
                    <a:pt x="12418" y="10245"/>
                  </a:lnTo>
                  <a:lnTo>
                    <a:pt x="14591" y="12418"/>
                  </a:lnTo>
                  <a:lnTo>
                    <a:pt x="16764" y="15522"/>
                  </a:lnTo>
                  <a:lnTo>
                    <a:pt x="0" y="25146"/>
                  </a:lnTo>
                  <a:lnTo>
                    <a:pt x="0" y="29182"/>
                  </a:lnTo>
                  <a:lnTo>
                    <a:pt x="9313" y="32286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03" name="Freeform: Shape 90"/>
            <p:cNvSpPr/>
            <p:nvPr/>
          </p:nvSpPr>
          <p:spPr>
            <a:xfrm>
              <a:off x="4752000" y="2553120"/>
              <a:ext cx="24480" cy="2124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21240"/>
                <a:gd name="textAreaBottom" fmla="*/ 21600 h 21240"/>
              </a:gdLst>
              <a:ahLst/>
              <a:rect l="textAreaLeft" t="textAreaTop" r="textAreaRight" b="textAreaBottom"/>
              <a:pathLst>
                <a:path w="24835" h="21731">
                  <a:moveTo>
                    <a:pt x="24215" y="4346"/>
                  </a:moveTo>
                  <a:lnTo>
                    <a:pt x="19869" y="0"/>
                  </a:lnTo>
                  <a:lnTo>
                    <a:pt x="14591" y="6519"/>
                  </a:lnTo>
                  <a:lnTo>
                    <a:pt x="7451" y="9624"/>
                  </a:lnTo>
                  <a:lnTo>
                    <a:pt x="0" y="12728"/>
                  </a:lnTo>
                  <a:lnTo>
                    <a:pt x="0" y="17075"/>
                  </a:lnTo>
                  <a:lnTo>
                    <a:pt x="4346" y="17075"/>
                  </a:lnTo>
                  <a:lnTo>
                    <a:pt x="9624" y="20179"/>
                  </a:lnTo>
                  <a:lnTo>
                    <a:pt x="16764" y="22042"/>
                  </a:lnTo>
                  <a:lnTo>
                    <a:pt x="24215" y="24215"/>
                  </a:lnTo>
                  <a:lnTo>
                    <a:pt x="24215" y="20179"/>
                  </a:lnTo>
                  <a:lnTo>
                    <a:pt x="27319" y="20179"/>
                  </a:lnTo>
                  <a:lnTo>
                    <a:pt x="27319" y="14901"/>
                  </a:lnTo>
                  <a:lnTo>
                    <a:pt x="27319" y="11797"/>
                  </a:lnTo>
                  <a:lnTo>
                    <a:pt x="26077" y="7451"/>
                  </a:lnTo>
                  <a:lnTo>
                    <a:pt x="26077" y="6519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3400" bIns="-23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04" name="Freeform: Shape 91"/>
            <p:cNvSpPr/>
            <p:nvPr/>
          </p:nvSpPr>
          <p:spPr>
            <a:xfrm>
              <a:off x="4412160" y="2149920"/>
              <a:ext cx="36720" cy="3060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30600"/>
                <a:gd name="textAreaBottom" fmla="*/ 30960 h 30600"/>
              </a:gdLst>
              <a:ahLst/>
              <a:rect l="textAreaLeft" t="textAreaTop" r="textAreaRight" b="textAreaBottom"/>
              <a:pathLst>
                <a:path w="37253" h="31044">
                  <a:moveTo>
                    <a:pt x="19869" y="33528"/>
                  </a:moveTo>
                  <a:lnTo>
                    <a:pt x="25146" y="31665"/>
                  </a:lnTo>
                  <a:lnTo>
                    <a:pt x="30424" y="31665"/>
                  </a:lnTo>
                  <a:lnTo>
                    <a:pt x="34460" y="29492"/>
                  </a:lnTo>
                  <a:lnTo>
                    <a:pt x="39737" y="29492"/>
                  </a:lnTo>
                  <a:lnTo>
                    <a:pt x="39737" y="22042"/>
                  </a:lnTo>
                  <a:lnTo>
                    <a:pt x="37564" y="16764"/>
                  </a:lnTo>
                  <a:lnTo>
                    <a:pt x="37564" y="12728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7451" y="0"/>
                  </a:lnTo>
                  <a:lnTo>
                    <a:pt x="0" y="16764"/>
                  </a:lnTo>
                  <a:lnTo>
                    <a:pt x="10555" y="24215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040" bIns="-140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05" name="Freeform: Shape 92"/>
            <p:cNvSpPr/>
            <p:nvPr/>
          </p:nvSpPr>
          <p:spPr>
            <a:xfrm>
              <a:off x="3542040" y="2623680"/>
              <a:ext cx="18360" cy="900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9000"/>
                <a:gd name="textAreaBottom" fmla="*/ 9360 h 9000"/>
              </a:gdLst>
              <a:ahLst/>
              <a:rect l="textAreaLeft" t="textAreaTop" r="textAreaRight" b="textAreaBottom"/>
              <a:pathLst>
                <a:path w="18626" h="9313">
                  <a:moveTo>
                    <a:pt x="4346" y="3104"/>
                  </a:moveTo>
                  <a:lnTo>
                    <a:pt x="7451" y="5278"/>
                  </a:lnTo>
                  <a:lnTo>
                    <a:pt x="11486" y="8382"/>
                  </a:lnTo>
                  <a:lnTo>
                    <a:pt x="16764" y="10555"/>
                  </a:lnTo>
                  <a:lnTo>
                    <a:pt x="16764" y="7451"/>
                  </a:lnTo>
                  <a:lnTo>
                    <a:pt x="20800" y="7451"/>
                  </a:lnTo>
                  <a:lnTo>
                    <a:pt x="208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06" name="Freeform: Shape 93"/>
            <p:cNvSpPr/>
            <p:nvPr/>
          </p:nvSpPr>
          <p:spPr>
            <a:xfrm>
              <a:off x="3742200" y="2694960"/>
              <a:ext cx="30600" cy="3384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33840"/>
                <a:gd name="textAreaBottom" fmla="*/ 34200 h 33840"/>
              </a:gdLst>
              <a:ahLst/>
              <a:rect l="textAreaLeft" t="textAreaTop" r="textAreaRight" b="textAreaBottom"/>
              <a:pathLst>
                <a:path w="31044" h="34149">
                  <a:moveTo>
                    <a:pt x="21731" y="3104"/>
                  </a:moveTo>
                  <a:lnTo>
                    <a:pt x="16764" y="5278"/>
                  </a:lnTo>
                  <a:lnTo>
                    <a:pt x="13349" y="7451"/>
                  </a:lnTo>
                  <a:lnTo>
                    <a:pt x="0" y="12728"/>
                  </a:lnTo>
                  <a:lnTo>
                    <a:pt x="2173" y="18006"/>
                  </a:lnTo>
                  <a:lnTo>
                    <a:pt x="2173" y="23283"/>
                  </a:lnTo>
                  <a:lnTo>
                    <a:pt x="4036" y="29492"/>
                  </a:lnTo>
                  <a:lnTo>
                    <a:pt x="6209" y="32597"/>
                  </a:lnTo>
                  <a:lnTo>
                    <a:pt x="9313" y="36943"/>
                  </a:lnTo>
                  <a:lnTo>
                    <a:pt x="11487" y="34770"/>
                  </a:lnTo>
                  <a:lnTo>
                    <a:pt x="18627" y="30424"/>
                  </a:lnTo>
                  <a:lnTo>
                    <a:pt x="26077" y="25146"/>
                  </a:lnTo>
                  <a:lnTo>
                    <a:pt x="31355" y="15833"/>
                  </a:lnTo>
                  <a:lnTo>
                    <a:pt x="31355" y="8382"/>
                  </a:lnTo>
                  <a:lnTo>
                    <a:pt x="26077" y="0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0800" bIns="-108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07" name="Freeform: Shape 94"/>
            <p:cNvSpPr/>
            <p:nvPr/>
          </p:nvSpPr>
          <p:spPr>
            <a:xfrm>
              <a:off x="4248720" y="2166840"/>
              <a:ext cx="244800" cy="170280"/>
            </a:xfrm>
            <a:custGeom>
              <a:avLst/>
              <a:gdLst>
                <a:gd name="textAreaLeft" fmla="*/ 0 w 244800"/>
                <a:gd name="textAreaRight" fmla="*/ 245160 w 244800"/>
                <a:gd name="textAreaTop" fmla="*/ 0 h 170280"/>
                <a:gd name="textAreaBottom" fmla="*/ 170640 h 170280"/>
              </a:gdLst>
              <a:ahLst/>
              <a:rect l="textAreaLeft" t="textAreaTop" r="textAreaRight" b="textAreaBottom"/>
              <a:pathLst>
                <a:path w="245252" h="170745">
                  <a:moveTo>
                    <a:pt x="7451" y="86304"/>
                  </a:moveTo>
                  <a:lnTo>
                    <a:pt x="12418" y="96859"/>
                  </a:lnTo>
                  <a:lnTo>
                    <a:pt x="14591" y="108346"/>
                  </a:lnTo>
                  <a:lnTo>
                    <a:pt x="30424" y="108346"/>
                  </a:lnTo>
                  <a:lnTo>
                    <a:pt x="43773" y="108346"/>
                  </a:lnTo>
                  <a:lnTo>
                    <a:pt x="49982" y="108346"/>
                  </a:lnTo>
                  <a:lnTo>
                    <a:pt x="63641" y="110519"/>
                  </a:lnTo>
                  <a:lnTo>
                    <a:pt x="70782" y="111450"/>
                  </a:lnTo>
                  <a:lnTo>
                    <a:pt x="76059" y="115486"/>
                  </a:lnTo>
                  <a:lnTo>
                    <a:pt x="83510" y="120763"/>
                  </a:lnTo>
                  <a:lnTo>
                    <a:pt x="83510" y="125110"/>
                  </a:lnTo>
                  <a:lnTo>
                    <a:pt x="66746" y="126041"/>
                  </a:lnTo>
                  <a:lnTo>
                    <a:pt x="49982" y="128214"/>
                  </a:lnTo>
                  <a:lnTo>
                    <a:pt x="36633" y="132560"/>
                  </a:lnTo>
                  <a:lnTo>
                    <a:pt x="27009" y="140942"/>
                  </a:lnTo>
                  <a:lnTo>
                    <a:pt x="22973" y="140942"/>
                  </a:lnTo>
                  <a:lnTo>
                    <a:pt x="29182" y="152429"/>
                  </a:lnTo>
                  <a:lnTo>
                    <a:pt x="37564" y="157706"/>
                  </a:lnTo>
                  <a:lnTo>
                    <a:pt x="46877" y="159880"/>
                  </a:lnTo>
                  <a:lnTo>
                    <a:pt x="57432" y="161742"/>
                  </a:lnTo>
                  <a:lnTo>
                    <a:pt x="70782" y="164847"/>
                  </a:lnTo>
                  <a:lnTo>
                    <a:pt x="95928" y="172297"/>
                  </a:lnTo>
                  <a:lnTo>
                    <a:pt x="117659" y="172297"/>
                  </a:lnTo>
                  <a:lnTo>
                    <a:pt x="137527" y="169193"/>
                  </a:lnTo>
                  <a:lnTo>
                    <a:pt x="157396" y="162984"/>
                  </a:lnTo>
                  <a:lnTo>
                    <a:pt x="178196" y="159880"/>
                  </a:lnTo>
                  <a:lnTo>
                    <a:pt x="195891" y="161742"/>
                  </a:lnTo>
                  <a:lnTo>
                    <a:pt x="214828" y="169193"/>
                  </a:lnTo>
                  <a:lnTo>
                    <a:pt x="225073" y="169193"/>
                  </a:lnTo>
                  <a:lnTo>
                    <a:pt x="234387" y="167020"/>
                  </a:lnTo>
                  <a:lnTo>
                    <a:pt x="244010" y="164847"/>
                  </a:lnTo>
                  <a:lnTo>
                    <a:pt x="241837" y="159880"/>
                  </a:lnTo>
                  <a:lnTo>
                    <a:pt x="241837" y="157706"/>
                  </a:lnTo>
                  <a:lnTo>
                    <a:pt x="241837" y="154602"/>
                  </a:lnTo>
                  <a:lnTo>
                    <a:pt x="239664" y="154602"/>
                  </a:lnTo>
                  <a:lnTo>
                    <a:pt x="237491" y="152429"/>
                  </a:lnTo>
                  <a:lnTo>
                    <a:pt x="234387" y="148083"/>
                  </a:lnTo>
                  <a:lnTo>
                    <a:pt x="234387" y="140942"/>
                  </a:lnTo>
                  <a:lnTo>
                    <a:pt x="237491" y="142805"/>
                  </a:lnTo>
                  <a:lnTo>
                    <a:pt x="239664" y="144978"/>
                  </a:lnTo>
                  <a:lnTo>
                    <a:pt x="241837" y="147151"/>
                  </a:lnTo>
                  <a:lnTo>
                    <a:pt x="244010" y="148083"/>
                  </a:lnTo>
                  <a:lnTo>
                    <a:pt x="247115" y="148083"/>
                  </a:lnTo>
                  <a:lnTo>
                    <a:pt x="244942" y="132560"/>
                  </a:lnTo>
                  <a:lnTo>
                    <a:pt x="239664" y="122937"/>
                  </a:lnTo>
                  <a:lnTo>
                    <a:pt x="230351" y="115486"/>
                  </a:lnTo>
                  <a:lnTo>
                    <a:pt x="219796" y="113623"/>
                  </a:lnTo>
                  <a:lnTo>
                    <a:pt x="203342" y="111450"/>
                  </a:lnTo>
                  <a:lnTo>
                    <a:pt x="198064" y="83199"/>
                  </a:lnTo>
                  <a:lnTo>
                    <a:pt x="192787" y="54638"/>
                  </a:lnTo>
                  <a:lnTo>
                    <a:pt x="185647" y="32597"/>
                  </a:lnTo>
                  <a:lnTo>
                    <a:pt x="171987" y="14901"/>
                  </a:lnTo>
                  <a:lnTo>
                    <a:pt x="150256" y="0"/>
                  </a:lnTo>
                  <a:lnTo>
                    <a:pt x="144978" y="10555"/>
                  </a:lnTo>
                  <a:lnTo>
                    <a:pt x="143736" y="22042"/>
                  </a:lnTo>
                  <a:lnTo>
                    <a:pt x="150256" y="32597"/>
                  </a:lnTo>
                  <a:lnTo>
                    <a:pt x="150256" y="40048"/>
                  </a:lnTo>
                  <a:lnTo>
                    <a:pt x="150256" y="46256"/>
                  </a:lnTo>
                  <a:lnTo>
                    <a:pt x="149014" y="51534"/>
                  </a:lnTo>
                  <a:lnTo>
                    <a:pt x="146841" y="56812"/>
                  </a:lnTo>
                  <a:lnTo>
                    <a:pt x="141874" y="49361"/>
                  </a:lnTo>
                  <a:lnTo>
                    <a:pt x="134423" y="38806"/>
                  </a:lnTo>
                  <a:lnTo>
                    <a:pt x="127283" y="24215"/>
                  </a:lnTo>
                  <a:lnTo>
                    <a:pt x="122005" y="25457"/>
                  </a:lnTo>
                  <a:lnTo>
                    <a:pt x="115796" y="25457"/>
                  </a:lnTo>
                  <a:lnTo>
                    <a:pt x="114555" y="27319"/>
                  </a:lnTo>
                  <a:lnTo>
                    <a:pt x="110519" y="29492"/>
                  </a:lnTo>
                  <a:lnTo>
                    <a:pt x="108346" y="31666"/>
                  </a:lnTo>
                  <a:lnTo>
                    <a:pt x="107414" y="36943"/>
                  </a:lnTo>
                  <a:lnTo>
                    <a:pt x="103068" y="32597"/>
                  </a:lnTo>
                  <a:lnTo>
                    <a:pt x="99964" y="31666"/>
                  </a:lnTo>
                  <a:lnTo>
                    <a:pt x="98101" y="27319"/>
                  </a:lnTo>
                  <a:lnTo>
                    <a:pt x="95928" y="24215"/>
                  </a:lnTo>
                  <a:lnTo>
                    <a:pt x="93755" y="22042"/>
                  </a:lnTo>
                  <a:lnTo>
                    <a:pt x="90650" y="20179"/>
                  </a:lnTo>
                  <a:lnTo>
                    <a:pt x="83510" y="20179"/>
                  </a:lnTo>
                  <a:lnTo>
                    <a:pt x="72023" y="20179"/>
                  </a:lnTo>
                  <a:lnTo>
                    <a:pt x="59295" y="20179"/>
                  </a:lnTo>
                  <a:lnTo>
                    <a:pt x="49982" y="20179"/>
                  </a:lnTo>
                  <a:lnTo>
                    <a:pt x="49982" y="16764"/>
                  </a:lnTo>
                  <a:lnTo>
                    <a:pt x="49050" y="14901"/>
                  </a:lnTo>
                  <a:lnTo>
                    <a:pt x="49050" y="12728"/>
                  </a:lnTo>
                  <a:lnTo>
                    <a:pt x="49982" y="12728"/>
                  </a:lnTo>
                  <a:lnTo>
                    <a:pt x="49982" y="10555"/>
                  </a:lnTo>
                  <a:lnTo>
                    <a:pt x="49982" y="7451"/>
                  </a:lnTo>
                  <a:lnTo>
                    <a:pt x="46877" y="7451"/>
                  </a:lnTo>
                  <a:lnTo>
                    <a:pt x="34459" y="5278"/>
                  </a:lnTo>
                  <a:lnTo>
                    <a:pt x="22973" y="12728"/>
                  </a:lnTo>
                  <a:lnTo>
                    <a:pt x="14591" y="24215"/>
                  </a:lnTo>
                  <a:lnTo>
                    <a:pt x="7451" y="36943"/>
                  </a:lnTo>
                  <a:lnTo>
                    <a:pt x="0" y="47498"/>
                  </a:lnTo>
                  <a:lnTo>
                    <a:pt x="0" y="66125"/>
                  </a:lnTo>
                  <a:lnTo>
                    <a:pt x="3104" y="76680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08" name="Freeform: Shape 95"/>
            <p:cNvSpPr/>
            <p:nvPr/>
          </p:nvSpPr>
          <p:spPr>
            <a:xfrm>
              <a:off x="3512160" y="2500560"/>
              <a:ext cx="36720" cy="27720"/>
            </a:xfrm>
            <a:custGeom>
              <a:avLst/>
              <a:gdLst>
                <a:gd name="textAreaLeft" fmla="*/ 0 w 36720"/>
                <a:gd name="textAreaRight" fmla="*/ 37080 w 36720"/>
                <a:gd name="textAreaTop" fmla="*/ 0 h 27720"/>
                <a:gd name="textAreaBottom" fmla="*/ 28080 h 27720"/>
              </a:gdLst>
              <a:ahLst/>
              <a:rect l="textAreaLeft" t="textAreaTop" r="textAreaRight" b="textAreaBottom"/>
              <a:pathLst>
                <a:path w="37253" h="27940">
                  <a:moveTo>
                    <a:pt x="32286" y="23283"/>
                  </a:moveTo>
                  <a:lnTo>
                    <a:pt x="36322" y="23283"/>
                  </a:lnTo>
                  <a:lnTo>
                    <a:pt x="39737" y="19869"/>
                  </a:lnTo>
                  <a:lnTo>
                    <a:pt x="30113" y="8382"/>
                  </a:lnTo>
                  <a:lnTo>
                    <a:pt x="17695" y="3104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3104" y="14901"/>
                  </a:lnTo>
                  <a:lnTo>
                    <a:pt x="5278" y="15833"/>
                  </a:lnTo>
                  <a:lnTo>
                    <a:pt x="10555" y="18006"/>
                  </a:lnTo>
                  <a:lnTo>
                    <a:pt x="14591" y="22042"/>
                  </a:lnTo>
                  <a:lnTo>
                    <a:pt x="19869" y="25146"/>
                  </a:lnTo>
                  <a:lnTo>
                    <a:pt x="22973" y="29492"/>
                  </a:lnTo>
                  <a:lnTo>
                    <a:pt x="29182" y="27319"/>
                  </a:lnTo>
                  <a:lnTo>
                    <a:pt x="30113" y="25146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6920" bIns="-1692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09" name="Freeform: Shape 96"/>
            <p:cNvSpPr/>
            <p:nvPr/>
          </p:nvSpPr>
          <p:spPr>
            <a:xfrm>
              <a:off x="4703040" y="2456640"/>
              <a:ext cx="92880" cy="86400"/>
            </a:xfrm>
            <a:custGeom>
              <a:avLst/>
              <a:gdLst>
                <a:gd name="textAreaLeft" fmla="*/ 0 w 92880"/>
                <a:gd name="textAreaRight" fmla="*/ 93240 w 92880"/>
                <a:gd name="textAreaTop" fmla="*/ 0 h 86400"/>
                <a:gd name="textAreaBottom" fmla="*/ 86760 h 86400"/>
              </a:gdLst>
              <a:ahLst/>
              <a:rect l="textAreaLeft" t="textAreaTop" r="textAreaRight" b="textAreaBottom"/>
              <a:pathLst>
                <a:path w="93133" h="86924">
                  <a:moveTo>
                    <a:pt x="60226" y="29492"/>
                  </a:moveTo>
                  <a:lnTo>
                    <a:pt x="39427" y="29492"/>
                  </a:lnTo>
                  <a:lnTo>
                    <a:pt x="39427" y="22042"/>
                  </a:lnTo>
                  <a:lnTo>
                    <a:pt x="39427" y="15833"/>
                  </a:lnTo>
                  <a:lnTo>
                    <a:pt x="38495" y="12728"/>
                  </a:lnTo>
                  <a:lnTo>
                    <a:pt x="36322" y="8382"/>
                  </a:lnTo>
                  <a:lnTo>
                    <a:pt x="36322" y="0"/>
                  </a:lnTo>
                  <a:lnTo>
                    <a:pt x="24836" y="10555"/>
                  </a:lnTo>
                  <a:lnTo>
                    <a:pt x="17695" y="25146"/>
                  </a:lnTo>
                  <a:lnTo>
                    <a:pt x="10245" y="40048"/>
                  </a:lnTo>
                  <a:lnTo>
                    <a:pt x="0" y="52465"/>
                  </a:lnTo>
                  <a:lnTo>
                    <a:pt x="3104" y="56812"/>
                  </a:lnTo>
                  <a:lnTo>
                    <a:pt x="7140" y="58985"/>
                  </a:lnTo>
                  <a:lnTo>
                    <a:pt x="9313" y="58985"/>
                  </a:lnTo>
                  <a:lnTo>
                    <a:pt x="12418" y="59916"/>
                  </a:lnTo>
                  <a:lnTo>
                    <a:pt x="16454" y="59916"/>
                  </a:lnTo>
                  <a:lnTo>
                    <a:pt x="19558" y="62089"/>
                  </a:lnTo>
                  <a:lnTo>
                    <a:pt x="24836" y="63952"/>
                  </a:lnTo>
                  <a:lnTo>
                    <a:pt x="27009" y="69229"/>
                  </a:lnTo>
                  <a:lnTo>
                    <a:pt x="29182" y="73576"/>
                  </a:lnTo>
                  <a:lnTo>
                    <a:pt x="31045" y="76680"/>
                  </a:lnTo>
                  <a:lnTo>
                    <a:pt x="29182" y="81026"/>
                  </a:lnTo>
                  <a:lnTo>
                    <a:pt x="29182" y="84131"/>
                  </a:lnTo>
                  <a:lnTo>
                    <a:pt x="29182" y="89408"/>
                  </a:lnTo>
                  <a:lnTo>
                    <a:pt x="43773" y="84131"/>
                  </a:lnTo>
                  <a:lnTo>
                    <a:pt x="54018" y="74507"/>
                  </a:lnTo>
                  <a:lnTo>
                    <a:pt x="60226" y="59916"/>
                  </a:lnTo>
                  <a:lnTo>
                    <a:pt x="65504" y="63952"/>
                  </a:lnTo>
                  <a:lnTo>
                    <a:pt x="68608" y="66125"/>
                  </a:lnTo>
                  <a:lnTo>
                    <a:pt x="72955" y="69229"/>
                  </a:lnTo>
                  <a:lnTo>
                    <a:pt x="72955" y="71403"/>
                  </a:lnTo>
                  <a:lnTo>
                    <a:pt x="72955" y="74507"/>
                  </a:lnTo>
                  <a:lnTo>
                    <a:pt x="72955" y="81026"/>
                  </a:lnTo>
                  <a:lnTo>
                    <a:pt x="72955" y="86304"/>
                  </a:lnTo>
                  <a:lnTo>
                    <a:pt x="77922" y="84131"/>
                  </a:lnTo>
                  <a:lnTo>
                    <a:pt x="83199" y="84131"/>
                  </a:lnTo>
                  <a:lnTo>
                    <a:pt x="85373" y="84131"/>
                  </a:lnTo>
                  <a:lnTo>
                    <a:pt x="87546" y="81958"/>
                  </a:lnTo>
                  <a:lnTo>
                    <a:pt x="89408" y="81026"/>
                  </a:lnTo>
                  <a:lnTo>
                    <a:pt x="92513" y="76680"/>
                  </a:lnTo>
                  <a:lnTo>
                    <a:pt x="94686" y="74507"/>
                  </a:lnTo>
                  <a:lnTo>
                    <a:pt x="94686" y="73576"/>
                  </a:lnTo>
                  <a:lnTo>
                    <a:pt x="95617" y="71403"/>
                  </a:lnTo>
                  <a:lnTo>
                    <a:pt x="95617" y="69229"/>
                  </a:lnTo>
                  <a:lnTo>
                    <a:pt x="77922" y="49361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760" bIns="417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10" name="Freeform: Shape 97"/>
            <p:cNvSpPr/>
            <p:nvPr/>
          </p:nvSpPr>
          <p:spPr>
            <a:xfrm>
              <a:off x="5088600" y="2868480"/>
              <a:ext cx="92880" cy="111240"/>
            </a:xfrm>
            <a:custGeom>
              <a:avLst/>
              <a:gdLst>
                <a:gd name="textAreaLeft" fmla="*/ 0 w 92880"/>
                <a:gd name="textAreaRight" fmla="*/ 93240 w 92880"/>
                <a:gd name="textAreaTop" fmla="*/ 0 h 111240"/>
                <a:gd name="textAreaBottom" fmla="*/ 111600 h 111240"/>
              </a:gdLst>
              <a:ahLst/>
              <a:rect l="textAreaLeft" t="textAreaTop" r="textAreaRight" b="textAreaBottom"/>
              <a:pathLst>
                <a:path w="93133" h="111760">
                  <a:moveTo>
                    <a:pt x="54018" y="51534"/>
                  </a:moveTo>
                  <a:lnTo>
                    <a:pt x="53086" y="39116"/>
                  </a:lnTo>
                  <a:lnTo>
                    <a:pt x="50913" y="28561"/>
                  </a:lnTo>
                  <a:lnTo>
                    <a:pt x="50913" y="14901"/>
                  </a:lnTo>
                  <a:lnTo>
                    <a:pt x="50913" y="0"/>
                  </a:lnTo>
                  <a:lnTo>
                    <a:pt x="39427" y="0"/>
                  </a:lnTo>
                  <a:lnTo>
                    <a:pt x="29182" y="24215"/>
                  </a:lnTo>
                  <a:lnTo>
                    <a:pt x="21731" y="48430"/>
                  </a:lnTo>
                  <a:lnTo>
                    <a:pt x="10245" y="70471"/>
                  </a:lnTo>
                  <a:lnTo>
                    <a:pt x="0" y="85062"/>
                  </a:lnTo>
                  <a:lnTo>
                    <a:pt x="4036" y="88477"/>
                  </a:lnTo>
                  <a:lnTo>
                    <a:pt x="9313" y="90340"/>
                  </a:lnTo>
                  <a:lnTo>
                    <a:pt x="14591" y="90340"/>
                  </a:lnTo>
                  <a:lnTo>
                    <a:pt x="19558" y="92513"/>
                  </a:lnTo>
                  <a:lnTo>
                    <a:pt x="23904" y="92513"/>
                  </a:lnTo>
                  <a:lnTo>
                    <a:pt x="27009" y="92513"/>
                  </a:lnTo>
                  <a:lnTo>
                    <a:pt x="36322" y="92513"/>
                  </a:lnTo>
                  <a:lnTo>
                    <a:pt x="41600" y="92513"/>
                  </a:lnTo>
                  <a:lnTo>
                    <a:pt x="45635" y="94686"/>
                  </a:lnTo>
                  <a:lnTo>
                    <a:pt x="46877" y="95617"/>
                  </a:lnTo>
                  <a:lnTo>
                    <a:pt x="46877" y="97790"/>
                  </a:lnTo>
                  <a:lnTo>
                    <a:pt x="46877" y="103068"/>
                  </a:lnTo>
                  <a:lnTo>
                    <a:pt x="46877" y="108346"/>
                  </a:lnTo>
                  <a:lnTo>
                    <a:pt x="56191" y="103068"/>
                  </a:lnTo>
                  <a:lnTo>
                    <a:pt x="63331" y="95617"/>
                  </a:lnTo>
                  <a:lnTo>
                    <a:pt x="70782" y="88477"/>
                  </a:lnTo>
                  <a:lnTo>
                    <a:pt x="74817" y="88477"/>
                  </a:lnTo>
                  <a:lnTo>
                    <a:pt x="74817" y="92513"/>
                  </a:lnTo>
                  <a:lnTo>
                    <a:pt x="74817" y="95617"/>
                  </a:lnTo>
                  <a:lnTo>
                    <a:pt x="72955" y="97790"/>
                  </a:lnTo>
                  <a:lnTo>
                    <a:pt x="72955" y="99964"/>
                  </a:lnTo>
                  <a:lnTo>
                    <a:pt x="70782" y="100895"/>
                  </a:lnTo>
                  <a:lnTo>
                    <a:pt x="70782" y="108346"/>
                  </a:lnTo>
                  <a:lnTo>
                    <a:pt x="74817" y="107104"/>
                  </a:lnTo>
                  <a:lnTo>
                    <a:pt x="76059" y="107104"/>
                  </a:lnTo>
                  <a:lnTo>
                    <a:pt x="76059" y="105241"/>
                  </a:lnTo>
                  <a:lnTo>
                    <a:pt x="77922" y="105241"/>
                  </a:lnTo>
                  <a:lnTo>
                    <a:pt x="80095" y="100895"/>
                  </a:lnTo>
                  <a:lnTo>
                    <a:pt x="80095" y="103068"/>
                  </a:lnTo>
                  <a:lnTo>
                    <a:pt x="82268" y="105241"/>
                  </a:lnTo>
                  <a:lnTo>
                    <a:pt x="82268" y="107104"/>
                  </a:lnTo>
                  <a:lnTo>
                    <a:pt x="82268" y="108346"/>
                  </a:lnTo>
                  <a:lnTo>
                    <a:pt x="83200" y="112381"/>
                  </a:lnTo>
                  <a:lnTo>
                    <a:pt x="87546" y="112381"/>
                  </a:lnTo>
                  <a:lnTo>
                    <a:pt x="89408" y="99964"/>
                  </a:lnTo>
                  <a:lnTo>
                    <a:pt x="92513" y="87235"/>
                  </a:lnTo>
                  <a:lnTo>
                    <a:pt x="94686" y="75749"/>
                  </a:lnTo>
                  <a:lnTo>
                    <a:pt x="92513" y="73576"/>
                  </a:lnTo>
                  <a:lnTo>
                    <a:pt x="90650" y="73576"/>
                  </a:lnTo>
                  <a:lnTo>
                    <a:pt x="89408" y="73576"/>
                  </a:lnTo>
                  <a:lnTo>
                    <a:pt x="87546" y="73576"/>
                  </a:lnTo>
                  <a:lnTo>
                    <a:pt x="85373" y="73576"/>
                  </a:lnTo>
                  <a:lnTo>
                    <a:pt x="83200" y="72644"/>
                  </a:lnTo>
                  <a:lnTo>
                    <a:pt x="74817" y="72644"/>
                  </a:lnTo>
                  <a:lnTo>
                    <a:pt x="74817" y="51534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11" name="Freeform: Shape 98"/>
            <p:cNvSpPr/>
            <p:nvPr/>
          </p:nvSpPr>
          <p:spPr>
            <a:xfrm>
              <a:off x="4859280" y="2358720"/>
              <a:ext cx="27720" cy="3996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39960"/>
                <a:gd name="textAreaBottom" fmla="*/ 40320 h 39960"/>
              </a:gdLst>
              <a:ahLst/>
              <a:rect l="textAreaLeft" t="textAreaTop" r="textAreaRight" b="textAreaBottom"/>
              <a:pathLst>
                <a:path w="27940" h="40357">
                  <a:moveTo>
                    <a:pt x="4346" y="42221"/>
                  </a:moveTo>
                  <a:lnTo>
                    <a:pt x="12418" y="40979"/>
                  </a:lnTo>
                  <a:lnTo>
                    <a:pt x="18937" y="40979"/>
                  </a:lnTo>
                  <a:lnTo>
                    <a:pt x="23904" y="39116"/>
                  </a:lnTo>
                  <a:lnTo>
                    <a:pt x="29182" y="36943"/>
                  </a:lnTo>
                  <a:lnTo>
                    <a:pt x="27009" y="29492"/>
                  </a:lnTo>
                  <a:lnTo>
                    <a:pt x="26077" y="24215"/>
                  </a:lnTo>
                  <a:lnTo>
                    <a:pt x="23904" y="18937"/>
                  </a:lnTo>
                  <a:lnTo>
                    <a:pt x="19869" y="12728"/>
                  </a:lnTo>
                  <a:lnTo>
                    <a:pt x="18937" y="9624"/>
                  </a:lnTo>
                  <a:lnTo>
                    <a:pt x="18937" y="7451"/>
                  </a:lnTo>
                  <a:lnTo>
                    <a:pt x="18937" y="5278"/>
                  </a:lnTo>
                  <a:lnTo>
                    <a:pt x="16764" y="4346"/>
                  </a:lnTo>
                  <a:lnTo>
                    <a:pt x="14591" y="4346"/>
                  </a:lnTo>
                  <a:lnTo>
                    <a:pt x="12418" y="2173"/>
                  </a:lnTo>
                  <a:lnTo>
                    <a:pt x="9313" y="0"/>
                  </a:lnTo>
                  <a:lnTo>
                    <a:pt x="5278" y="5278"/>
                  </a:lnTo>
                  <a:lnTo>
                    <a:pt x="4346" y="9624"/>
                  </a:lnTo>
                  <a:lnTo>
                    <a:pt x="0" y="12728"/>
                  </a:lnTo>
                  <a:lnTo>
                    <a:pt x="0" y="24215"/>
                  </a:lnTo>
                  <a:lnTo>
                    <a:pt x="2173" y="33839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" bIns="-468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12" name="Freeform: Shape 99"/>
            <p:cNvSpPr/>
            <p:nvPr/>
          </p:nvSpPr>
          <p:spPr>
            <a:xfrm>
              <a:off x="4783320" y="2804400"/>
              <a:ext cx="15120" cy="900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9000"/>
                <a:gd name="textAreaBottom" fmla="*/ 9360 h 9000"/>
              </a:gdLst>
              <a:ahLst/>
              <a:rect l="textAreaLeft" t="textAreaTop" r="textAreaRight" b="textAreaBottom"/>
              <a:pathLst>
                <a:path w="15522" h="9313">
                  <a:moveTo>
                    <a:pt x="0" y="11487"/>
                  </a:moveTo>
                  <a:lnTo>
                    <a:pt x="5278" y="11487"/>
                  </a:lnTo>
                  <a:lnTo>
                    <a:pt x="7451" y="9313"/>
                  </a:lnTo>
                  <a:lnTo>
                    <a:pt x="9313" y="9313"/>
                  </a:lnTo>
                  <a:lnTo>
                    <a:pt x="10555" y="9313"/>
                  </a:lnTo>
                  <a:lnTo>
                    <a:pt x="12418" y="7451"/>
                  </a:lnTo>
                  <a:lnTo>
                    <a:pt x="15522" y="7451"/>
                  </a:lnTo>
                  <a:lnTo>
                    <a:pt x="155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13" name="Freeform: Shape 100"/>
            <p:cNvSpPr/>
            <p:nvPr/>
          </p:nvSpPr>
          <p:spPr>
            <a:xfrm>
              <a:off x="5172120" y="2328480"/>
              <a:ext cx="39960" cy="33840"/>
            </a:xfrm>
            <a:custGeom>
              <a:avLst/>
              <a:gdLst>
                <a:gd name="textAreaLeft" fmla="*/ 0 w 39960"/>
                <a:gd name="textAreaRight" fmla="*/ 40320 w 39960"/>
                <a:gd name="textAreaTop" fmla="*/ 0 h 33840"/>
                <a:gd name="textAreaBottom" fmla="*/ 34200 h 33840"/>
              </a:gdLst>
              <a:ahLst/>
              <a:rect l="textAreaLeft" t="textAreaTop" r="textAreaRight" b="textAreaBottom"/>
              <a:pathLst>
                <a:path w="40357" h="34149">
                  <a:moveTo>
                    <a:pt x="13660" y="25457"/>
                  </a:moveTo>
                  <a:lnTo>
                    <a:pt x="18937" y="30424"/>
                  </a:lnTo>
                  <a:lnTo>
                    <a:pt x="23904" y="35701"/>
                  </a:lnTo>
                  <a:lnTo>
                    <a:pt x="27009" y="34770"/>
                  </a:lnTo>
                  <a:lnTo>
                    <a:pt x="29182" y="32597"/>
                  </a:lnTo>
                  <a:lnTo>
                    <a:pt x="31355" y="32597"/>
                  </a:lnTo>
                  <a:lnTo>
                    <a:pt x="33528" y="32597"/>
                  </a:lnTo>
                  <a:lnTo>
                    <a:pt x="33528" y="30424"/>
                  </a:lnTo>
                  <a:lnTo>
                    <a:pt x="36633" y="27319"/>
                  </a:lnTo>
                  <a:lnTo>
                    <a:pt x="36633" y="25457"/>
                  </a:lnTo>
                  <a:lnTo>
                    <a:pt x="38495" y="25457"/>
                  </a:lnTo>
                  <a:lnTo>
                    <a:pt x="38495" y="23283"/>
                  </a:lnTo>
                  <a:lnTo>
                    <a:pt x="40668" y="20179"/>
                  </a:lnTo>
                  <a:lnTo>
                    <a:pt x="34459" y="14901"/>
                  </a:lnTo>
                  <a:lnTo>
                    <a:pt x="29182" y="10555"/>
                  </a:lnTo>
                  <a:lnTo>
                    <a:pt x="26077" y="7451"/>
                  </a:lnTo>
                  <a:lnTo>
                    <a:pt x="18937" y="3104"/>
                  </a:lnTo>
                  <a:lnTo>
                    <a:pt x="11487" y="0"/>
                  </a:lnTo>
                  <a:lnTo>
                    <a:pt x="9313" y="1242"/>
                  </a:lnTo>
                  <a:lnTo>
                    <a:pt x="7451" y="3104"/>
                  </a:lnTo>
                  <a:lnTo>
                    <a:pt x="4346" y="3104"/>
                  </a:lnTo>
                  <a:lnTo>
                    <a:pt x="0" y="15833"/>
                  </a:lnTo>
                  <a:lnTo>
                    <a:pt x="6209" y="20179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0800" bIns="-108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14" name="Freeform: Shape 101"/>
            <p:cNvSpPr/>
            <p:nvPr/>
          </p:nvSpPr>
          <p:spPr>
            <a:xfrm>
              <a:off x="4849200" y="2520720"/>
              <a:ext cx="11880" cy="1512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15120"/>
                <a:gd name="textAreaBottom" fmla="*/ 15480 h 15120"/>
              </a:gdLst>
              <a:ahLst/>
              <a:rect l="textAreaLeft" t="textAreaTop" r="textAreaRight" b="textAreaBottom"/>
              <a:pathLst>
                <a:path w="12417" h="15522">
                  <a:moveTo>
                    <a:pt x="4967" y="17075"/>
                  </a:moveTo>
                  <a:lnTo>
                    <a:pt x="7140" y="14901"/>
                  </a:lnTo>
                  <a:lnTo>
                    <a:pt x="8072" y="14901"/>
                  </a:lnTo>
                  <a:lnTo>
                    <a:pt x="10245" y="12728"/>
                  </a:lnTo>
                  <a:lnTo>
                    <a:pt x="12418" y="10555"/>
                  </a:lnTo>
                  <a:lnTo>
                    <a:pt x="14591" y="9624"/>
                  </a:lnTo>
                  <a:lnTo>
                    <a:pt x="14591" y="7451"/>
                  </a:lnTo>
                  <a:lnTo>
                    <a:pt x="14591" y="5278"/>
                  </a:lnTo>
                  <a:lnTo>
                    <a:pt x="10245" y="5278"/>
                  </a:lnTo>
                  <a:lnTo>
                    <a:pt x="8072" y="3415"/>
                  </a:lnTo>
                  <a:lnTo>
                    <a:pt x="7140" y="2173"/>
                  </a:lnTo>
                  <a:lnTo>
                    <a:pt x="3104" y="0"/>
                  </a:lnTo>
                  <a:lnTo>
                    <a:pt x="931" y="5278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0" y="17075"/>
                  </a:lnTo>
                  <a:lnTo>
                    <a:pt x="3104" y="17075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9520" bIns="-2952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15" name="Freeform: Shape 102"/>
            <p:cNvSpPr/>
            <p:nvPr/>
          </p:nvSpPr>
          <p:spPr>
            <a:xfrm>
              <a:off x="4795560" y="2566080"/>
              <a:ext cx="21240" cy="2772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27720"/>
                <a:gd name="textAreaBottom" fmla="*/ 28080 h 27720"/>
              </a:gdLst>
              <a:ahLst/>
              <a:rect l="textAreaLeft" t="textAreaTop" r="textAreaRight" b="textAreaBottom"/>
              <a:pathLst>
                <a:path w="21731" h="27940">
                  <a:moveTo>
                    <a:pt x="2173" y="13660"/>
                  </a:moveTo>
                  <a:lnTo>
                    <a:pt x="2173" y="14591"/>
                  </a:lnTo>
                  <a:lnTo>
                    <a:pt x="2173" y="16764"/>
                  </a:lnTo>
                  <a:lnTo>
                    <a:pt x="0" y="21110"/>
                  </a:lnTo>
                  <a:lnTo>
                    <a:pt x="2173" y="22042"/>
                  </a:lnTo>
                  <a:lnTo>
                    <a:pt x="2173" y="24215"/>
                  </a:lnTo>
                  <a:lnTo>
                    <a:pt x="3104" y="24215"/>
                  </a:lnTo>
                  <a:lnTo>
                    <a:pt x="3104" y="28251"/>
                  </a:lnTo>
                  <a:lnTo>
                    <a:pt x="9624" y="28251"/>
                  </a:lnTo>
                  <a:lnTo>
                    <a:pt x="14591" y="26388"/>
                  </a:lnTo>
                  <a:lnTo>
                    <a:pt x="16764" y="26388"/>
                  </a:lnTo>
                  <a:lnTo>
                    <a:pt x="19869" y="24215"/>
                  </a:lnTo>
                  <a:lnTo>
                    <a:pt x="24215" y="24215"/>
                  </a:lnTo>
                  <a:lnTo>
                    <a:pt x="22042" y="16764"/>
                  </a:lnTo>
                  <a:lnTo>
                    <a:pt x="17695" y="9313"/>
                  </a:lnTo>
                  <a:lnTo>
                    <a:pt x="12728" y="4346"/>
                  </a:lnTo>
                  <a:lnTo>
                    <a:pt x="7451" y="0"/>
                  </a:lnTo>
                  <a:lnTo>
                    <a:pt x="3104" y="11487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6920" bIns="-1692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16" name="Freeform: Shape 103"/>
            <p:cNvSpPr/>
            <p:nvPr/>
          </p:nvSpPr>
          <p:spPr>
            <a:xfrm>
              <a:off x="7984440" y="2782440"/>
              <a:ext cx="43200" cy="1890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189000"/>
                <a:gd name="textAreaBottom" fmla="*/ 189360 h 189000"/>
              </a:gdLst>
              <a:ahLst/>
              <a:rect l="textAreaLeft" t="textAreaTop" r="textAreaRight" b="textAreaBottom"/>
              <a:pathLst>
                <a:path w="43462" h="189371">
                  <a:moveTo>
                    <a:pt x="44704" y="130077"/>
                  </a:moveTo>
                  <a:lnTo>
                    <a:pt x="39427" y="108035"/>
                  </a:lnTo>
                  <a:lnTo>
                    <a:pt x="30113" y="88167"/>
                  </a:lnTo>
                  <a:lnTo>
                    <a:pt x="24836" y="70471"/>
                  </a:lnTo>
                  <a:lnTo>
                    <a:pt x="21731" y="51534"/>
                  </a:lnTo>
                  <a:lnTo>
                    <a:pt x="21731" y="35701"/>
                  </a:lnTo>
                  <a:lnTo>
                    <a:pt x="21731" y="18937"/>
                  </a:lnTo>
                  <a:lnTo>
                    <a:pt x="15522" y="6209"/>
                  </a:lnTo>
                  <a:lnTo>
                    <a:pt x="15522" y="4036"/>
                  </a:lnTo>
                  <a:lnTo>
                    <a:pt x="14591" y="4036"/>
                  </a:lnTo>
                  <a:lnTo>
                    <a:pt x="14591" y="2173"/>
                  </a:lnTo>
                  <a:lnTo>
                    <a:pt x="12418" y="0"/>
                  </a:lnTo>
                  <a:lnTo>
                    <a:pt x="10245" y="7451"/>
                  </a:lnTo>
                  <a:lnTo>
                    <a:pt x="9313" y="13660"/>
                  </a:lnTo>
                  <a:lnTo>
                    <a:pt x="7140" y="16764"/>
                  </a:lnTo>
                  <a:lnTo>
                    <a:pt x="5278" y="21110"/>
                  </a:lnTo>
                  <a:lnTo>
                    <a:pt x="3104" y="24215"/>
                  </a:lnTo>
                  <a:lnTo>
                    <a:pt x="0" y="29492"/>
                  </a:lnTo>
                  <a:lnTo>
                    <a:pt x="0" y="70471"/>
                  </a:lnTo>
                  <a:lnTo>
                    <a:pt x="3104" y="85993"/>
                  </a:lnTo>
                  <a:lnTo>
                    <a:pt x="3104" y="110208"/>
                  </a:lnTo>
                  <a:lnTo>
                    <a:pt x="3104" y="136596"/>
                  </a:lnTo>
                  <a:lnTo>
                    <a:pt x="3104" y="159569"/>
                  </a:lnTo>
                  <a:lnTo>
                    <a:pt x="5278" y="180679"/>
                  </a:lnTo>
                  <a:lnTo>
                    <a:pt x="9313" y="191235"/>
                  </a:lnTo>
                  <a:lnTo>
                    <a:pt x="12418" y="189061"/>
                  </a:lnTo>
                  <a:lnTo>
                    <a:pt x="14591" y="189061"/>
                  </a:lnTo>
                  <a:lnTo>
                    <a:pt x="19869" y="186888"/>
                  </a:lnTo>
                  <a:lnTo>
                    <a:pt x="22973" y="186888"/>
                  </a:lnTo>
                  <a:lnTo>
                    <a:pt x="29182" y="186888"/>
                  </a:lnTo>
                  <a:lnTo>
                    <a:pt x="24836" y="169193"/>
                  </a:lnTo>
                  <a:lnTo>
                    <a:pt x="22973" y="156465"/>
                  </a:lnTo>
                  <a:lnTo>
                    <a:pt x="19869" y="143736"/>
                  </a:lnTo>
                  <a:lnTo>
                    <a:pt x="19869" y="126972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17" name="Freeform: Shape 104"/>
            <p:cNvSpPr/>
            <p:nvPr/>
          </p:nvSpPr>
          <p:spPr>
            <a:xfrm>
              <a:off x="4048920" y="2796120"/>
              <a:ext cx="33840" cy="4320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43200"/>
                <a:gd name="textAreaBottom" fmla="*/ 43560 h 43200"/>
              </a:gdLst>
              <a:ahLst/>
              <a:rect l="textAreaLeft" t="textAreaTop" r="textAreaRight" b="textAreaBottom"/>
              <a:pathLst>
                <a:path w="34149" h="43462">
                  <a:moveTo>
                    <a:pt x="29182" y="17695"/>
                  </a:moveTo>
                  <a:lnTo>
                    <a:pt x="27009" y="3104"/>
                  </a:lnTo>
                  <a:lnTo>
                    <a:pt x="19558" y="3104"/>
                  </a:lnTo>
                  <a:lnTo>
                    <a:pt x="14591" y="3104"/>
                  </a:lnTo>
                  <a:lnTo>
                    <a:pt x="10245" y="931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8382"/>
                  </a:lnTo>
                  <a:lnTo>
                    <a:pt x="931" y="12728"/>
                  </a:lnTo>
                  <a:lnTo>
                    <a:pt x="3104" y="15833"/>
                  </a:lnTo>
                  <a:lnTo>
                    <a:pt x="7140" y="22042"/>
                  </a:lnTo>
                  <a:lnTo>
                    <a:pt x="10245" y="27319"/>
                  </a:lnTo>
                  <a:lnTo>
                    <a:pt x="14591" y="30424"/>
                  </a:lnTo>
                  <a:lnTo>
                    <a:pt x="19558" y="34770"/>
                  </a:lnTo>
                  <a:lnTo>
                    <a:pt x="22973" y="37874"/>
                  </a:lnTo>
                  <a:lnTo>
                    <a:pt x="27009" y="44083"/>
                  </a:lnTo>
                  <a:lnTo>
                    <a:pt x="34149" y="44083"/>
                  </a:lnTo>
                  <a:lnTo>
                    <a:pt x="32286" y="29492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" bIns="-14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18" name="Freeform: Shape 105"/>
            <p:cNvSpPr/>
            <p:nvPr/>
          </p:nvSpPr>
          <p:spPr>
            <a:xfrm>
              <a:off x="6264000" y="2670840"/>
              <a:ext cx="18360" cy="1836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18360"/>
                <a:gd name="textAreaBottom" fmla="*/ 18720 h 18360"/>
              </a:gdLst>
              <a:ahLst/>
              <a:rect l="textAreaLeft" t="textAreaTop" r="textAreaRight" b="textAreaBottom"/>
              <a:pathLst>
                <a:path w="18626" h="18626">
                  <a:moveTo>
                    <a:pt x="931" y="3104"/>
                  </a:moveTo>
                  <a:lnTo>
                    <a:pt x="0" y="7451"/>
                  </a:lnTo>
                  <a:lnTo>
                    <a:pt x="0" y="9624"/>
                  </a:lnTo>
                  <a:lnTo>
                    <a:pt x="0" y="12728"/>
                  </a:lnTo>
                  <a:lnTo>
                    <a:pt x="0" y="16764"/>
                  </a:lnTo>
                  <a:lnTo>
                    <a:pt x="931" y="16764"/>
                  </a:lnTo>
                  <a:lnTo>
                    <a:pt x="3104" y="18006"/>
                  </a:lnTo>
                  <a:lnTo>
                    <a:pt x="5278" y="18006"/>
                  </a:lnTo>
                  <a:lnTo>
                    <a:pt x="8382" y="20179"/>
                  </a:lnTo>
                  <a:lnTo>
                    <a:pt x="10555" y="16764"/>
                  </a:lnTo>
                  <a:lnTo>
                    <a:pt x="14591" y="14901"/>
                  </a:lnTo>
                  <a:lnTo>
                    <a:pt x="15522" y="12728"/>
                  </a:lnTo>
                  <a:lnTo>
                    <a:pt x="19869" y="12728"/>
                  </a:lnTo>
                  <a:lnTo>
                    <a:pt x="19869" y="7451"/>
                  </a:lnTo>
                  <a:lnTo>
                    <a:pt x="5278" y="0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280" bIns="-2628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19" name="Freeform: Shape 106"/>
            <p:cNvSpPr/>
            <p:nvPr/>
          </p:nvSpPr>
          <p:spPr>
            <a:xfrm>
              <a:off x="5864040" y="2661480"/>
              <a:ext cx="111240" cy="217080"/>
            </a:xfrm>
            <a:custGeom>
              <a:avLst/>
              <a:gdLst>
                <a:gd name="textAreaLeft" fmla="*/ 0 w 111240"/>
                <a:gd name="textAreaRight" fmla="*/ 111600 w 111240"/>
                <a:gd name="textAreaTop" fmla="*/ 0 h 217080"/>
                <a:gd name="textAreaBottom" fmla="*/ 217440 h 217080"/>
              </a:gdLst>
              <a:ahLst/>
              <a:rect l="textAreaLeft" t="textAreaTop" r="textAreaRight" b="textAreaBottom"/>
              <a:pathLst>
                <a:path w="111760" h="217312">
                  <a:moveTo>
                    <a:pt x="103068" y="141874"/>
                  </a:moveTo>
                  <a:lnTo>
                    <a:pt x="93755" y="122937"/>
                  </a:lnTo>
                  <a:lnTo>
                    <a:pt x="83510" y="106173"/>
                  </a:lnTo>
                  <a:lnTo>
                    <a:pt x="70782" y="92513"/>
                  </a:lnTo>
                  <a:lnTo>
                    <a:pt x="61468" y="78853"/>
                  </a:lnTo>
                  <a:lnTo>
                    <a:pt x="52155" y="70471"/>
                  </a:lnTo>
                  <a:lnTo>
                    <a:pt x="56191" y="63021"/>
                  </a:lnTo>
                  <a:lnTo>
                    <a:pt x="61468" y="53397"/>
                  </a:lnTo>
                  <a:lnTo>
                    <a:pt x="64573" y="41910"/>
                  </a:lnTo>
                  <a:lnTo>
                    <a:pt x="59295" y="29492"/>
                  </a:lnTo>
                  <a:lnTo>
                    <a:pt x="59295" y="22042"/>
                  </a:lnTo>
                  <a:lnTo>
                    <a:pt x="54328" y="22042"/>
                  </a:lnTo>
                  <a:lnTo>
                    <a:pt x="49982" y="24215"/>
                  </a:lnTo>
                  <a:lnTo>
                    <a:pt x="49051" y="26078"/>
                  </a:lnTo>
                  <a:lnTo>
                    <a:pt x="44704" y="29492"/>
                  </a:lnTo>
                  <a:lnTo>
                    <a:pt x="35391" y="29492"/>
                  </a:lnTo>
                  <a:lnTo>
                    <a:pt x="39737" y="24215"/>
                  </a:lnTo>
                  <a:lnTo>
                    <a:pt x="42842" y="18937"/>
                  </a:lnTo>
                  <a:lnTo>
                    <a:pt x="44704" y="12418"/>
                  </a:lnTo>
                  <a:lnTo>
                    <a:pt x="49051" y="5278"/>
                  </a:lnTo>
                  <a:lnTo>
                    <a:pt x="34460" y="2173"/>
                  </a:lnTo>
                  <a:lnTo>
                    <a:pt x="15522" y="0"/>
                  </a:lnTo>
                  <a:lnTo>
                    <a:pt x="14591" y="16764"/>
                  </a:lnTo>
                  <a:lnTo>
                    <a:pt x="8382" y="27319"/>
                  </a:lnTo>
                  <a:lnTo>
                    <a:pt x="3104" y="36633"/>
                  </a:lnTo>
                  <a:lnTo>
                    <a:pt x="0" y="46257"/>
                  </a:lnTo>
                  <a:lnTo>
                    <a:pt x="931" y="58674"/>
                  </a:lnTo>
                  <a:lnTo>
                    <a:pt x="5278" y="75438"/>
                  </a:lnTo>
                  <a:lnTo>
                    <a:pt x="8382" y="93444"/>
                  </a:lnTo>
                  <a:lnTo>
                    <a:pt x="10555" y="92513"/>
                  </a:lnTo>
                  <a:lnTo>
                    <a:pt x="12418" y="90340"/>
                  </a:lnTo>
                  <a:lnTo>
                    <a:pt x="14591" y="90340"/>
                  </a:lnTo>
                  <a:lnTo>
                    <a:pt x="14591" y="88167"/>
                  </a:lnTo>
                  <a:lnTo>
                    <a:pt x="14591" y="85994"/>
                  </a:lnTo>
                  <a:lnTo>
                    <a:pt x="15522" y="82889"/>
                  </a:lnTo>
                  <a:lnTo>
                    <a:pt x="19869" y="82889"/>
                  </a:lnTo>
                  <a:lnTo>
                    <a:pt x="19869" y="85994"/>
                  </a:lnTo>
                  <a:lnTo>
                    <a:pt x="19869" y="88167"/>
                  </a:lnTo>
                  <a:lnTo>
                    <a:pt x="17695" y="90340"/>
                  </a:lnTo>
                  <a:lnTo>
                    <a:pt x="17695" y="92513"/>
                  </a:lnTo>
                  <a:lnTo>
                    <a:pt x="15522" y="93444"/>
                  </a:lnTo>
                  <a:lnTo>
                    <a:pt x="17695" y="97480"/>
                  </a:lnTo>
                  <a:lnTo>
                    <a:pt x="17695" y="100895"/>
                  </a:lnTo>
                  <a:lnTo>
                    <a:pt x="17695" y="102758"/>
                  </a:lnTo>
                  <a:lnTo>
                    <a:pt x="19869" y="104931"/>
                  </a:lnTo>
                  <a:lnTo>
                    <a:pt x="19869" y="106173"/>
                  </a:lnTo>
                  <a:lnTo>
                    <a:pt x="22973" y="106173"/>
                  </a:lnTo>
                  <a:lnTo>
                    <a:pt x="27009" y="108035"/>
                  </a:lnTo>
                  <a:lnTo>
                    <a:pt x="30113" y="108035"/>
                  </a:lnTo>
                  <a:lnTo>
                    <a:pt x="32286" y="108035"/>
                  </a:lnTo>
                  <a:lnTo>
                    <a:pt x="35391" y="110208"/>
                  </a:lnTo>
                  <a:lnTo>
                    <a:pt x="39737" y="112381"/>
                  </a:lnTo>
                  <a:lnTo>
                    <a:pt x="41600" y="112381"/>
                  </a:lnTo>
                  <a:lnTo>
                    <a:pt x="41600" y="113313"/>
                  </a:lnTo>
                  <a:lnTo>
                    <a:pt x="42842" y="113313"/>
                  </a:lnTo>
                  <a:lnTo>
                    <a:pt x="44704" y="117659"/>
                  </a:lnTo>
                  <a:lnTo>
                    <a:pt x="44704" y="119832"/>
                  </a:lnTo>
                  <a:lnTo>
                    <a:pt x="46877" y="120763"/>
                  </a:lnTo>
                  <a:lnTo>
                    <a:pt x="46877" y="122937"/>
                  </a:lnTo>
                  <a:lnTo>
                    <a:pt x="49051" y="126972"/>
                  </a:lnTo>
                  <a:lnTo>
                    <a:pt x="42842" y="130077"/>
                  </a:lnTo>
                  <a:lnTo>
                    <a:pt x="35391" y="134423"/>
                  </a:lnTo>
                  <a:lnTo>
                    <a:pt x="32286" y="137528"/>
                  </a:lnTo>
                  <a:lnTo>
                    <a:pt x="27009" y="142805"/>
                  </a:lnTo>
                  <a:lnTo>
                    <a:pt x="25146" y="150256"/>
                  </a:lnTo>
                  <a:lnTo>
                    <a:pt x="22973" y="154292"/>
                  </a:lnTo>
                  <a:lnTo>
                    <a:pt x="22973" y="156465"/>
                  </a:lnTo>
                  <a:lnTo>
                    <a:pt x="25146" y="157396"/>
                  </a:lnTo>
                  <a:lnTo>
                    <a:pt x="25146" y="159569"/>
                  </a:lnTo>
                  <a:lnTo>
                    <a:pt x="29182" y="163915"/>
                  </a:lnTo>
                  <a:lnTo>
                    <a:pt x="15522" y="167020"/>
                  </a:lnTo>
                  <a:lnTo>
                    <a:pt x="17695" y="172297"/>
                  </a:lnTo>
                  <a:lnTo>
                    <a:pt x="17695" y="176333"/>
                  </a:lnTo>
                  <a:lnTo>
                    <a:pt x="19869" y="178506"/>
                  </a:lnTo>
                  <a:lnTo>
                    <a:pt x="19869" y="179438"/>
                  </a:lnTo>
                  <a:lnTo>
                    <a:pt x="22973" y="181611"/>
                  </a:lnTo>
                  <a:lnTo>
                    <a:pt x="27009" y="181611"/>
                  </a:lnTo>
                  <a:lnTo>
                    <a:pt x="32286" y="181611"/>
                  </a:lnTo>
                  <a:lnTo>
                    <a:pt x="22973" y="198375"/>
                  </a:lnTo>
                  <a:lnTo>
                    <a:pt x="12418" y="214208"/>
                  </a:lnTo>
                  <a:lnTo>
                    <a:pt x="12418" y="218554"/>
                  </a:lnTo>
                  <a:lnTo>
                    <a:pt x="29182" y="216381"/>
                  </a:lnTo>
                  <a:lnTo>
                    <a:pt x="49051" y="211103"/>
                  </a:lnTo>
                  <a:lnTo>
                    <a:pt x="70782" y="205826"/>
                  </a:lnTo>
                  <a:lnTo>
                    <a:pt x="88477" y="198375"/>
                  </a:lnTo>
                  <a:lnTo>
                    <a:pt x="99964" y="191235"/>
                  </a:lnTo>
                  <a:lnTo>
                    <a:pt x="108346" y="183784"/>
                  </a:lnTo>
                  <a:lnTo>
                    <a:pt x="112692" y="171056"/>
                  </a:lnTo>
                  <a:lnTo>
                    <a:pt x="110519" y="157396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20" name="Freeform: Shape 107"/>
            <p:cNvSpPr/>
            <p:nvPr/>
          </p:nvSpPr>
          <p:spPr>
            <a:xfrm>
              <a:off x="6103440" y="2739240"/>
              <a:ext cx="24480" cy="3384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33840"/>
                <a:gd name="textAreaBottom" fmla="*/ 34200 h 33840"/>
              </a:gdLst>
              <a:ahLst/>
              <a:rect l="textAreaLeft" t="textAreaTop" r="textAreaRight" b="textAreaBottom"/>
              <a:pathLst>
                <a:path w="24835" h="34149">
                  <a:moveTo>
                    <a:pt x="23904" y="10555"/>
                  </a:moveTo>
                  <a:lnTo>
                    <a:pt x="23904" y="7451"/>
                  </a:lnTo>
                  <a:lnTo>
                    <a:pt x="22042" y="5278"/>
                  </a:lnTo>
                  <a:lnTo>
                    <a:pt x="19869" y="3104"/>
                  </a:lnTo>
                  <a:lnTo>
                    <a:pt x="16764" y="0"/>
                  </a:lnTo>
                  <a:lnTo>
                    <a:pt x="9313" y="10555"/>
                  </a:lnTo>
                  <a:lnTo>
                    <a:pt x="2173" y="14901"/>
                  </a:lnTo>
                  <a:lnTo>
                    <a:pt x="0" y="15833"/>
                  </a:lnTo>
                  <a:lnTo>
                    <a:pt x="0" y="18006"/>
                  </a:lnTo>
                  <a:lnTo>
                    <a:pt x="3104" y="23283"/>
                  </a:lnTo>
                  <a:lnTo>
                    <a:pt x="9313" y="35701"/>
                  </a:lnTo>
                  <a:lnTo>
                    <a:pt x="12418" y="35701"/>
                  </a:lnTo>
                  <a:lnTo>
                    <a:pt x="14591" y="34770"/>
                  </a:lnTo>
                  <a:lnTo>
                    <a:pt x="16764" y="34770"/>
                  </a:lnTo>
                  <a:lnTo>
                    <a:pt x="17695" y="34770"/>
                  </a:lnTo>
                  <a:lnTo>
                    <a:pt x="19869" y="32597"/>
                  </a:lnTo>
                  <a:lnTo>
                    <a:pt x="22042" y="30424"/>
                  </a:lnTo>
                  <a:lnTo>
                    <a:pt x="22042" y="28561"/>
                  </a:lnTo>
                  <a:lnTo>
                    <a:pt x="22042" y="27319"/>
                  </a:lnTo>
                  <a:lnTo>
                    <a:pt x="22042" y="25146"/>
                  </a:lnTo>
                  <a:lnTo>
                    <a:pt x="23904" y="23283"/>
                  </a:lnTo>
                  <a:lnTo>
                    <a:pt x="25146" y="19869"/>
                  </a:lnTo>
                  <a:lnTo>
                    <a:pt x="23904" y="14901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0800" bIns="-108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21" name="Freeform: Shape 108"/>
            <p:cNvSpPr/>
            <p:nvPr/>
          </p:nvSpPr>
          <p:spPr>
            <a:xfrm>
              <a:off x="8514000" y="2247840"/>
              <a:ext cx="49320" cy="27720"/>
            </a:xfrm>
            <a:custGeom>
              <a:avLst/>
              <a:gdLst>
                <a:gd name="textAreaLeft" fmla="*/ 0 w 49320"/>
                <a:gd name="textAreaRight" fmla="*/ 49680 w 49320"/>
                <a:gd name="textAreaTop" fmla="*/ 0 h 27720"/>
                <a:gd name="textAreaBottom" fmla="*/ 28080 h 27720"/>
              </a:gdLst>
              <a:ahLst/>
              <a:rect l="textAreaLeft" t="textAreaTop" r="textAreaRight" b="textAreaBottom"/>
              <a:pathLst>
                <a:path w="49671" h="27940">
                  <a:moveTo>
                    <a:pt x="49051" y="12418"/>
                  </a:moveTo>
                  <a:lnTo>
                    <a:pt x="44704" y="10555"/>
                  </a:lnTo>
                  <a:lnTo>
                    <a:pt x="43773" y="10555"/>
                  </a:lnTo>
                  <a:lnTo>
                    <a:pt x="41600" y="10555"/>
                  </a:lnTo>
                  <a:lnTo>
                    <a:pt x="37564" y="10555"/>
                  </a:lnTo>
                  <a:lnTo>
                    <a:pt x="36322" y="10555"/>
                  </a:lnTo>
                  <a:lnTo>
                    <a:pt x="34460" y="9313"/>
                  </a:lnTo>
                  <a:lnTo>
                    <a:pt x="30113" y="9313"/>
                  </a:lnTo>
                  <a:lnTo>
                    <a:pt x="27009" y="5278"/>
                  </a:lnTo>
                  <a:lnTo>
                    <a:pt x="22973" y="0"/>
                  </a:lnTo>
                  <a:lnTo>
                    <a:pt x="15522" y="3104"/>
                  </a:lnTo>
                  <a:lnTo>
                    <a:pt x="10555" y="7451"/>
                  </a:lnTo>
                  <a:lnTo>
                    <a:pt x="5278" y="10555"/>
                  </a:lnTo>
                  <a:lnTo>
                    <a:pt x="0" y="15833"/>
                  </a:lnTo>
                  <a:lnTo>
                    <a:pt x="0" y="30424"/>
                  </a:lnTo>
                  <a:lnTo>
                    <a:pt x="36322" y="27319"/>
                  </a:lnTo>
                  <a:lnTo>
                    <a:pt x="43773" y="22042"/>
                  </a:lnTo>
                  <a:lnTo>
                    <a:pt x="50913" y="15833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6920" bIns="-1692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22" name="Freeform: Shape 109"/>
            <p:cNvSpPr/>
            <p:nvPr/>
          </p:nvSpPr>
          <p:spPr>
            <a:xfrm>
              <a:off x="6599520" y="2321280"/>
              <a:ext cx="15120" cy="900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9000"/>
                <a:gd name="textAreaBottom" fmla="*/ 9360 h 9000"/>
              </a:gdLst>
              <a:ahLst/>
              <a:rect l="textAreaLeft" t="textAreaTop" r="textAreaRight" b="textAreaBottom"/>
              <a:pathLst>
                <a:path w="15522" h="9313">
                  <a:moveTo>
                    <a:pt x="0" y="931"/>
                  </a:moveTo>
                  <a:lnTo>
                    <a:pt x="2173" y="3104"/>
                  </a:lnTo>
                  <a:lnTo>
                    <a:pt x="2173" y="5278"/>
                  </a:lnTo>
                  <a:lnTo>
                    <a:pt x="4036" y="8382"/>
                  </a:lnTo>
                  <a:lnTo>
                    <a:pt x="4036" y="10245"/>
                  </a:lnTo>
                  <a:lnTo>
                    <a:pt x="7140" y="10245"/>
                  </a:lnTo>
                  <a:lnTo>
                    <a:pt x="9313" y="10245"/>
                  </a:lnTo>
                  <a:lnTo>
                    <a:pt x="13349" y="7140"/>
                  </a:lnTo>
                  <a:lnTo>
                    <a:pt x="16764" y="7140"/>
                  </a:lnTo>
                  <a:lnTo>
                    <a:pt x="167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23" name="Freeform: Shape 110"/>
            <p:cNvSpPr/>
            <p:nvPr/>
          </p:nvSpPr>
          <p:spPr>
            <a:xfrm>
              <a:off x="7957440" y="2142360"/>
              <a:ext cx="55440" cy="21240"/>
            </a:xfrm>
            <a:custGeom>
              <a:avLst/>
              <a:gdLst>
                <a:gd name="textAreaLeft" fmla="*/ 0 w 55440"/>
                <a:gd name="textAreaRight" fmla="*/ 55800 w 55440"/>
                <a:gd name="textAreaTop" fmla="*/ 0 h 21240"/>
                <a:gd name="textAreaBottom" fmla="*/ 21600 h 21240"/>
              </a:gdLst>
              <a:ahLst/>
              <a:rect l="textAreaLeft" t="textAreaTop" r="textAreaRight" b="textAreaBottom"/>
              <a:pathLst>
                <a:path w="55880" h="21731">
                  <a:moveTo>
                    <a:pt x="51844" y="7451"/>
                  </a:moveTo>
                  <a:lnTo>
                    <a:pt x="36322" y="4346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931" y="13660"/>
                  </a:lnTo>
                  <a:lnTo>
                    <a:pt x="931" y="18937"/>
                  </a:lnTo>
                  <a:lnTo>
                    <a:pt x="3104" y="24215"/>
                  </a:lnTo>
                  <a:lnTo>
                    <a:pt x="56191" y="24215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3400" bIns="-23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24" name="Freeform: Shape 111"/>
            <p:cNvSpPr/>
            <p:nvPr/>
          </p:nvSpPr>
          <p:spPr>
            <a:xfrm>
              <a:off x="6196320" y="2698200"/>
              <a:ext cx="18360" cy="2772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27720"/>
                <a:gd name="textAreaBottom" fmla="*/ 28080 h 27720"/>
              </a:gdLst>
              <a:ahLst/>
              <a:rect l="textAreaLeft" t="textAreaTop" r="textAreaRight" b="textAreaBottom"/>
              <a:pathLst>
                <a:path w="18626" h="27940">
                  <a:moveTo>
                    <a:pt x="16454" y="2173"/>
                  </a:moveTo>
                  <a:lnTo>
                    <a:pt x="14591" y="2173"/>
                  </a:lnTo>
                  <a:lnTo>
                    <a:pt x="12418" y="2173"/>
                  </a:lnTo>
                  <a:lnTo>
                    <a:pt x="7140" y="0"/>
                  </a:lnTo>
                  <a:lnTo>
                    <a:pt x="7140" y="5278"/>
                  </a:lnTo>
                  <a:lnTo>
                    <a:pt x="5278" y="9624"/>
                  </a:lnTo>
                  <a:lnTo>
                    <a:pt x="3104" y="12728"/>
                  </a:lnTo>
                  <a:lnTo>
                    <a:pt x="0" y="16764"/>
                  </a:lnTo>
                  <a:lnTo>
                    <a:pt x="1863" y="20179"/>
                  </a:lnTo>
                  <a:lnTo>
                    <a:pt x="1863" y="22042"/>
                  </a:lnTo>
                  <a:lnTo>
                    <a:pt x="1863" y="24215"/>
                  </a:lnTo>
                  <a:lnTo>
                    <a:pt x="3104" y="24215"/>
                  </a:lnTo>
                  <a:lnTo>
                    <a:pt x="3104" y="29492"/>
                  </a:lnTo>
                  <a:lnTo>
                    <a:pt x="9313" y="26388"/>
                  </a:lnTo>
                  <a:lnTo>
                    <a:pt x="12418" y="20179"/>
                  </a:lnTo>
                  <a:lnTo>
                    <a:pt x="14591" y="14901"/>
                  </a:lnTo>
                  <a:lnTo>
                    <a:pt x="16454" y="9624"/>
                  </a:lnTo>
                  <a:lnTo>
                    <a:pt x="19868" y="4346"/>
                  </a:lnTo>
                  <a:lnTo>
                    <a:pt x="17695" y="4346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6920" bIns="-1692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25" name="Freeform: Shape 112"/>
            <p:cNvSpPr/>
            <p:nvPr/>
          </p:nvSpPr>
          <p:spPr>
            <a:xfrm>
              <a:off x="5808600" y="2767680"/>
              <a:ext cx="52560" cy="80280"/>
            </a:xfrm>
            <a:custGeom>
              <a:avLst/>
              <a:gdLst>
                <a:gd name="textAreaLeft" fmla="*/ 0 w 52560"/>
                <a:gd name="textAreaRight" fmla="*/ 52920 w 52560"/>
                <a:gd name="textAreaTop" fmla="*/ 0 h 80280"/>
                <a:gd name="textAreaBottom" fmla="*/ 80640 h 80280"/>
              </a:gdLst>
              <a:ahLst/>
              <a:rect l="textAreaLeft" t="textAreaTop" r="textAreaRight" b="textAreaBottom"/>
              <a:pathLst>
                <a:path w="52775" h="80715">
                  <a:moveTo>
                    <a:pt x="34460" y="1863"/>
                  </a:moveTo>
                  <a:lnTo>
                    <a:pt x="23904" y="7140"/>
                  </a:lnTo>
                  <a:lnTo>
                    <a:pt x="14591" y="14591"/>
                  </a:lnTo>
                  <a:lnTo>
                    <a:pt x="4346" y="23904"/>
                  </a:lnTo>
                  <a:lnTo>
                    <a:pt x="5278" y="42841"/>
                  </a:lnTo>
                  <a:lnTo>
                    <a:pt x="5278" y="58674"/>
                  </a:lnTo>
                  <a:lnTo>
                    <a:pt x="0" y="72334"/>
                  </a:lnTo>
                  <a:lnTo>
                    <a:pt x="0" y="80716"/>
                  </a:lnTo>
                  <a:lnTo>
                    <a:pt x="19869" y="79785"/>
                  </a:lnTo>
                  <a:lnTo>
                    <a:pt x="33528" y="75438"/>
                  </a:lnTo>
                  <a:lnTo>
                    <a:pt x="48119" y="67988"/>
                  </a:lnTo>
                  <a:lnTo>
                    <a:pt x="53086" y="44083"/>
                  </a:lnTo>
                  <a:lnTo>
                    <a:pt x="55259" y="22042"/>
                  </a:lnTo>
                  <a:lnTo>
                    <a:pt x="51224" y="0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5640" bIns="356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26" name="Freeform: Shape 113"/>
            <p:cNvSpPr/>
            <p:nvPr/>
          </p:nvSpPr>
          <p:spPr>
            <a:xfrm>
              <a:off x="5042880" y="2889360"/>
              <a:ext cx="30600" cy="1836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18360"/>
                <a:gd name="textAreaBottom" fmla="*/ 18720 h 18360"/>
              </a:gdLst>
              <a:ahLst/>
              <a:rect l="textAreaLeft" t="textAreaTop" r="textAreaRight" b="textAreaBottom"/>
              <a:pathLst>
                <a:path w="31044" h="18626">
                  <a:moveTo>
                    <a:pt x="0" y="0"/>
                  </a:moveTo>
                  <a:lnTo>
                    <a:pt x="4036" y="5278"/>
                  </a:lnTo>
                  <a:lnTo>
                    <a:pt x="6209" y="8382"/>
                  </a:lnTo>
                  <a:lnTo>
                    <a:pt x="7140" y="12728"/>
                  </a:lnTo>
                  <a:lnTo>
                    <a:pt x="9313" y="14591"/>
                  </a:lnTo>
                  <a:lnTo>
                    <a:pt x="13660" y="19869"/>
                  </a:lnTo>
                  <a:lnTo>
                    <a:pt x="18627" y="18006"/>
                  </a:lnTo>
                  <a:lnTo>
                    <a:pt x="21731" y="18006"/>
                  </a:lnTo>
                  <a:lnTo>
                    <a:pt x="26077" y="18006"/>
                  </a:lnTo>
                  <a:lnTo>
                    <a:pt x="29182" y="15833"/>
                  </a:lnTo>
                  <a:lnTo>
                    <a:pt x="33218" y="15833"/>
                  </a:lnTo>
                  <a:lnTo>
                    <a:pt x="33218" y="7451"/>
                  </a:lnTo>
                  <a:lnTo>
                    <a:pt x="21731" y="3104"/>
                  </a:lnTo>
                  <a:lnTo>
                    <a:pt x="13660" y="931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280" bIns="-2628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227" name="Freeform: Shape 114"/>
            <p:cNvSpPr/>
            <p:nvPr/>
          </p:nvSpPr>
          <p:spPr>
            <a:xfrm>
              <a:off x="5603400" y="2425320"/>
              <a:ext cx="158040" cy="11772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17720"/>
                <a:gd name="textAreaBottom" fmla="*/ 118080 h 117720"/>
              </a:gdLst>
              <a:ahLst/>
              <a:rect l="textAreaLeft" t="textAreaTop" r="textAreaRight" b="textAreaBottom"/>
              <a:pathLst>
                <a:path w="158327" h="117969">
                  <a:moveTo>
                    <a:pt x="156154" y="29182"/>
                  </a:moveTo>
                  <a:lnTo>
                    <a:pt x="156154" y="23904"/>
                  </a:lnTo>
                  <a:lnTo>
                    <a:pt x="156154" y="16764"/>
                  </a:lnTo>
                  <a:lnTo>
                    <a:pt x="154292" y="12418"/>
                  </a:lnTo>
                  <a:lnTo>
                    <a:pt x="154292" y="9313"/>
                  </a:lnTo>
                  <a:lnTo>
                    <a:pt x="153050" y="7140"/>
                  </a:lnTo>
                  <a:lnTo>
                    <a:pt x="151187" y="4036"/>
                  </a:lnTo>
                  <a:lnTo>
                    <a:pt x="149014" y="0"/>
                  </a:lnTo>
                  <a:lnTo>
                    <a:pt x="134423" y="1863"/>
                  </a:lnTo>
                  <a:lnTo>
                    <a:pt x="126972" y="7140"/>
                  </a:lnTo>
                  <a:lnTo>
                    <a:pt x="119832" y="12418"/>
                  </a:lnTo>
                  <a:lnTo>
                    <a:pt x="114554" y="18937"/>
                  </a:lnTo>
                  <a:lnTo>
                    <a:pt x="105241" y="23904"/>
                  </a:lnTo>
                  <a:lnTo>
                    <a:pt x="102137" y="23904"/>
                  </a:lnTo>
                  <a:lnTo>
                    <a:pt x="99964" y="23904"/>
                  </a:lnTo>
                  <a:lnTo>
                    <a:pt x="97790" y="23904"/>
                  </a:lnTo>
                  <a:lnTo>
                    <a:pt x="97790" y="22042"/>
                  </a:lnTo>
                  <a:lnTo>
                    <a:pt x="94686" y="19869"/>
                  </a:lnTo>
                  <a:lnTo>
                    <a:pt x="92823" y="14591"/>
                  </a:lnTo>
                  <a:lnTo>
                    <a:pt x="78232" y="19869"/>
                  </a:lnTo>
                  <a:lnTo>
                    <a:pt x="67677" y="27319"/>
                  </a:lnTo>
                  <a:lnTo>
                    <a:pt x="56191" y="36633"/>
                  </a:lnTo>
                  <a:lnTo>
                    <a:pt x="53086" y="29182"/>
                  </a:lnTo>
                  <a:lnTo>
                    <a:pt x="49050" y="26077"/>
                  </a:lnTo>
                  <a:lnTo>
                    <a:pt x="45946" y="19869"/>
                  </a:lnTo>
                  <a:lnTo>
                    <a:pt x="39427" y="14591"/>
                  </a:lnTo>
                  <a:lnTo>
                    <a:pt x="24836" y="18937"/>
                  </a:lnTo>
                  <a:lnTo>
                    <a:pt x="16764" y="22042"/>
                  </a:lnTo>
                  <a:lnTo>
                    <a:pt x="9313" y="29182"/>
                  </a:lnTo>
                  <a:lnTo>
                    <a:pt x="0" y="36633"/>
                  </a:lnTo>
                  <a:lnTo>
                    <a:pt x="5278" y="47188"/>
                  </a:lnTo>
                  <a:lnTo>
                    <a:pt x="32286" y="47188"/>
                  </a:lnTo>
                  <a:lnTo>
                    <a:pt x="32286" y="60847"/>
                  </a:lnTo>
                  <a:lnTo>
                    <a:pt x="27009" y="60847"/>
                  </a:lnTo>
                  <a:lnTo>
                    <a:pt x="21731" y="60847"/>
                  </a:lnTo>
                  <a:lnTo>
                    <a:pt x="19868" y="61779"/>
                  </a:lnTo>
                  <a:lnTo>
                    <a:pt x="17695" y="61779"/>
                  </a:lnTo>
                  <a:lnTo>
                    <a:pt x="16764" y="63952"/>
                  </a:lnTo>
                  <a:lnTo>
                    <a:pt x="12418" y="68298"/>
                  </a:lnTo>
                  <a:lnTo>
                    <a:pt x="9313" y="68298"/>
                  </a:lnTo>
                  <a:lnTo>
                    <a:pt x="14591" y="71403"/>
                  </a:lnTo>
                  <a:lnTo>
                    <a:pt x="19868" y="75438"/>
                  </a:lnTo>
                  <a:lnTo>
                    <a:pt x="27009" y="76680"/>
                  </a:lnTo>
                  <a:lnTo>
                    <a:pt x="32286" y="80716"/>
                  </a:lnTo>
                  <a:lnTo>
                    <a:pt x="31355" y="83820"/>
                  </a:lnTo>
                  <a:lnTo>
                    <a:pt x="31355" y="85993"/>
                  </a:lnTo>
                  <a:lnTo>
                    <a:pt x="29182" y="88167"/>
                  </a:lnTo>
                  <a:lnTo>
                    <a:pt x="27009" y="90340"/>
                  </a:lnTo>
                  <a:lnTo>
                    <a:pt x="24836" y="91271"/>
                  </a:lnTo>
                  <a:lnTo>
                    <a:pt x="29182" y="95307"/>
                  </a:lnTo>
                  <a:lnTo>
                    <a:pt x="38495" y="100584"/>
                  </a:lnTo>
                  <a:lnTo>
                    <a:pt x="49050" y="105862"/>
                  </a:lnTo>
                  <a:lnTo>
                    <a:pt x="61468" y="113313"/>
                  </a:lnTo>
                  <a:lnTo>
                    <a:pt x="70782" y="117659"/>
                  </a:lnTo>
                  <a:lnTo>
                    <a:pt x="76059" y="120763"/>
                  </a:lnTo>
                  <a:lnTo>
                    <a:pt x="94686" y="105862"/>
                  </a:lnTo>
                  <a:lnTo>
                    <a:pt x="116728" y="95307"/>
                  </a:lnTo>
                  <a:lnTo>
                    <a:pt x="139701" y="85993"/>
                  </a:lnTo>
                  <a:lnTo>
                    <a:pt x="160501" y="75438"/>
                  </a:lnTo>
                  <a:lnTo>
                    <a:pt x="160501" y="60847"/>
                  </a:lnTo>
                  <a:lnTo>
                    <a:pt x="158327" y="44083"/>
                  </a:lnTo>
                  <a:close/>
                </a:path>
              </a:pathLst>
            </a:custGeom>
            <a:solidFill>
              <a:srgbClr val="d9d9d9"/>
            </a:solidFill>
            <a:ln w="3104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</p:grpSp>
      <p:cxnSp>
        <p:nvCxnSpPr>
          <p:cNvPr id="1228" name="Elbow Connector 39"/>
          <p:cNvCxnSpPr>
            <a:endCxn id="1229" idx="3"/>
          </p:cNvCxnSpPr>
          <p:nvPr/>
        </p:nvCxnSpPr>
        <p:spPr>
          <a:xfrm rot="10800000">
            <a:off x="3085200" y="2409840"/>
            <a:ext cx="1284480" cy="286920"/>
          </a:xfrm>
          <a:prstGeom prst="bentConnector2">
            <a:avLst/>
          </a:prstGeom>
          <a:ln w="19050">
            <a:solidFill>
              <a:srgbClr val="0587af"/>
            </a:solidFill>
            <a:headEnd len="lg" type="oval" w="lg"/>
          </a:ln>
        </p:spPr>
      </p:cxnSp>
      <p:cxnSp>
        <p:nvCxnSpPr>
          <p:cNvPr id="1230" name="Elbow Connector 54"/>
          <p:cNvCxnSpPr>
            <a:endCxn id="1231" idx="3"/>
          </p:cNvCxnSpPr>
          <p:nvPr/>
        </p:nvCxnSpPr>
        <p:spPr>
          <a:xfrm flipV="1" rot="10800000">
            <a:off x="3085200" y="3735360"/>
            <a:ext cx="2104560" cy="347760"/>
          </a:xfrm>
          <a:prstGeom prst="bentConnector2">
            <a:avLst/>
          </a:prstGeom>
          <a:ln w="19050">
            <a:solidFill>
              <a:srgbClr val="196491"/>
            </a:solidFill>
            <a:headEnd len="lg" type="oval" w="lg"/>
          </a:ln>
        </p:spPr>
      </p:cxnSp>
      <p:cxnSp>
        <p:nvCxnSpPr>
          <p:cNvPr id="1232" name="Elbow Connector 58"/>
          <p:cNvCxnSpPr/>
          <p:nvPr/>
        </p:nvCxnSpPr>
        <p:spPr>
          <a:xfrm>
            <a:off x="6276600" y="3499200"/>
            <a:ext cx="2668680" cy="573120"/>
          </a:xfrm>
          <a:prstGeom prst="bentConnector2">
            <a:avLst/>
          </a:prstGeom>
          <a:ln w="19050">
            <a:solidFill>
              <a:srgbClr val="19a5be"/>
            </a:solidFill>
            <a:headEnd len="lg" type="oval" w="lg"/>
          </a:ln>
        </p:spPr>
      </p:cxnSp>
      <p:cxnSp>
        <p:nvCxnSpPr>
          <p:cNvPr id="1233" name="Elbow Connector 62"/>
          <p:cNvCxnSpPr/>
          <p:nvPr/>
        </p:nvCxnSpPr>
        <p:spPr>
          <a:xfrm flipV="1">
            <a:off x="7364880" y="2217240"/>
            <a:ext cx="1594800" cy="240480"/>
          </a:xfrm>
          <a:prstGeom prst="bentConnector2">
            <a:avLst/>
          </a:prstGeom>
          <a:ln w="19050">
            <a:solidFill>
              <a:srgbClr val="53c3cd"/>
            </a:solidFill>
            <a:headEnd len="lg" type="oval" w="lg"/>
          </a:ln>
        </p:spPr>
      </p:cxnSp>
      <p:sp>
        <p:nvSpPr>
          <p:cNvPr id="1234" name="Rectangle 119"/>
          <p:cNvSpPr/>
          <p:nvPr/>
        </p:nvSpPr>
        <p:spPr>
          <a:xfrm>
            <a:off x="712800" y="4723560"/>
            <a:ext cx="2699640" cy="1583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235" name="Rectangle 120"/>
          <p:cNvSpPr/>
          <p:nvPr/>
        </p:nvSpPr>
        <p:spPr>
          <a:xfrm>
            <a:off x="3406680" y="4723560"/>
            <a:ext cx="2699640" cy="1583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236" name="Rectangle 121"/>
          <p:cNvSpPr/>
          <p:nvPr/>
        </p:nvSpPr>
        <p:spPr>
          <a:xfrm>
            <a:off x="6100560" y="4723560"/>
            <a:ext cx="2699640" cy="15836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237" name="Rectangle 122"/>
          <p:cNvSpPr/>
          <p:nvPr/>
        </p:nvSpPr>
        <p:spPr>
          <a:xfrm>
            <a:off x="8794440" y="4723560"/>
            <a:ext cx="2699640" cy="1583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grpSp>
        <p:nvGrpSpPr>
          <p:cNvPr id="1238" name="Group 123"/>
          <p:cNvGrpSpPr/>
          <p:nvPr/>
        </p:nvGrpSpPr>
        <p:grpSpPr>
          <a:xfrm>
            <a:off x="906840" y="4773960"/>
            <a:ext cx="2311920" cy="1447560"/>
            <a:chOff x="906840" y="4773960"/>
            <a:chExt cx="2311920" cy="1447560"/>
          </a:xfrm>
        </p:grpSpPr>
        <p:sp>
          <p:nvSpPr>
            <p:cNvPr id="1239" name="TextBox 124"/>
            <p:cNvSpPr/>
            <p:nvPr/>
          </p:nvSpPr>
          <p:spPr>
            <a:xfrm>
              <a:off x="906840" y="4773960"/>
              <a:ext cx="2311920" cy="69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40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45</a:t>
              </a:r>
              <a:r>
                <a:rPr b="1" lang="en-US" sz="28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%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40" name="TextBox 125"/>
            <p:cNvSpPr/>
            <p:nvPr/>
          </p:nvSpPr>
          <p:spPr>
            <a:xfrm>
              <a:off x="906840" y="5400360"/>
              <a:ext cx="2311920" cy="82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 </a:t>
              </a: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41" name="Group 126"/>
          <p:cNvGrpSpPr/>
          <p:nvPr/>
        </p:nvGrpSpPr>
        <p:grpSpPr>
          <a:xfrm>
            <a:off x="3600720" y="4773960"/>
            <a:ext cx="2311920" cy="1447560"/>
            <a:chOff x="3600720" y="4773960"/>
            <a:chExt cx="2311920" cy="1447560"/>
          </a:xfrm>
        </p:grpSpPr>
        <p:sp>
          <p:nvSpPr>
            <p:cNvPr id="1242" name="TextBox 127"/>
            <p:cNvSpPr/>
            <p:nvPr/>
          </p:nvSpPr>
          <p:spPr>
            <a:xfrm>
              <a:off x="3600720" y="4773960"/>
              <a:ext cx="2311920" cy="69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40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54</a:t>
              </a:r>
              <a:r>
                <a:rPr b="1" lang="en-US" sz="28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%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43" name="TextBox 128"/>
            <p:cNvSpPr/>
            <p:nvPr/>
          </p:nvSpPr>
          <p:spPr>
            <a:xfrm>
              <a:off x="3600720" y="5400360"/>
              <a:ext cx="2311920" cy="82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44" name="Group 129"/>
          <p:cNvGrpSpPr/>
          <p:nvPr/>
        </p:nvGrpSpPr>
        <p:grpSpPr>
          <a:xfrm>
            <a:off x="6294600" y="4773960"/>
            <a:ext cx="2311920" cy="1447560"/>
            <a:chOff x="6294600" y="4773960"/>
            <a:chExt cx="2311920" cy="1447560"/>
          </a:xfrm>
        </p:grpSpPr>
        <p:sp>
          <p:nvSpPr>
            <p:cNvPr id="1245" name="TextBox 130"/>
            <p:cNvSpPr/>
            <p:nvPr/>
          </p:nvSpPr>
          <p:spPr>
            <a:xfrm>
              <a:off x="6294600" y="4773960"/>
              <a:ext cx="2311920" cy="69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40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66</a:t>
              </a:r>
              <a:r>
                <a:rPr b="1" lang="en-US" sz="28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%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46" name="TextBox 131"/>
            <p:cNvSpPr/>
            <p:nvPr/>
          </p:nvSpPr>
          <p:spPr>
            <a:xfrm>
              <a:off x="6294600" y="5400360"/>
              <a:ext cx="2311920" cy="82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 </a:t>
              </a: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47" name="Group 132"/>
          <p:cNvGrpSpPr/>
          <p:nvPr/>
        </p:nvGrpSpPr>
        <p:grpSpPr>
          <a:xfrm>
            <a:off x="8988480" y="4773960"/>
            <a:ext cx="2311920" cy="1447560"/>
            <a:chOff x="8988480" y="4773960"/>
            <a:chExt cx="2311920" cy="1447560"/>
          </a:xfrm>
        </p:grpSpPr>
        <p:sp>
          <p:nvSpPr>
            <p:cNvPr id="1248" name="TextBox 133"/>
            <p:cNvSpPr/>
            <p:nvPr/>
          </p:nvSpPr>
          <p:spPr>
            <a:xfrm>
              <a:off x="8988480" y="4773960"/>
              <a:ext cx="2311920" cy="69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40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96</a:t>
              </a:r>
              <a:r>
                <a:rPr b="1" lang="en-US" sz="28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%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49" name="TextBox 134"/>
            <p:cNvSpPr/>
            <p:nvPr/>
          </p:nvSpPr>
          <p:spPr>
            <a:xfrm>
              <a:off x="8988480" y="5400360"/>
              <a:ext cx="2311920" cy="82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 </a:t>
              </a: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50" name="Group 48"/>
          <p:cNvGrpSpPr/>
          <p:nvPr/>
        </p:nvGrpSpPr>
        <p:grpSpPr>
          <a:xfrm>
            <a:off x="9139680" y="1773000"/>
            <a:ext cx="2339640" cy="1135080"/>
            <a:chOff x="9139680" y="1773000"/>
            <a:chExt cx="2339640" cy="1135080"/>
          </a:xfrm>
        </p:grpSpPr>
        <p:sp>
          <p:nvSpPr>
            <p:cNvPr id="1251" name="TextBox 136"/>
            <p:cNvSpPr/>
            <p:nvPr/>
          </p:nvSpPr>
          <p:spPr>
            <a:xfrm>
              <a:off x="9139680" y="1773000"/>
              <a:ext cx="233964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90000" tIns="45000" bIns="45000" anchor="ctr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accent4"/>
                  </a:solidFill>
                  <a:latin typeface="Arial"/>
                  <a:ea typeface="Arial Unicode MS"/>
                </a:rPr>
                <a:t>Content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2" name="TextBox 137"/>
            <p:cNvSpPr/>
            <p:nvPr/>
          </p:nvSpPr>
          <p:spPr>
            <a:xfrm>
              <a:off x="9139680" y="2086920"/>
              <a:ext cx="2339640" cy="82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Presentations.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53" name="Group 48"/>
          <p:cNvGrpSpPr/>
          <p:nvPr/>
        </p:nvGrpSpPr>
        <p:grpSpPr>
          <a:xfrm>
            <a:off x="9139680" y="3446280"/>
            <a:ext cx="2339640" cy="1135080"/>
            <a:chOff x="9139680" y="3446280"/>
            <a:chExt cx="2339640" cy="1135080"/>
          </a:xfrm>
        </p:grpSpPr>
        <p:sp>
          <p:nvSpPr>
            <p:cNvPr id="1254" name="TextBox 139"/>
            <p:cNvSpPr/>
            <p:nvPr/>
          </p:nvSpPr>
          <p:spPr>
            <a:xfrm>
              <a:off x="9139680" y="3446280"/>
              <a:ext cx="233964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90000" tIns="45000" bIns="45000" anchor="ctr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accent3"/>
                  </a:solidFill>
                  <a:latin typeface="Arial"/>
                  <a:ea typeface="Arial Unicode MS"/>
                </a:rPr>
                <a:t>Content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5" name="TextBox 140"/>
            <p:cNvSpPr/>
            <p:nvPr/>
          </p:nvSpPr>
          <p:spPr>
            <a:xfrm>
              <a:off x="9139680" y="3760200"/>
              <a:ext cx="2339640" cy="82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Presentations.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56" name="Group 48"/>
          <p:cNvGrpSpPr/>
          <p:nvPr/>
        </p:nvGrpSpPr>
        <p:grpSpPr>
          <a:xfrm>
            <a:off x="745560" y="1773000"/>
            <a:ext cx="2339640" cy="1135080"/>
            <a:chOff x="745560" y="1773000"/>
            <a:chExt cx="2339640" cy="1135080"/>
          </a:xfrm>
        </p:grpSpPr>
        <p:sp>
          <p:nvSpPr>
            <p:cNvPr id="1257" name="TextBox 142"/>
            <p:cNvSpPr/>
            <p:nvPr/>
          </p:nvSpPr>
          <p:spPr>
            <a:xfrm>
              <a:off x="745560" y="1773000"/>
              <a:ext cx="233964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90000" tIns="45000" bIns="45000" anchor="ctr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accent2"/>
                  </a:solidFill>
                  <a:latin typeface="Arial"/>
                  <a:ea typeface="Arial Unicode MS"/>
                </a:rPr>
                <a:t>Content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29" name="TextBox 143"/>
            <p:cNvSpPr/>
            <p:nvPr/>
          </p:nvSpPr>
          <p:spPr>
            <a:xfrm>
              <a:off x="745560" y="2086920"/>
              <a:ext cx="2339640" cy="82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Presentations.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58" name="Group 48"/>
          <p:cNvGrpSpPr/>
          <p:nvPr/>
        </p:nvGrpSpPr>
        <p:grpSpPr>
          <a:xfrm>
            <a:off x="745560" y="3446280"/>
            <a:ext cx="2339640" cy="1135080"/>
            <a:chOff x="745560" y="3446280"/>
            <a:chExt cx="2339640" cy="1135080"/>
          </a:xfrm>
        </p:grpSpPr>
        <p:sp>
          <p:nvSpPr>
            <p:cNvPr id="1259" name="TextBox 145"/>
            <p:cNvSpPr/>
            <p:nvPr/>
          </p:nvSpPr>
          <p:spPr>
            <a:xfrm>
              <a:off x="745560" y="3446280"/>
              <a:ext cx="233964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90000" tIns="45000" bIns="45000" anchor="ctr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accent1"/>
                  </a:solidFill>
                  <a:latin typeface="Arial"/>
                  <a:ea typeface="Arial Unicode MS"/>
                </a:rPr>
                <a:t>Content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31" name="TextBox 146"/>
            <p:cNvSpPr/>
            <p:nvPr/>
          </p:nvSpPr>
          <p:spPr>
            <a:xfrm>
              <a:off x="745560" y="3760200"/>
              <a:ext cx="2339640" cy="82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75000"/>
                      <a:lumOff val="25000"/>
                    </a:schemeClr>
                  </a:solidFill>
                  <a:latin typeface="Arial"/>
                  <a:ea typeface="Arial Unicode MS"/>
                </a:rPr>
                <a:t>You can simply impress your audience and add a unique zing and appeal to your Presentations.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Infographic Style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61" name="Rectangle 2"/>
          <p:cNvSpPr/>
          <p:nvPr/>
        </p:nvSpPr>
        <p:spPr>
          <a:xfrm>
            <a:off x="5618880" y="1794240"/>
            <a:ext cx="971640" cy="9716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262" name="Rectangle 3"/>
          <p:cNvSpPr/>
          <p:nvPr/>
        </p:nvSpPr>
        <p:spPr>
          <a:xfrm>
            <a:off x="903600" y="5031000"/>
            <a:ext cx="971640" cy="971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263" name="Rectangle 4"/>
          <p:cNvSpPr/>
          <p:nvPr/>
        </p:nvSpPr>
        <p:spPr>
          <a:xfrm>
            <a:off x="1965240" y="5031000"/>
            <a:ext cx="8268120" cy="971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264" name="Rectangle 5"/>
          <p:cNvSpPr/>
          <p:nvPr/>
        </p:nvSpPr>
        <p:spPr>
          <a:xfrm>
            <a:off x="10313280" y="5031000"/>
            <a:ext cx="971640" cy="971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265" name="Rectangle 6"/>
          <p:cNvSpPr/>
          <p:nvPr/>
        </p:nvSpPr>
        <p:spPr>
          <a:xfrm>
            <a:off x="1065240" y="5258520"/>
            <a:ext cx="637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pc="-1" strike="noStrike">
                <a:solidFill>
                  <a:schemeClr val="lt1"/>
                </a:solidFill>
                <a:latin typeface="Arial"/>
                <a:ea typeface="Arial Unicode MS"/>
              </a:rPr>
              <a:t>03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66" name="그룹 10"/>
          <p:cNvGrpSpPr/>
          <p:nvPr/>
        </p:nvGrpSpPr>
        <p:grpSpPr>
          <a:xfrm>
            <a:off x="2548080" y="5161680"/>
            <a:ext cx="7102800" cy="704520"/>
            <a:chOff x="2548080" y="5161680"/>
            <a:chExt cx="7102800" cy="704520"/>
          </a:xfrm>
        </p:grpSpPr>
        <p:sp>
          <p:nvSpPr>
            <p:cNvPr id="1267" name="TextBox 8"/>
            <p:cNvSpPr/>
            <p:nvPr/>
          </p:nvSpPr>
          <p:spPr>
            <a:xfrm>
              <a:off x="2548080" y="5410800"/>
              <a:ext cx="710280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Presentations. Get a modern PowerPoint  Presentation that is beautifully designed.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68" name="TextBox 9"/>
            <p:cNvSpPr/>
            <p:nvPr/>
          </p:nvSpPr>
          <p:spPr>
            <a:xfrm>
              <a:off x="2548080" y="5161680"/>
              <a:ext cx="710280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Content 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69" name="Rectangle 10"/>
          <p:cNvSpPr/>
          <p:nvPr/>
        </p:nvSpPr>
        <p:spPr>
          <a:xfrm>
            <a:off x="1875960" y="3952080"/>
            <a:ext cx="971640" cy="971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270" name="Rectangle 11"/>
          <p:cNvSpPr/>
          <p:nvPr/>
        </p:nvSpPr>
        <p:spPr>
          <a:xfrm>
            <a:off x="2937600" y="3952080"/>
            <a:ext cx="6323400" cy="971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271" name="Rectangle 12"/>
          <p:cNvSpPr/>
          <p:nvPr/>
        </p:nvSpPr>
        <p:spPr>
          <a:xfrm>
            <a:off x="9340920" y="3952080"/>
            <a:ext cx="971640" cy="971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272" name="Rectangle 13"/>
          <p:cNvSpPr/>
          <p:nvPr/>
        </p:nvSpPr>
        <p:spPr>
          <a:xfrm>
            <a:off x="2037600" y="4179600"/>
            <a:ext cx="637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pc="-1" strike="noStrike">
                <a:solidFill>
                  <a:schemeClr val="lt1"/>
                </a:solidFill>
                <a:latin typeface="Arial"/>
                <a:ea typeface="Arial Unicode MS"/>
              </a:rPr>
              <a:t>02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73" name="그룹 6"/>
          <p:cNvGrpSpPr/>
          <p:nvPr/>
        </p:nvGrpSpPr>
        <p:grpSpPr>
          <a:xfrm>
            <a:off x="3431520" y="4082760"/>
            <a:ext cx="5335560" cy="704520"/>
            <a:chOff x="3431520" y="4082760"/>
            <a:chExt cx="5335560" cy="704520"/>
          </a:xfrm>
        </p:grpSpPr>
        <p:sp>
          <p:nvSpPr>
            <p:cNvPr id="1274" name="TextBox 15"/>
            <p:cNvSpPr/>
            <p:nvPr/>
          </p:nvSpPr>
          <p:spPr>
            <a:xfrm>
              <a:off x="3431520" y="4331880"/>
              <a:ext cx="53355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Presentations. Easy to change colors, photos and Text.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75" name="TextBox 16"/>
            <p:cNvSpPr/>
            <p:nvPr/>
          </p:nvSpPr>
          <p:spPr>
            <a:xfrm>
              <a:off x="3431520" y="4082760"/>
              <a:ext cx="533556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Content 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76" name="Rectangle 17"/>
          <p:cNvSpPr/>
          <p:nvPr/>
        </p:nvSpPr>
        <p:spPr>
          <a:xfrm>
            <a:off x="2865960" y="2873160"/>
            <a:ext cx="971640" cy="971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277" name="Rectangle 18"/>
          <p:cNvSpPr/>
          <p:nvPr/>
        </p:nvSpPr>
        <p:spPr>
          <a:xfrm>
            <a:off x="3939840" y="2873160"/>
            <a:ext cx="4318920" cy="971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278" name="Rectangle 19"/>
          <p:cNvSpPr/>
          <p:nvPr/>
        </p:nvSpPr>
        <p:spPr>
          <a:xfrm>
            <a:off x="8350920" y="2873160"/>
            <a:ext cx="971640" cy="971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279" name="Rectangle 20"/>
          <p:cNvSpPr/>
          <p:nvPr/>
        </p:nvSpPr>
        <p:spPr>
          <a:xfrm>
            <a:off x="3027600" y="3100680"/>
            <a:ext cx="637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pc="-1" strike="noStrike">
                <a:solidFill>
                  <a:schemeClr val="lt1"/>
                </a:solidFill>
                <a:latin typeface="Arial"/>
                <a:ea typeface="Arial Unicode MS"/>
              </a:rPr>
              <a:t>01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80" name="그룹 5"/>
          <p:cNvGrpSpPr/>
          <p:nvPr/>
        </p:nvGrpSpPr>
        <p:grpSpPr>
          <a:xfrm>
            <a:off x="4284360" y="3003840"/>
            <a:ext cx="3630240" cy="704520"/>
            <a:chOff x="4284360" y="3003840"/>
            <a:chExt cx="3630240" cy="704520"/>
          </a:xfrm>
        </p:grpSpPr>
        <p:sp>
          <p:nvSpPr>
            <p:cNvPr id="1281" name="TextBox 22"/>
            <p:cNvSpPr/>
            <p:nvPr/>
          </p:nvSpPr>
          <p:spPr>
            <a:xfrm>
              <a:off x="4284360" y="3252960"/>
              <a:ext cx="36302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Presentations. 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82" name="TextBox 23"/>
            <p:cNvSpPr/>
            <p:nvPr/>
          </p:nvSpPr>
          <p:spPr>
            <a:xfrm>
              <a:off x="4284360" y="3003840"/>
              <a:ext cx="363024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Content  Here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1283" name="Elbow Connector 61"/>
          <p:cNvCxnSpPr/>
          <p:nvPr/>
        </p:nvCxnSpPr>
        <p:spPr>
          <a:xfrm flipV="1">
            <a:off x="1359000" y="4507920"/>
            <a:ext cx="468360" cy="468360"/>
          </a:xfrm>
          <a:prstGeom prst="bentConnector2">
            <a:avLst/>
          </a:prstGeom>
          <a:ln w="28575">
            <a:solidFill>
              <a:srgbClr val="196491"/>
            </a:solidFill>
            <a:prstDash val="sysDot"/>
            <a:headEnd len="med" type="oval" w="med"/>
            <a:tailEnd len="med" type="oval" w="med"/>
          </a:ln>
        </p:spPr>
      </p:cxnSp>
      <p:cxnSp>
        <p:nvCxnSpPr>
          <p:cNvPr id="1284" name="Elbow Connector 62"/>
          <p:cNvCxnSpPr/>
          <p:nvPr/>
        </p:nvCxnSpPr>
        <p:spPr>
          <a:xfrm flipV="1">
            <a:off x="2360520" y="3432600"/>
            <a:ext cx="468360" cy="468360"/>
          </a:xfrm>
          <a:prstGeom prst="bentConnector2">
            <a:avLst/>
          </a:prstGeom>
          <a:ln w="28575">
            <a:solidFill>
              <a:srgbClr val="0587af"/>
            </a:solidFill>
            <a:prstDash val="sysDot"/>
            <a:headEnd len="med" type="oval" w="med"/>
            <a:tailEnd len="med" type="oval" w="med"/>
          </a:ln>
        </p:spPr>
      </p:cxnSp>
      <p:cxnSp>
        <p:nvCxnSpPr>
          <p:cNvPr id="1285" name="Elbow Connector 63"/>
          <p:cNvCxnSpPr/>
          <p:nvPr/>
        </p:nvCxnSpPr>
        <p:spPr>
          <a:xfrm flipV="1">
            <a:off x="3366720" y="2230200"/>
            <a:ext cx="2160360" cy="612360"/>
          </a:xfrm>
          <a:prstGeom prst="bentConnector2">
            <a:avLst/>
          </a:prstGeom>
          <a:ln w="28575">
            <a:solidFill>
              <a:srgbClr val="19a5be"/>
            </a:solidFill>
            <a:prstDash val="sysDot"/>
            <a:headEnd len="med" type="oval" w="med"/>
            <a:tailEnd len="med" type="oval" w="med"/>
          </a:ln>
        </p:spPr>
      </p:cxnSp>
      <p:cxnSp>
        <p:nvCxnSpPr>
          <p:cNvPr id="1286" name="Elbow Connector 64"/>
          <p:cNvCxnSpPr/>
          <p:nvPr/>
        </p:nvCxnSpPr>
        <p:spPr>
          <a:xfrm rot="10800000">
            <a:off x="10352160" y="4507920"/>
            <a:ext cx="468360" cy="468360"/>
          </a:xfrm>
          <a:prstGeom prst="bentConnector2">
            <a:avLst/>
          </a:prstGeom>
          <a:ln w="28575">
            <a:solidFill>
              <a:srgbClr val="196491"/>
            </a:solidFill>
            <a:prstDash val="sysDot"/>
            <a:headEnd len="med" type="oval" w="med"/>
            <a:tailEnd len="med" type="oval" w="med"/>
          </a:ln>
        </p:spPr>
      </p:cxnSp>
      <p:cxnSp>
        <p:nvCxnSpPr>
          <p:cNvPr id="1287" name="Elbow Connector 65"/>
          <p:cNvCxnSpPr/>
          <p:nvPr/>
        </p:nvCxnSpPr>
        <p:spPr>
          <a:xfrm rot="10800000">
            <a:off x="9334440" y="3432600"/>
            <a:ext cx="468360" cy="468360"/>
          </a:xfrm>
          <a:prstGeom prst="bentConnector2">
            <a:avLst/>
          </a:prstGeom>
          <a:ln w="28575">
            <a:solidFill>
              <a:srgbClr val="0587af"/>
            </a:solidFill>
            <a:prstDash val="sysDot"/>
            <a:headEnd len="med" type="oval" w="med"/>
            <a:tailEnd len="med" type="oval" w="med"/>
          </a:ln>
        </p:spPr>
      </p:cxnSp>
      <p:cxnSp>
        <p:nvCxnSpPr>
          <p:cNvPr id="1288" name="Elbow Connector 66"/>
          <p:cNvCxnSpPr/>
          <p:nvPr/>
        </p:nvCxnSpPr>
        <p:spPr>
          <a:xfrm rot="10800000">
            <a:off x="6664680" y="2230200"/>
            <a:ext cx="2160360" cy="612360"/>
          </a:xfrm>
          <a:prstGeom prst="bentConnector2">
            <a:avLst/>
          </a:prstGeom>
          <a:ln w="28575">
            <a:solidFill>
              <a:srgbClr val="19a5be"/>
            </a:solidFill>
            <a:prstDash val="sysDot"/>
            <a:headEnd len="med" type="oval" w="med"/>
            <a:tailEnd len="med" type="oval" w="med"/>
          </a:ln>
        </p:spPr>
      </p:cxnSp>
      <p:sp>
        <p:nvSpPr>
          <p:cNvPr id="1289" name="Rectangle 16"/>
          <p:cNvSpPr/>
          <p:nvPr/>
        </p:nvSpPr>
        <p:spPr>
          <a:xfrm rot="2700000">
            <a:off x="8674200" y="3093840"/>
            <a:ext cx="294120" cy="527400"/>
          </a:xfrm>
          <a:custGeom>
            <a:avLst/>
            <a:gdLst>
              <a:gd name="textAreaLeft" fmla="*/ 0 w 294120"/>
              <a:gd name="textAreaRight" fmla="*/ 294480 w 294120"/>
              <a:gd name="textAreaTop" fmla="*/ 0 h 527400"/>
              <a:gd name="textAreaBottom" fmla="*/ 527760 h 527400"/>
            </a:gdLst>
            <a:ahLst/>
            <a:rect l="textAreaLeft" t="textAreaTop" r="textAreaRight" b="textAreaBottom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290" name="Rectangle 9"/>
          <p:cNvSpPr/>
          <p:nvPr/>
        </p:nvSpPr>
        <p:spPr>
          <a:xfrm>
            <a:off x="5931360" y="2097720"/>
            <a:ext cx="364320" cy="341280"/>
          </a:xfrm>
          <a:custGeom>
            <a:avLst/>
            <a:gdLst>
              <a:gd name="textAreaLeft" fmla="*/ 0 w 364320"/>
              <a:gd name="textAreaRight" fmla="*/ 364680 w 364320"/>
              <a:gd name="textAreaTop" fmla="*/ 0 h 341280"/>
              <a:gd name="textAreaBottom" fmla="*/ 341640 h 341280"/>
            </a:gdLst>
            <a:ahLst/>
            <a:rect l="textAreaLeft" t="textAreaTop" r="textAreaRight" b="textAreaBottom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291" name="Rectangle 36"/>
          <p:cNvSpPr/>
          <p:nvPr/>
        </p:nvSpPr>
        <p:spPr>
          <a:xfrm>
            <a:off x="9622800" y="4242960"/>
            <a:ext cx="430920" cy="360000"/>
          </a:xfrm>
          <a:custGeom>
            <a:avLst/>
            <a:gdLst>
              <a:gd name="textAreaLeft" fmla="*/ 0 w 430920"/>
              <a:gd name="textAreaRight" fmla="*/ 431280 w 430920"/>
              <a:gd name="textAreaTop" fmla="*/ 0 h 360000"/>
              <a:gd name="textAreaBottom" fmla="*/ 360360 h 360000"/>
            </a:gdLst>
            <a:ahLst/>
            <a:rect l="textAreaLeft" t="textAreaTop" r="textAreaRight" b="textAreaBottom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292" name="Rectangle 16"/>
          <p:cNvSpPr/>
          <p:nvPr/>
        </p:nvSpPr>
        <p:spPr>
          <a:xfrm>
            <a:off x="10598400" y="5380200"/>
            <a:ext cx="435960" cy="273240"/>
          </a:xfrm>
          <a:custGeom>
            <a:avLst/>
            <a:gdLst>
              <a:gd name="textAreaLeft" fmla="*/ 0 w 435960"/>
              <a:gd name="textAreaRight" fmla="*/ 436320 w 435960"/>
              <a:gd name="textAreaTop" fmla="*/ 0 h 273240"/>
              <a:gd name="textAreaBottom" fmla="*/ 273600 h 273240"/>
            </a:gdLst>
            <a:ahLst/>
            <a:rect l="textAreaLeft" t="textAreaTop" r="textAreaRight" b="textAreaBottom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3" name="Picture Placeholder 3" descr=""/>
          <p:cNvPicPr/>
          <p:nvPr/>
        </p:nvPicPr>
        <p:blipFill>
          <a:blip r:embed="rId1"/>
          <a:stretch/>
        </p:blipFill>
        <p:spPr>
          <a:xfrm>
            <a:off x="2133720" y="0"/>
            <a:ext cx="3959640" cy="6857640"/>
          </a:xfrm>
          <a:prstGeom prst="rect">
            <a:avLst/>
          </a:prstGeom>
          <a:ln w="0">
            <a:noFill/>
          </a:ln>
        </p:spPr>
      </p:pic>
      <p:sp>
        <p:nvSpPr>
          <p:cNvPr id="1294" name="TextBox 2"/>
          <p:cNvSpPr/>
          <p:nvPr/>
        </p:nvSpPr>
        <p:spPr>
          <a:xfrm>
            <a:off x="712080" y="2999160"/>
            <a:ext cx="2039760" cy="1065240"/>
          </a:xfrm>
          <a:prstGeom prst="rect">
            <a:avLst/>
          </a:prstGeom>
          <a:noFill/>
          <a:ln w="0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en-US" sz="3200" spc="-1" strike="noStrike">
                <a:solidFill>
                  <a:schemeClr val="lt1"/>
                </a:solidFill>
                <a:latin typeface="Arial"/>
                <a:ea typeface="Arial Unicode MS"/>
              </a:rPr>
              <a:t>Portfolio Designed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5" name="TextBox 4"/>
          <p:cNvSpPr/>
          <p:nvPr/>
        </p:nvSpPr>
        <p:spPr>
          <a:xfrm>
            <a:off x="7000200" y="4008240"/>
            <a:ext cx="389052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Arial"/>
                <a:ea typeface="Arial Unicode MS"/>
              </a:rPr>
              <a:t>You can simply impress your audience and add a unique zing and appeal to your Presentations. Easy to change colors, photos and Text. Get a modern PowerPoint  Presentation that is beautifully designed. </a:t>
            </a:r>
            <a:r>
              <a:rPr b="0" lang="en-US" sz="1200" spc="-1" strike="noStrike">
                <a:solidFill>
                  <a:schemeClr val="lt1"/>
                </a:solidFill>
                <a:latin typeface="Arial"/>
                <a:ea typeface="HY견명조"/>
              </a:rPr>
              <a:t>I hope and I believe that this Template will your Time, Money and Reputation. </a:t>
            </a:r>
            <a:r>
              <a:rPr b="0" lang="en-US" sz="1200" spc="-1" strike="noStrike">
                <a:solidFill>
                  <a:schemeClr val="lt1"/>
                </a:solidFill>
                <a:latin typeface="Arial"/>
                <a:ea typeface="Arial Unicode MS"/>
              </a:rPr>
              <a:t>You can simply impress your audience and add a unique zing and appeal to your Presentations.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6" name="TextBox 5"/>
          <p:cNvSpPr/>
          <p:nvPr/>
        </p:nvSpPr>
        <p:spPr>
          <a:xfrm>
            <a:off x="7000200" y="3186000"/>
            <a:ext cx="38905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Arial"/>
                <a:ea typeface="Arial Unicode MS"/>
              </a:rPr>
              <a:t>Get a modern PowerPoint  Presentation that is beautifully designed.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7" name="TextBox 7"/>
          <p:cNvSpPr/>
          <p:nvPr/>
        </p:nvSpPr>
        <p:spPr>
          <a:xfrm>
            <a:off x="7000200" y="1078200"/>
            <a:ext cx="3456000" cy="15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chemeClr val="lt1"/>
                </a:solidFill>
                <a:latin typeface="Arial"/>
                <a:ea typeface="Arial Unicode MS"/>
              </a:rPr>
              <a:t>Simple Portfolio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3200" spc="-1" strike="noStrike">
                <a:solidFill>
                  <a:schemeClr val="lt1"/>
                </a:solidFill>
                <a:latin typeface="Arial"/>
                <a:ea typeface="Arial Unicode MS"/>
              </a:rPr>
              <a:t>Presentation Designed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Infographic Style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graphicFrame>
        <p:nvGraphicFramePr>
          <p:cNvPr id="1299" name="Chart 2"/>
          <p:cNvGraphicFramePr/>
          <p:nvPr/>
        </p:nvGraphicFramePr>
        <p:xfrm>
          <a:off x="5256720" y="2044440"/>
          <a:ext cx="6023520" cy="2425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00" name="Rectangle 3"/>
          <p:cNvSpPr/>
          <p:nvPr/>
        </p:nvSpPr>
        <p:spPr>
          <a:xfrm>
            <a:off x="911520" y="3922200"/>
            <a:ext cx="3853440" cy="2079000"/>
          </a:xfrm>
          <a:prstGeom prst="rect">
            <a:avLst/>
          </a:prstGeom>
          <a:solidFill>
            <a:schemeClr val="accent1"/>
          </a:solidFill>
          <a:ln w="1143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301" name="Rectangle 4"/>
          <p:cNvSpPr/>
          <p:nvPr/>
        </p:nvSpPr>
        <p:spPr>
          <a:xfrm>
            <a:off x="911520" y="1848960"/>
            <a:ext cx="3853440" cy="2079000"/>
          </a:xfrm>
          <a:prstGeom prst="rect">
            <a:avLst/>
          </a:prstGeom>
          <a:solidFill>
            <a:schemeClr val="accent2"/>
          </a:solidFill>
          <a:ln w="1143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grpSp>
        <p:nvGrpSpPr>
          <p:cNvPr id="1302" name="Group 5"/>
          <p:cNvGrpSpPr/>
          <p:nvPr/>
        </p:nvGrpSpPr>
        <p:grpSpPr>
          <a:xfrm>
            <a:off x="1190880" y="2159280"/>
            <a:ext cx="3238560" cy="1447200"/>
            <a:chOff x="1190880" y="2159280"/>
            <a:chExt cx="3238560" cy="1447200"/>
          </a:xfrm>
        </p:grpSpPr>
        <p:sp>
          <p:nvSpPr>
            <p:cNvPr id="1303" name="TextBox 6"/>
            <p:cNvSpPr/>
            <p:nvPr/>
          </p:nvSpPr>
          <p:spPr>
            <a:xfrm>
              <a:off x="1190880" y="2159280"/>
              <a:ext cx="323856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Content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04" name="TextBox 7"/>
            <p:cNvSpPr/>
            <p:nvPr/>
          </p:nvSpPr>
          <p:spPr>
            <a:xfrm>
              <a:off x="1190880" y="2419560"/>
              <a:ext cx="3238560" cy="118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Get a modern PowerPoint  Presentation that is beautifully designed. hope and I believe that this Template will your Time, Money and Reputation. You can simply impress your audience and add a unique zing and appeal to your Presentations.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05" name="Group 8"/>
          <p:cNvGrpSpPr/>
          <p:nvPr/>
        </p:nvGrpSpPr>
        <p:grpSpPr>
          <a:xfrm>
            <a:off x="1190880" y="4232520"/>
            <a:ext cx="3238560" cy="1447200"/>
            <a:chOff x="1190880" y="4232520"/>
            <a:chExt cx="3238560" cy="1447200"/>
          </a:xfrm>
        </p:grpSpPr>
        <p:sp>
          <p:nvSpPr>
            <p:cNvPr id="1306" name="TextBox 9"/>
            <p:cNvSpPr/>
            <p:nvPr/>
          </p:nvSpPr>
          <p:spPr>
            <a:xfrm>
              <a:off x="1190880" y="4232520"/>
              <a:ext cx="323856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Content  Here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07" name="TextBox 10"/>
            <p:cNvSpPr/>
            <p:nvPr/>
          </p:nvSpPr>
          <p:spPr>
            <a:xfrm>
              <a:off x="1190880" y="4492800"/>
              <a:ext cx="3238560" cy="118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Get a modern PowerPoint  Presentation that is beautifully designed. hope and I believe that this Template will your Time, Money and Reputation. You can simply impress your audience and add a unique zing and appeal to your Presentations.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08" name="Rectangle 11"/>
          <p:cNvSpPr/>
          <p:nvPr/>
        </p:nvSpPr>
        <p:spPr>
          <a:xfrm>
            <a:off x="5256720" y="4837680"/>
            <a:ext cx="6023520" cy="1153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309" name="Oval 12"/>
          <p:cNvSpPr/>
          <p:nvPr/>
        </p:nvSpPr>
        <p:spPr>
          <a:xfrm>
            <a:off x="5607720" y="5105160"/>
            <a:ext cx="611640" cy="611640"/>
          </a:xfrm>
          <a:prstGeom prst="ellipse">
            <a:avLst/>
          </a:prstGeom>
          <a:solidFill>
            <a:schemeClr val="accent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310" name="TextBox 13"/>
          <p:cNvSpPr/>
          <p:nvPr/>
        </p:nvSpPr>
        <p:spPr>
          <a:xfrm>
            <a:off x="6381720" y="5056560"/>
            <a:ext cx="17568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Get a modern PowerPoint  Presentation that is beautifully designed.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1" name="Oval 14"/>
          <p:cNvSpPr/>
          <p:nvPr/>
        </p:nvSpPr>
        <p:spPr>
          <a:xfrm>
            <a:off x="8511480" y="5111640"/>
            <a:ext cx="611640" cy="611640"/>
          </a:xfrm>
          <a:prstGeom prst="ellipse">
            <a:avLst/>
          </a:prstGeom>
          <a:solidFill>
            <a:schemeClr val="accent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312" name="TextBox 15"/>
          <p:cNvSpPr/>
          <p:nvPr/>
        </p:nvSpPr>
        <p:spPr>
          <a:xfrm>
            <a:off x="9285480" y="5063400"/>
            <a:ext cx="17568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  <a:ea typeface="Arial Unicode MS"/>
              </a:rPr>
              <a:t>Get a modern PowerPoint  Presentation that is beautifully designed.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3" name="Parallelogram 30"/>
          <p:cNvSpPr/>
          <p:nvPr/>
        </p:nvSpPr>
        <p:spPr>
          <a:xfrm flipH="1">
            <a:off x="8687160" y="5295960"/>
            <a:ext cx="274680" cy="275400"/>
          </a:xfrm>
          <a:custGeom>
            <a:avLst/>
            <a:gdLst>
              <a:gd name="textAreaLeft" fmla="*/ -360 w 274680"/>
              <a:gd name="textAreaRight" fmla="*/ 274680 w 274680"/>
              <a:gd name="textAreaTop" fmla="*/ 0 h 275400"/>
              <a:gd name="textAreaBottom" fmla="*/ 275760 h 275400"/>
            </a:gdLst>
            <a:ahLst/>
            <a:rect l="textAreaLeft" t="textAreaTop" r="textAreaRight" b="textAreaBottom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314" name="Donut 24"/>
          <p:cNvSpPr/>
          <p:nvPr/>
        </p:nvSpPr>
        <p:spPr>
          <a:xfrm>
            <a:off x="5759280" y="5263920"/>
            <a:ext cx="304920" cy="307440"/>
          </a:xfrm>
          <a:custGeom>
            <a:avLst/>
            <a:gdLst>
              <a:gd name="textAreaLeft" fmla="*/ 0 w 304920"/>
              <a:gd name="textAreaRight" fmla="*/ 305280 w 304920"/>
              <a:gd name="textAreaTop" fmla="*/ 0 h 307440"/>
              <a:gd name="textAreaBottom" fmla="*/ 307800 h 307440"/>
            </a:gdLst>
            <a:ahLst/>
            <a:rect l="textAreaLeft" t="textAreaTop" r="textAreaRight" b="textAreaBottom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Infographic Style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316" name="Group 2"/>
          <p:cNvGrpSpPr/>
          <p:nvPr/>
        </p:nvGrpSpPr>
        <p:grpSpPr>
          <a:xfrm>
            <a:off x="917640" y="3353760"/>
            <a:ext cx="3366360" cy="2472480"/>
            <a:chOff x="917640" y="3353760"/>
            <a:chExt cx="3366360" cy="2472480"/>
          </a:xfrm>
        </p:grpSpPr>
        <p:sp>
          <p:nvSpPr>
            <p:cNvPr id="1317" name="Rectangle 3"/>
            <p:cNvSpPr/>
            <p:nvPr/>
          </p:nvSpPr>
          <p:spPr>
            <a:xfrm>
              <a:off x="917640" y="3353760"/>
              <a:ext cx="3366360" cy="2472480"/>
            </a:xfrm>
            <a:prstGeom prst="rect">
              <a:avLst/>
            </a:prstGeom>
            <a:solidFill>
              <a:srgbClr val="ecece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318" name="Rectangle 4"/>
            <p:cNvSpPr/>
            <p:nvPr/>
          </p:nvSpPr>
          <p:spPr>
            <a:xfrm>
              <a:off x="917640" y="3353760"/>
              <a:ext cx="3366360" cy="4435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grpSp>
        <p:nvGrpSpPr>
          <p:cNvPr id="1319" name="Group 5"/>
          <p:cNvGrpSpPr/>
          <p:nvPr/>
        </p:nvGrpSpPr>
        <p:grpSpPr>
          <a:xfrm>
            <a:off x="7923240" y="3368520"/>
            <a:ext cx="3366360" cy="2472480"/>
            <a:chOff x="7923240" y="3368520"/>
            <a:chExt cx="3366360" cy="2472480"/>
          </a:xfrm>
        </p:grpSpPr>
        <p:sp>
          <p:nvSpPr>
            <p:cNvPr id="1320" name="Rectangle 6"/>
            <p:cNvSpPr/>
            <p:nvPr/>
          </p:nvSpPr>
          <p:spPr>
            <a:xfrm>
              <a:off x="7923240" y="3368520"/>
              <a:ext cx="3366360" cy="2472480"/>
            </a:xfrm>
            <a:prstGeom prst="rect">
              <a:avLst/>
            </a:prstGeom>
            <a:solidFill>
              <a:srgbClr val="ecece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321" name="Rectangle 7"/>
            <p:cNvSpPr/>
            <p:nvPr/>
          </p:nvSpPr>
          <p:spPr>
            <a:xfrm>
              <a:off x="7923240" y="3368520"/>
              <a:ext cx="3366360" cy="443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grpSp>
        <p:nvGrpSpPr>
          <p:cNvPr id="1322" name="Group 8"/>
          <p:cNvGrpSpPr/>
          <p:nvPr/>
        </p:nvGrpSpPr>
        <p:grpSpPr>
          <a:xfrm>
            <a:off x="4458240" y="3200760"/>
            <a:ext cx="3291120" cy="2808000"/>
            <a:chOff x="4458240" y="3200760"/>
            <a:chExt cx="3291120" cy="2808000"/>
          </a:xfrm>
        </p:grpSpPr>
        <p:sp>
          <p:nvSpPr>
            <p:cNvPr id="1323" name="Rectangle 9"/>
            <p:cNvSpPr/>
            <p:nvPr/>
          </p:nvSpPr>
          <p:spPr>
            <a:xfrm>
              <a:off x="4458240" y="3200760"/>
              <a:ext cx="3291120" cy="2808000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ffectLst>
              <a:outerShdw algn="t" blurRad="50760" dir="5400000" dist="38160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324" name="Rectangle 10"/>
            <p:cNvSpPr/>
            <p:nvPr/>
          </p:nvSpPr>
          <p:spPr>
            <a:xfrm>
              <a:off x="4458240" y="3200760"/>
              <a:ext cx="3291120" cy="5036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grpSp>
        <p:nvGrpSpPr>
          <p:cNvPr id="1325" name="Group 11"/>
          <p:cNvGrpSpPr/>
          <p:nvPr/>
        </p:nvGrpSpPr>
        <p:grpSpPr>
          <a:xfrm>
            <a:off x="4460760" y="1846080"/>
            <a:ext cx="3292560" cy="1319400"/>
            <a:chOff x="4460760" y="1846080"/>
            <a:chExt cx="3292560" cy="1319400"/>
          </a:xfrm>
        </p:grpSpPr>
        <p:sp>
          <p:nvSpPr>
            <p:cNvPr id="1326" name="Rectangle 3"/>
            <p:cNvSpPr/>
            <p:nvPr/>
          </p:nvSpPr>
          <p:spPr>
            <a:xfrm rot="5400000">
              <a:off x="5446440" y="860040"/>
              <a:ext cx="1319400" cy="3291120"/>
            </a:xfrm>
            <a:custGeom>
              <a:avLst/>
              <a:gdLst>
                <a:gd name="textAreaLeft" fmla="*/ 0 w 1319400"/>
                <a:gd name="textAreaRight" fmla="*/ 1319760 w 1319400"/>
                <a:gd name="textAreaTop" fmla="*/ 0 h 3291120"/>
                <a:gd name="textAreaBottom" fmla="*/ 3291480 h 3291120"/>
              </a:gdLst>
              <a:ahLst/>
              <a:rect l="textAreaLeft" t="textAreaTop" r="textAreaRight" b="textAreaBottom"/>
              <a:pathLst>
                <a:path w="2161651" h="1656184">
                  <a:moveTo>
                    <a:pt x="0" y="0"/>
                  </a:moveTo>
                  <a:lnTo>
                    <a:pt x="1656184" y="0"/>
                  </a:lnTo>
                  <a:lnTo>
                    <a:pt x="1656184" y="640151"/>
                  </a:lnTo>
                  <a:lnTo>
                    <a:pt x="2161650" y="828092"/>
                  </a:lnTo>
                  <a:lnTo>
                    <a:pt x="1656184" y="1016033"/>
                  </a:lnTo>
                  <a:lnTo>
                    <a:pt x="1656184" y="1656184"/>
                  </a:lnTo>
                  <a:lnTo>
                    <a:pt x="0" y="1656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327" name="Rectangle 13"/>
            <p:cNvSpPr/>
            <p:nvPr/>
          </p:nvSpPr>
          <p:spPr>
            <a:xfrm>
              <a:off x="4462200" y="1846080"/>
              <a:ext cx="3291120" cy="40932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sp>
        <p:nvSpPr>
          <p:cNvPr id="1328" name="TextBox 14"/>
          <p:cNvSpPr/>
          <p:nvPr/>
        </p:nvSpPr>
        <p:spPr>
          <a:xfrm>
            <a:off x="4655880" y="3257280"/>
            <a:ext cx="288000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Arial"/>
                <a:ea typeface="Arial Unicode MS"/>
              </a:rPr>
              <a:t>Main Contents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9" name="TextBox 15"/>
          <p:cNvSpPr/>
          <p:nvPr/>
        </p:nvSpPr>
        <p:spPr>
          <a:xfrm>
            <a:off x="5017320" y="1864800"/>
            <a:ext cx="21571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Arial"/>
                <a:ea typeface="Arial Unicode MS"/>
              </a:rPr>
              <a:t>Main Contents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0" name="TextBox 16"/>
          <p:cNvSpPr/>
          <p:nvPr/>
        </p:nvSpPr>
        <p:spPr>
          <a:xfrm>
            <a:off x="4664520" y="2302920"/>
            <a:ext cx="2871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Arial"/>
                <a:ea typeface="Arial Unicode MS"/>
              </a:rPr>
              <a:t>You can simply impress your audience and add a unique zing.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1" name="TextBox 17"/>
          <p:cNvSpPr/>
          <p:nvPr/>
        </p:nvSpPr>
        <p:spPr>
          <a:xfrm>
            <a:off x="4727880" y="3886920"/>
            <a:ext cx="273600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262626"/>
                </a:solidFill>
                <a:latin typeface="Arial"/>
                <a:ea typeface="Arial Unicode MS"/>
              </a:rPr>
              <a:t>Get a modern PowerPoint  Presentation that is beautifully designed.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262626"/>
                </a:solidFill>
                <a:latin typeface="Arial"/>
                <a:ea typeface="Arial Unicode MS"/>
              </a:rPr>
              <a:t>I hope and I believe that this Template will your Time, Money and Reputation.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262626"/>
                </a:solidFill>
                <a:latin typeface="Arial"/>
                <a:ea typeface="Arial Unicode MS"/>
              </a:rPr>
              <a:t>Easy to change colors, photos and Text.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32" name="Group 18"/>
          <p:cNvGrpSpPr/>
          <p:nvPr/>
        </p:nvGrpSpPr>
        <p:grpSpPr>
          <a:xfrm>
            <a:off x="1095480" y="2165040"/>
            <a:ext cx="3010680" cy="1029600"/>
            <a:chOff x="1095480" y="2165040"/>
            <a:chExt cx="3010680" cy="1029600"/>
          </a:xfrm>
        </p:grpSpPr>
        <p:sp>
          <p:nvSpPr>
            <p:cNvPr id="1333" name="Rectangle 3"/>
            <p:cNvSpPr/>
            <p:nvPr/>
          </p:nvSpPr>
          <p:spPr>
            <a:xfrm rot="5400000">
              <a:off x="2085480" y="1174680"/>
              <a:ext cx="1029600" cy="3009600"/>
            </a:xfrm>
            <a:custGeom>
              <a:avLst/>
              <a:gdLst>
                <a:gd name="textAreaLeft" fmla="*/ 0 w 1029600"/>
                <a:gd name="textAreaRight" fmla="*/ 1029960 w 1029600"/>
                <a:gd name="textAreaTop" fmla="*/ 0 h 3009600"/>
                <a:gd name="textAreaBottom" fmla="*/ 3009960 h 3009600"/>
              </a:gdLst>
              <a:ahLst/>
              <a:rect l="textAreaLeft" t="textAreaTop" r="textAreaRight" b="textAreaBottom"/>
              <a:pathLst>
                <a:path w="2161651" h="1656184">
                  <a:moveTo>
                    <a:pt x="0" y="0"/>
                  </a:moveTo>
                  <a:lnTo>
                    <a:pt x="1656184" y="0"/>
                  </a:lnTo>
                  <a:lnTo>
                    <a:pt x="1656184" y="640151"/>
                  </a:lnTo>
                  <a:lnTo>
                    <a:pt x="2161650" y="828092"/>
                  </a:lnTo>
                  <a:lnTo>
                    <a:pt x="1656184" y="1016033"/>
                  </a:lnTo>
                  <a:lnTo>
                    <a:pt x="1656184" y="1656184"/>
                  </a:lnTo>
                  <a:lnTo>
                    <a:pt x="0" y="1656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334" name="Rectangle 20"/>
            <p:cNvSpPr/>
            <p:nvPr/>
          </p:nvSpPr>
          <p:spPr>
            <a:xfrm>
              <a:off x="1096560" y="2165040"/>
              <a:ext cx="3009600" cy="3214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grpSp>
        <p:nvGrpSpPr>
          <p:cNvPr id="1335" name="그룹 35"/>
          <p:cNvGrpSpPr/>
          <p:nvPr/>
        </p:nvGrpSpPr>
        <p:grpSpPr>
          <a:xfrm>
            <a:off x="1313280" y="2174760"/>
            <a:ext cx="2575080" cy="770760"/>
            <a:chOff x="1313280" y="2174760"/>
            <a:chExt cx="2575080" cy="770760"/>
          </a:xfrm>
        </p:grpSpPr>
        <p:sp>
          <p:nvSpPr>
            <p:cNvPr id="1336" name="TextBox 22"/>
            <p:cNvSpPr/>
            <p:nvPr/>
          </p:nvSpPr>
          <p:spPr>
            <a:xfrm>
              <a:off x="1313280" y="2174760"/>
              <a:ext cx="257508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262626"/>
                  </a:solidFill>
                  <a:latin typeface="Arial"/>
                  <a:ea typeface="Arial Unicode MS"/>
                </a:rPr>
                <a:t>Main Contents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37" name="TextBox 23"/>
            <p:cNvSpPr/>
            <p:nvPr/>
          </p:nvSpPr>
          <p:spPr>
            <a:xfrm>
              <a:off x="1320480" y="2490120"/>
              <a:ext cx="25671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38" name="Group 24"/>
          <p:cNvGrpSpPr/>
          <p:nvPr/>
        </p:nvGrpSpPr>
        <p:grpSpPr>
          <a:xfrm>
            <a:off x="8096040" y="2172600"/>
            <a:ext cx="3021120" cy="1029600"/>
            <a:chOff x="8096040" y="2172600"/>
            <a:chExt cx="3021120" cy="1029600"/>
          </a:xfrm>
        </p:grpSpPr>
        <p:sp>
          <p:nvSpPr>
            <p:cNvPr id="1339" name="Rectangle 3"/>
            <p:cNvSpPr/>
            <p:nvPr/>
          </p:nvSpPr>
          <p:spPr>
            <a:xfrm rot="5400000">
              <a:off x="9095760" y="1182240"/>
              <a:ext cx="1029600" cy="3009600"/>
            </a:xfrm>
            <a:custGeom>
              <a:avLst/>
              <a:gdLst>
                <a:gd name="textAreaLeft" fmla="*/ 0 w 1029600"/>
                <a:gd name="textAreaRight" fmla="*/ 1029960 w 1029600"/>
                <a:gd name="textAreaTop" fmla="*/ 0 h 3009600"/>
                <a:gd name="textAreaBottom" fmla="*/ 3009960 h 3009600"/>
              </a:gdLst>
              <a:ahLst/>
              <a:rect l="textAreaLeft" t="textAreaTop" r="textAreaRight" b="textAreaBottom"/>
              <a:pathLst>
                <a:path w="2161651" h="1656184">
                  <a:moveTo>
                    <a:pt x="0" y="0"/>
                  </a:moveTo>
                  <a:lnTo>
                    <a:pt x="1656184" y="0"/>
                  </a:lnTo>
                  <a:lnTo>
                    <a:pt x="1656184" y="640151"/>
                  </a:lnTo>
                  <a:lnTo>
                    <a:pt x="2161650" y="828092"/>
                  </a:lnTo>
                  <a:lnTo>
                    <a:pt x="1656184" y="1016033"/>
                  </a:lnTo>
                  <a:lnTo>
                    <a:pt x="1656184" y="1656184"/>
                  </a:lnTo>
                  <a:lnTo>
                    <a:pt x="0" y="1656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340" name="Rectangle 26"/>
            <p:cNvSpPr/>
            <p:nvPr/>
          </p:nvSpPr>
          <p:spPr>
            <a:xfrm>
              <a:off x="8096040" y="2172600"/>
              <a:ext cx="3021120" cy="3214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grpSp>
        <p:nvGrpSpPr>
          <p:cNvPr id="1341" name="그룹 36"/>
          <p:cNvGrpSpPr/>
          <p:nvPr/>
        </p:nvGrpSpPr>
        <p:grpSpPr>
          <a:xfrm>
            <a:off x="8318880" y="2194560"/>
            <a:ext cx="2575080" cy="758520"/>
            <a:chOff x="8318880" y="2194560"/>
            <a:chExt cx="2575080" cy="758520"/>
          </a:xfrm>
        </p:grpSpPr>
        <p:sp>
          <p:nvSpPr>
            <p:cNvPr id="1342" name="TextBox 28"/>
            <p:cNvSpPr/>
            <p:nvPr/>
          </p:nvSpPr>
          <p:spPr>
            <a:xfrm>
              <a:off x="8318880" y="2194560"/>
              <a:ext cx="257508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1400" spc="-1" strike="noStrike">
                  <a:solidFill>
                    <a:srgbClr val="262626"/>
                  </a:solidFill>
                  <a:latin typeface="Arial"/>
                  <a:ea typeface="Arial Unicode MS"/>
                </a:rPr>
                <a:t>Main Contents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43" name="TextBox 29"/>
            <p:cNvSpPr/>
            <p:nvPr/>
          </p:nvSpPr>
          <p:spPr>
            <a:xfrm>
              <a:off x="8326080" y="2497680"/>
              <a:ext cx="25671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zing.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44" name="TextBox 30"/>
          <p:cNvSpPr/>
          <p:nvPr/>
        </p:nvSpPr>
        <p:spPr>
          <a:xfrm>
            <a:off x="1443600" y="3368880"/>
            <a:ext cx="23144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Arial"/>
                <a:ea typeface="Arial Unicode MS"/>
              </a:rPr>
              <a:t>Sub Contents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5" name="TextBox 31"/>
          <p:cNvSpPr/>
          <p:nvPr/>
        </p:nvSpPr>
        <p:spPr>
          <a:xfrm>
            <a:off x="1301760" y="4079160"/>
            <a:ext cx="259776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262626"/>
                </a:solidFill>
                <a:latin typeface="Arial"/>
                <a:ea typeface="Arial Unicode MS"/>
              </a:rPr>
              <a:t>Get a modern PowerPoint  Presentation that is beautifully designed.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262626"/>
                </a:solidFill>
                <a:latin typeface="Arial"/>
                <a:ea typeface="Arial Unicode MS"/>
              </a:rPr>
              <a:t>I hope and I believe that this Template will your Time, Money and Reputation.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6" name="TextBox 32"/>
          <p:cNvSpPr/>
          <p:nvPr/>
        </p:nvSpPr>
        <p:spPr>
          <a:xfrm>
            <a:off x="8487360" y="3394440"/>
            <a:ext cx="22384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Arial"/>
                <a:ea typeface="Arial Unicode MS"/>
              </a:rPr>
              <a:t>Sub Contents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7" name="TextBox 33"/>
          <p:cNvSpPr/>
          <p:nvPr/>
        </p:nvSpPr>
        <p:spPr>
          <a:xfrm>
            <a:off x="8350200" y="4122000"/>
            <a:ext cx="251244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262626"/>
                </a:solidFill>
                <a:latin typeface="Arial"/>
                <a:ea typeface="Arial Unicode MS"/>
              </a:rPr>
              <a:t>Get a modern PowerPoint  Presentation that is beautifully designed.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262626"/>
                </a:solidFill>
                <a:latin typeface="Arial"/>
                <a:ea typeface="Arial Unicode MS"/>
              </a:rPr>
              <a:t>I hope and I believe that this Template will your Time, Money and Reputation.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TextBox 2"/>
          <p:cNvSpPr/>
          <p:nvPr/>
        </p:nvSpPr>
        <p:spPr>
          <a:xfrm>
            <a:off x="354240" y="713880"/>
            <a:ext cx="3196440" cy="17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5400" spc="-1" strike="noStrike">
                <a:solidFill>
                  <a:schemeClr val="lt1"/>
                </a:solidFill>
                <a:latin typeface="Arial"/>
                <a:ea typeface="Arial Unicode MS"/>
              </a:rPr>
              <a:t>Columns  Style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9" name="TextBox 4"/>
          <p:cNvSpPr/>
          <p:nvPr/>
        </p:nvSpPr>
        <p:spPr>
          <a:xfrm>
            <a:off x="5103000" y="957240"/>
            <a:ext cx="6126120" cy="516600"/>
          </a:xfrm>
          <a:prstGeom prst="rect">
            <a:avLst/>
          </a:prstGeom>
          <a:noFill/>
          <a:ln w="0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Arial"/>
                <a:ea typeface="Arial Unicode MS"/>
              </a:rPr>
              <a:t>Get a modern PowerPoint  Presentation that is beautifully designed. </a:t>
            </a:r>
            <a:r>
              <a:rPr b="1" lang="en-US" sz="1400" spc="-1" strike="noStrike">
                <a:solidFill>
                  <a:schemeClr val="lt1"/>
                </a:solidFill>
                <a:latin typeface="Arial"/>
                <a:ea typeface="FZShuTi"/>
              </a:rPr>
              <a:t>I hope and I believe that this Template will your Time.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0" name="TextBox 5"/>
          <p:cNvSpPr/>
          <p:nvPr/>
        </p:nvSpPr>
        <p:spPr>
          <a:xfrm>
            <a:off x="5103000" y="1560960"/>
            <a:ext cx="6126120" cy="429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Arial"/>
                <a:ea typeface="Arial Unicode MS"/>
              </a:rPr>
              <a:t>You can simply impress your audience and add a unique zing and appeal to your Presentations. Easy to change colors, photos and Text. I hope and I believe that this Template will your Time, Money and Reputation. You can simply impress your audience and add a unique zing and appeal to your Presentations. Easy to change colors, photos and Text. You can simply impress your audience and add a unique zing and appeal to your Presentations. Easy to change colors, photos and Text. I hope and I believe that this Template will your Time, Money and Reputation. You can simply impress your audience and add a unique zing and appeal to your Presentations. Easy to change colors, photos and Text. I hope and I believe that this Template will your Time, Money and Reputation. You can simply impress your audience and add a unique zing and appeal to your Presentations. Easy to change colors, photos and Text. You can simply impress your audience and add a unique zing and appeal to your Presentations. Easy to change colors, photos and Text. I hope and I believe that this Template will your Time, Money and Reputation. You can simply impress your audience and add a unique zing and appeal to your Presentations. Easy to change colors, photos and Text. Easy to change colors, photos and Text. I hope and I believe that this Template will your Time, Money and Reputation. You can simply impress your audience and add a unique zing and appeal to your Presentations. Easy to change colors, photos and Text.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Arial"/>
                <a:ea typeface="Arial Unicode MS"/>
              </a:rPr>
              <a:t>I hope and I believe that this Template will your Time, Money and Reputation. Easy to change colors, photos and Text. 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Arial"/>
                <a:ea typeface="Arial Unicode MS"/>
              </a:rPr>
              <a:t>You can simply impress your audience and add a unique zing.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1" name="TextBox 6"/>
          <p:cNvSpPr/>
          <p:nvPr/>
        </p:nvSpPr>
        <p:spPr>
          <a:xfrm>
            <a:off x="1488600" y="3393000"/>
            <a:ext cx="21171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Arial"/>
                <a:ea typeface="Arial Unicode MS"/>
              </a:rPr>
              <a:t>You can simply impress your audience and add a unique zing and appeal to your Presentations. I hope and I believe that this Template will your Time, Money and Reputation. Easy to change colors, photos and Text.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2" name="Freeform: Shape 7"/>
          <p:cNvSpPr/>
          <p:nvPr/>
        </p:nvSpPr>
        <p:spPr>
          <a:xfrm>
            <a:off x="977760" y="3163680"/>
            <a:ext cx="443160" cy="409680"/>
          </a:xfrm>
          <a:custGeom>
            <a:avLst/>
            <a:gdLst>
              <a:gd name="textAreaLeft" fmla="*/ 0 w 443160"/>
              <a:gd name="textAreaRight" fmla="*/ 443520 w 443160"/>
              <a:gd name="textAreaTop" fmla="*/ 0 h 409680"/>
              <a:gd name="textAreaBottom" fmla="*/ 410040 h 409680"/>
            </a:gdLst>
            <a:ahLst/>
            <a:rect l="textAreaLeft" t="textAreaTop" r="textAreaRight" b="textAreaBottom"/>
            <a:pathLst>
              <a:path w="152069" h="140643">
                <a:moveTo>
                  <a:pt x="139177" y="0"/>
                </a:moveTo>
                <a:lnTo>
                  <a:pt x="152069" y="20510"/>
                </a:lnTo>
                <a:cubicBezTo>
                  <a:pt x="141326" y="25003"/>
                  <a:pt x="133415" y="31693"/>
                  <a:pt x="128336" y="40581"/>
                </a:cubicBezTo>
                <a:cubicBezTo>
                  <a:pt x="123257" y="49469"/>
                  <a:pt x="120425" y="62410"/>
                  <a:pt x="119839" y="79404"/>
                </a:cubicBezTo>
                <a:lnTo>
                  <a:pt x="147381" y="79404"/>
                </a:lnTo>
                <a:lnTo>
                  <a:pt x="147381" y="140643"/>
                </a:lnTo>
                <a:lnTo>
                  <a:pt x="90831" y="140643"/>
                </a:lnTo>
                <a:lnTo>
                  <a:pt x="90831" y="92297"/>
                </a:lnTo>
                <a:cubicBezTo>
                  <a:pt x="90831" y="66122"/>
                  <a:pt x="93957" y="47174"/>
                  <a:pt x="100207" y="35454"/>
                </a:cubicBezTo>
                <a:cubicBezTo>
                  <a:pt x="108412" y="19827"/>
                  <a:pt x="121401" y="8009"/>
                  <a:pt x="139177" y="0"/>
                </a:cubicBezTo>
                <a:close/>
                <a:moveTo>
                  <a:pt x="48345" y="0"/>
                </a:moveTo>
                <a:lnTo>
                  <a:pt x="61238" y="20510"/>
                </a:lnTo>
                <a:cubicBezTo>
                  <a:pt x="50494" y="25003"/>
                  <a:pt x="42583" y="31693"/>
                  <a:pt x="37504" y="40581"/>
                </a:cubicBezTo>
                <a:cubicBezTo>
                  <a:pt x="32425" y="49469"/>
                  <a:pt x="29593" y="62410"/>
                  <a:pt x="29007" y="79404"/>
                </a:cubicBezTo>
                <a:lnTo>
                  <a:pt x="56550" y="79404"/>
                </a:lnTo>
                <a:lnTo>
                  <a:pt x="56550" y="140643"/>
                </a:lnTo>
                <a:lnTo>
                  <a:pt x="0" y="140643"/>
                </a:lnTo>
                <a:lnTo>
                  <a:pt x="0" y="92297"/>
                </a:lnTo>
                <a:cubicBezTo>
                  <a:pt x="0" y="66122"/>
                  <a:pt x="3125" y="47174"/>
                  <a:pt x="9376" y="35454"/>
                </a:cubicBezTo>
                <a:cubicBezTo>
                  <a:pt x="17580" y="19827"/>
                  <a:pt x="30570" y="8009"/>
                  <a:pt x="483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353" name="Freeform: Shape 8"/>
          <p:cNvSpPr/>
          <p:nvPr/>
        </p:nvSpPr>
        <p:spPr>
          <a:xfrm rot="10800000">
            <a:off x="3229920" y="5676480"/>
            <a:ext cx="443160" cy="409680"/>
          </a:xfrm>
          <a:custGeom>
            <a:avLst/>
            <a:gdLst>
              <a:gd name="textAreaLeft" fmla="*/ 0 w 443160"/>
              <a:gd name="textAreaRight" fmla="*/ 443520 w 443160"/>
              <a:gd name="textAreaTop" fmla="*/ 0 h 409680"/>
              <a:gd name="textAreaBottom" fmla="*/ 410040 h 409680"/>
            </a:gdLst>
            <a:ahLst/>
            <a:rect l="textAreaLeft" t="textAreaTop" r="textAreaRight" b="textAreaBottom"/>
            <a:pathLst>
              <a:path w="152069" h="140643">
                <a:moveTo>
                  <a:pt x="139177" y="0"/>
                </a:moveTo>
                <a:lnTo>
                  <a:pt x="152069" y="20510"/>
                </a:lnTo>
                <a:cubicBezTo>
                  <a:pt x="141326" y="25003"/>
                  <a:pt x="133415" y="31693"/>
                  <a:pt x="128336" y="40581"/>
                </a:cubicBezTo>
                <a:cubicBezTo>
                  <a:pt x="123257" y="49469"/>
                  <a:pt x="120425" y="62410"/>
                  <a:pt x="119839" y="79404"/>
                </a:cubicBezTo>
                <a:lnTo>
                  <a:pt x="147381" y="79404"/>
                </a:lnTo>
                <a:lnTo>
                  <a:pt x="147381" y="140643"/>
                </a:lnTo>
                <a:lnTo>
                  <a:pt x="90831" y="140643"/>
                </a:lnTo>
                <a:lnTo>
                  <a:pt x="90831" y="92297"/>
                </a:lnTo>
                <a:cubicBezTo>
                  <a:pt x="90831" y="66122"/>
                  <a:pt x="93957" y="47174"/>
                  <a:pt x="100207" y="35454"/>
                </a:cubicBezTo>
                <a:cubicBezTo>
                  <a:pt x="108412" y="19827"/>
                  <a:pt x="121401" y="8009"/>
                  <a:pt x="139177" y="0"/>
                </a:cubicBezTo>
                <a:close/>
                <a:moveTo>
                  <a:pt x="48345" y="0"/>
                </a:moveTo>
                <a:lnTo>
                  <a:pt x="61238" y="20510"/>
                </a:lnTo>
                <a:cubicBezTo>
                  <a:pt x="50494" y="25003"/>
                  <a:pt x="42583" y="31693"/>
                  <a:pt x="37504" y="40581"/>
                </a:cubicBezTo>
                <a:cubicBezTo>
                  <a:pt x="32425" y="49469"/>
                  <a:pt x="29593" y="62410"/>
                  <a:pt x="29007" y="79404"/>
                </a:cubicBezTo>
                <a:lnTo>
                  <a:pt x="56550" y="79404"/>
                </a:lnTo>
                <a:lnTo>
                  <a:pt x="56550" y="140643"/>
                </a:lnTo>
                <a:lnTo>
                  <a:pt x="0" y="140643"/>
                </a:lnTo>
                <a:lnTo>
                  <a:pt x="0" y="92297"/>
                </a:lnTo>
                <a:cubicBezTo>
                  <a:pt x="0" y="66122"/>
                  <a:pt x="3125" y="47174"/>
                  <a:pt x="9376" y="35454"/>
                </a:cubicBezTo>
                <a:cubicBezTo>
                  <a:pt x="17580" y="19827"/>
                  <a:pt x="30570" y="8009"/>
                  <a:pt x="483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PlaceHolder 1"/>
          <p:cNvSpPr>
            <a:spLocks noGrp="1"/>
          </p:cNvSpPr>
          <p:nvPr>
            <p:ph/>
          </p:nvPr>
        </p:nvSpPr>
        <p:spPr>
          <a:xfrm>
            <a:off x="323640" y="339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lt1"/>
                </a:solidFill>
                <a:latin typeface="Arial"/>
                <a:ea typeface="Arial Unicode MS"/>
              </a:rPr>
              <a:t>Columns Infographic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355" name="Group 5"/>
          <p:cNvGrpSpPr/>
          <p:nvPr/>
        </p:nvGrpSpPr>
        <p:grpSpPr>
          <a:xfrm>
            <a:off x="815400" y="1482840"/>
            <a:ext cx="10609560" cy="2139120"/>
            <a:chOff x="815400" y="1482840"/>
            <a:chExt cx="10609560" cy="2139120"/>
          </a:xfrm>
        </p:grpSpPr>
        <p:sp>
          <p:nvSpPr>
            <p:cNvPr id="1356" name="TextBox 7"/>
            <p:cNvSpPr/>
            <p:nvPr/>
          </p:nvSpPr>
          <p:spPr>
            <a:xfrm>
              <a:off x="815400" y="1482840"/>
              <a:ext cx="106095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2400" spc="-1" strike="noStrike">
                  <a:solidFill>
                    <a:schemeClr val="accent1"/>
                  </a:solidFill>
                  <a:latin typeface="Arial"/>
                  <a:ea typeface="Arial Unicode MS"/>
                </a:rPr>
                <a:t>Modern PowerPoint  Presentation</a:t>
              </a:r>
              <a:endParaRPr b="0" lang="en-US" sz="2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57" name="TextBox 8"/>
            <p:cNvSpPr/>
            <p:nvPr/>
          </p:nvSpPr>
          <p:spPr>
            <a:xfrm>
              <a:off x="815400" y="1886400"/>
              <a:ext cx="10609560" cy="173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Presentations. I hope and I believe that this Template will your Time, Money and Reputation. You can simply impress your audience and add a unique zing and appeal to your Presentations. You can simply impress your audience and add a unique zing and appeal to your Presentations. I hope and I believe that this Template will your Time, Money and Reputation. You can simply impress your audience and add a unique zing and appeal to your Presentations. I hope and I believe that this Template will your Time, Money and Reputation. You can simply impress your audience and add a unique zing and appeal to your Presentations. I hope and I believe that this Template will your Time, Money and Reputation. 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Presentations. I hope and I believe that this Template will your Time, Money and Reputation. You can simply impress your audience and add a unique zing and appeal to your Presentations.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58" name="Group 9"/>
          <p:cNvGrpSpPr/>
          <p:nvPr/>
        </p:nvGrpSpPr>
        <p:grpSpPr>
          <a:xfrm>
            <a:off x="815040" y="4316760"/>
            <a:ext cx="7957080" cy="1956240"/>
            <a:chOff x="815040" y="4316760"/>
            <a:chExt cx="7957080" cy="1956240"/>
          </a:xfrm>
        </p:grpSpPr>
        <p:sp>
          <p:nvSpPr>
            <p:cNvPr id="1359" name="TextBox 11"/>
            <p:cNvSpPr/>
            <p:nvPr/>
          </p:nvSpPr>
          <p:spPr>
            <a:xfrm flipH="1">
              <a:off x="814680" y="4316760"/>
              <a:ext cx="79570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2400" spc="-1" strike="noStrike">
                  <a:solidFill>
                    <a:schemeClr val="accent2"/>
                  </a:solidFill>
                  <a:latin typeface="Arial"/>
                  <a:ea typeface="Arial Unicode MS"/>
                </a:rPr>
                <a:t>Modern PowerPoint  Presentation</a:t>
              </a:r>
              <a:endParaRPr b="0" lang="en-US" sz="2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60" name="TextBox 12"/>
            <p:cNvSpPr/>
            <p:nvPr/>
          </p:nvSpPr>
          <p:spPr>
            <a:xfrm flipH="1">
              <a:off x="814680" y="4720320"/>
              <a:ext cx="7957080" cy="155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Presentations. I hope and I believe that this Template will your Time, Money and Reputation. You can simply impress your audience and add a unique zing and appeal to your Presentations. You can simply impress your audience and add a unique zing and appeal to your Presentations. I hope and I believe that this Template will your Time, Money and Reputation. 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Arial"/>
                  <a:ea typeface="Arial Unicode MS"/>
                </a:rPr>
                <a:t>You can simply impress your audience and add a unique zing and appeal to your Presentations. I hope and I believe that this Template will your Time, Money and Reputation. You can simply impress your audience and add a unique zing and appeal to your Presentations.</a:t>
              </a:r>
              <a:endParaRPr b="0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TextBox 3"/>
          <p:cNvSpPr/>
          <p:nvPr/>
        </p:nvSpPr>
        <p:spPr>
          <a:xfrm>
            <a:off x="0" y="4615920"/>
            <a:ext cx="12191760" cy="100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6000" spc="-1" strike="noStrike">
                <a:solidFill>
                  <a:schemeClr val="lt1"/>
                </a:solidFill>
                <a:latin typeface="Calibri"/>
              </a:rPr>
              <a:t>THANK YOU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2" name="TextBox 4"/>
          <p:cNvSpPr/>
          <p:nvPr/>
        </p:nvSpPr>
        <p:spPr>
          <a:xfrm>
            <a:off x="0" y="5552280"/>
            <a:ext cx="1219140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70" spc="-1" strike="noStrike">
                <a:solidFill>
                  <a:schemeClr val="lt1"/>
                </a:solidFill>
                <a:latin typeface="Calibri"/>
              </a:rPr>
              <a:t>Insert the Subtitle of Your Presentation</a:t>
            </a:r>
            <a:endParaRPr b="0" lang="en-US" sz="187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PlaceHolder 1"/>
          <p:cNvSpPr>
            <a:spLocks noGrp="1"/>
          </p:cNvSpPr>
          <p:nvPr>
            <p:ph/>
          </p:nvPr>
        </p:nvSpPr>
        <p:spPr>
          <a:xfrm>
            <a:off x="323640" y="33264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Fully Editable Shapes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64" name="Freeform: Shape 2"/>
          <p:cNvSpPr/>
          <p:nvPr/>
        </p:nvSpPr>
        <p:spPr>
          <a:xfrm>
            <a:off x="560160" y="1455120"/>
            <a:ext cx="2021040" cy="1587600"/>
          </a:xfrm>
          <a:custGeom>
            <a:avLst/>
            <a:gdLst>
              <a:gd name="textAreaLeft" fmla="*/ 0 w 2021040"/>
              <a:gd name="textAreaRight" fmla="*/ 2021400 w 2021040"/>
              <a:gd name="textAreaTop" fmla="*/ 0 h 1587600"/>
              <a:gd name="textAreaBottom" fmla="*/ 1587960 h 1587600"/>
            </a:gdLst>
            <a:ahLst/>
            <a:rect l="textAreaLeft" t="textAreaTop" r="textAreaRight" b="textAreaBottom"/>
            <a:pathLst>
              <a:path w="4395438" h="3453324">
                <a:moveTo>
                  <a:pt x="3437669" y="3099455"/>
                </a:moveTo>
                <a:cubicBezTo>
                  <a:pt x="3408503" y="3098032"/>
                  <a:pt x="3402812" y="3111549"/>
                  <a:pt x="3410637" y="3138581"/>
                </a:cubicBezTo>
                <a:cubicBezTo>
                  <a:pt x="3461145" y="3138581"/>
                  <a:pt x="3510229" y="3138581"/>
                  <a:pt x="3558603" y="3138581"/>
                </a:cubicBezTo>
                <a:cubicBezTo>
                  <a:pt x="3563583" y="3111549"/>
                  <a:pt x="3554334" y="3100167"/>
                  <a:pt x="3529437" y="3100878"/>
                </a:cubicBezTo>
                <a:cubicBezTo>
                  <a:pt x="3498847" y="3101589"/>
                  <a:pt x="3468258" y="3101589"/>
                  <a:pt x="3437669" y="3099455"/>
                </a:cubicBezTo>
                <a:close/>
                <a:moveTo>
                  <a:pt x="878146" y="3097321"/>
                </a:moveTo>
                <a:cubicBezTo>
                  <a:pt x="853959" y="3096609"/>
                  <a:pt x="846134" y="3110126"/>
                  <a:pt x="841866" y="3133601"/>
                </a:cubicBezTo>
                <a:cubicBezTo>
                  <a:pt x="897353" y="3133601"/>
                  <a:pt x="949995" y="3133601"/>
                  <a:pt x="1002637" y="3133601"/>
                </a:cubicBezTo>
                <a:cubicBezTo>
                  <a:pt x="1006193" y="3100878"/>
                  <a:pt x="1006193" y="3100167"/>
                  <a:pt x="981295" y="3099455"/>
                </a:cubicBezTo>
                <a:cubicBezTo>
                  <a:pt x="947149" y="3098032"/>
                  <a:pt x="913003" y="3098744"/>
                  <a:pt x="878146" y="3097321"/>
                </a:cubicBezTo>
                <a:close/>
                <a:moveTo>
                  <a:pt x="2575340" y="2971397"/>
                </a:moveTo>
                <a:cubicBezTo>
                  <a:pt x="2567926" y="2971097"/>
                  <a:pt x="2558411" y="2972475"/>
                  <a:pt x="2546318" y="2974965"/>
                </a:cubicBezTo>
                <a:cubicBezTo>
                  <a:pt x="2547029" y="2990615"/>
                  <a:pt x="2548452" y="3006976"/>
                  <a:pt x="2549163" y="3022627"/>
                </a:cubicBezTo>
                <a:cubicBezTo>
                  <a:pt x="2442457" y="3022627"/>
                  <a:pt x="2337885" y="3022627"/>
                  <a:pt x="2233313" y="3022627"/>
                </a:cubicBezTo>
                <a:cubicBezTo>
                  <a:pt x="2232602" y="3003420"/>
                  <a:pt x="2231891" y="2988481"/>
                  <a:pt x="2230468" y="2972831"/>
                </a:cubicBezTo>
                <a:cubicBezTo>
                  <a:pt x="2214818" y="2972831"/>
                  <a:pt x="2201301" y="2972831"/>
                  <a:pt x="2187074" y="2972831"/>
                </a:cubicBezTo>
                <a:cubicBezTo>
                  <a:pt x="2184940" y="2989192"/>
                  <a:pt x="2183517" y="3003420"/>
                  <a:pt x="2182805" y="3020493"/>
                </a:cubicBezTo>
                <a:cubicBezTo>
                  <a:pt x="2073254" y="3020493"/>
                  <a:pt x="1967260" y="3020493"/>
                  <a:pt x="1860554" y="3020493"/>
                </a:cubicBezTo>
                <a:cubicBezTo>
                  <a:pt x="1861265" y="3010533"/>
                  <a:pt x="1861976" y="3003420"/>
                  <a:pt x="1862687" y="2996306"/>
                </a:cubicBezTo>
                <a:cubicBezTo>
                  <a:pt x="1863399" y="2988481"/>
                  <a:pt x="1864110" y="2980656"/>
                  <a:pt x="1864822" y="2973542"/>
                </a:cubicBezTo>
                <a:cubicBezTo>
                  <a:pt x="1821428" y="2967851"/>
                  <a:pt x="1816448" y="2974253"/>
                  <a:pt x="1818582" y="3034720"/>
                </a:cubicBezTo>
                <a:cubicBezTo>
                  <a:pt x="2078234" y="3034720"/>
                  <a:pt x="2337885" y="3034720"/>
                  <a:pt x="2598248" y="3034720"/>
                </a:cubicBezTo>
                <a:cubicBezTo>
                  <a:pt x="2600916" y="2988304"/>
                  <a:pt x="2597581" y="2972297"/>
                  <a:pt x="2575340" y="2971397"/>
                </a:cubicBezTo>
                <a:close/>
                <a:moveTo>
                  <a:pt x="2524266" y="2757996"/>
                </a:moveTo>
                <a:cubicBezTo>
                  <a:pt x="2537070" y="2813483"/>
                  <a:pt x="2549875" y="2869682"/>
                  <a:pt x="2563391" y="2928726"/>
                </a:cubicBezTo>
                <a:cubicBezTo>
                  <a:pt x="2332906" y="2928726"/>
                  <a:pt x="2105266" y="2928726"/>
                  <a:pt x="1871224" y="2928726"/>
                </a:cubicBezTo>
                <a:cubicBezTo>
                  <a:pt x="1883317" y="2873950"/>
                  <a:pt x="1893277" y="2822020"/>
                  <a:pt x="1906081" y="2771512"/>
                </a:cubicBezTo>
                <a:cubicBezTo>
                  <a:pt x="1907505" y="2765822"/>
                  <a:pt x="1919598" y="2758708"/>
                  <a:pt x="1927422" y="2758708"/>
                </a:cubicBezTo>
                <a:cubicBezTo>
                  <a:pt x="2124473" y="2757996"/>
                  <a:pt x="2322235" y="2757996"/>
                  <a:pt x="2524266" y="2757996"/>
                </a:cubicBezTo>
                <a:close/>
                <a:moveTo>
                  <a:pt x="2431075" y="2735943"/>
                </a:moveTo>
                <a:cubicBezTo>
                  <a:pt x="2254655" y="2736654"/>
                  <a:pt x="2078234" y="2737366"/>
                  <a:pt x="1901813" y="2738789"/>
                </a:cubicBezTo>
                <a:cubicBezTo>
                  <a:pt x="1888297" y="2738789"/>
                  <a:pt x="1865533" y="2744480"/>
                  <a:pt x="1863399" y="2752304"/>
                </a:cubicBezTo>
                <a:cubicBezTo>
                  <a:pt x="1846326" y="2814905"/>
                  <a:pt x="1833521" y="2878218"/>
                  <a:pt x="1818582" y="2945798"/>
                </a:cubicBezTo>
                <a:cubicBezTo>
                  <a:pt x="2086770" y="2946510"/>
                  <a:pt x="2349267" y="2946510"/>
                  <a:pt x="2618166" y="2946510"/>
                </a:cubicBezTo>
                <a:cubicBezTo>
                  <a:pt x="2602516" y="2878929"/>
                  <a:pt x="2588289" y="2814194"/>
                  <a:pt x="2571927" y="2750882"/>
                </a:cubicBezTo>
                <a:cubicBezTo>
                  <a:pt x="2570505" y="2744480"/>
                  <a:pt x="2554143" y="2737366"/>
                  <a:pt x="2544895" y="2736654"/>
                </a:cubicBezTo>
                <a:cubicBezTo>
                  <a:pt x="2507192" y="2735231"/>
                  <a:pt x="2469490" y="2735943"/>
                  <a:pt x="2431075" y="2735943"/>
                </a:cubicBezTo>
                <a:close/>
                <a:moveTo>
                  <a:pt x="3009422" y="2574372"/>
                </a:moveTo>
                <a:cubicBezTo>
                  <a:pt x="3038588" y="2574283"/>
                  <a:pt x="3067755" y="2574817"/>
                  <a:pt x="3096921" y="2577307"/>
                </a:cubicBezTo>
                <a:cubicBezTo>
                  <a:pt x="3111149" y="2578729"/>
                  <a:pt x="3122531" y="2606473"/>
                  <a:pt x="3136047" y="2622124"/>
                </a:cubicBezTo>
                <a:cubicBezTo>
                  <a:pt x="3133201" y="2624969"/>
                  <a:pt x="3131067" y="2628526"/>
                  <a:pt x="3128933" y="2632794"/>
                </a:cubicBezTo>
                <a:cubicBezTo>
                  <a:pt x="3069178" y="2632794"/>
                  <a:pt x="3010133" y="2635639"/>
                  <a:pt x="2951090" y="2630660"/>
                </a:cubicBezTo>
                <a:cubicBezTo>
                  <a:pt x="2937573" y="2629237"/>
                  <a:pt x="2926903" y="2600071"/>
                  <a:pt x="2914809" y="2583709"/>
                </a:cubicBezTo>
                <a:cubicBezTo>
                  <a:pt x="2916944" y="2580864"/>
                  <a:pt x="2919789" y="2578018"/>
                  <a:pt x="2921923" y="2575173"/>
                </a:cubicBezTo>
                <a:cubicBezTo>
                  <a:pt x="2951089" y="2575173"/>
                  <a:pt x="2980256" y="2574461"/>
                  <a:pt x="3009422" y="2574372"/>
                </a:cubicBezTo>
                <a:close/>
                <a:moveTo>
                  <a:pt x="1309949" y="2573750"/>
                </a:moveTo>
                <a:cubicBezTo>
                  <a:pt x="1349075" y="2573750"/>
                  <a:pt x="1387489" y="2573750"/>
                  <a:pt x="1426615" y="2573750"/>
                </a:cubicBezTo>
                <a:cubicBezTo>
                  <a:pt x="1419501" y="2632794"/>
                  <a:pt x="1417367" y="2634928"/>
                  <a:pt x="1364014" y="2634928"/>
                </a:cubicBezTo>
                <a:cubicBezTo>
                  <a:pt x="1326311" y="2634928"/>
                  <a:pt x="1288608" y="2634928"/>
                  <a:pt x="1248060" y="2634928"/>
                </a:cubicBezTo>
                <a:cubicBezTo>
                  <a:pt x="1257308" y="2575884"/>
                  <a:pt x="1260153" y="2573750"/>
                  <a:pt x="1309949" y="2573750"/>
                </a:cubicBezTo>
                <a:close/>
                <a:moveTo>
                  <a:pt x="1128549" y="2573750"/>
                </a:moveTo>
                <a:cubicBezTo>
                  <a:pt x="1166964" y="2573039"/>
                  <a:pt x="1203955" y="2573750"/>
                  <a:pt x="1244503" y="2573750"/>
                </a:cubicBezTo>
                <a:cubicBezTo>
                  <a:pt x="1228141" y="2635640"/>
                  <a:pt x="1228141" y="2635640"/>
                  <a:pt x="1172654" y="2635640"/>
                </a:cubicBezTo>
                <a:cubicBezTo>
                  <a:pt x="1135663" y="2635640"/>
                  <a:pt x="1097960" y="2635640"/>
                  <a:pt x="1059546" y="2635640"/>
                </a:cubicBezTo>
                <a:cubicBezTo>
                  <a:pt x="1072351" y="2577307"/>
                  <a:pt x="1075908" y="2574462"/>
                  <a:pt x="1128549" y="2573750"/>
                </a:cubicBezTo>
                <a:close/>
                <a:moveTo>
                  <a:pt x="2633017" y="2573661"/>
                </a:moveTo>
                <a:cubicBezTo>
                  <a:pt x="2659071" y="2573572"/>
                  <a:pt x="2683613" y="2574106"/>
                  <a:pt x="2707800" y="2576596"/>
                </a:cubicBezTo>
                <a:cubicBezTo>
                  <a:pt x="2719181" y="2578018"/>
                  <a:pt x="2727718" y="2605762"/>
                  <a:pt x="2737677" y="2620701"/>
                </a:cubicBezTo>
                <a:cubicBezTo>
                  <a:pt x="2734832" y="2624969"/>
                  <a:pt x="2731986" y="2629237"/>
                  <a:pt x="2729852" y="2633506"/>
                </a:cubicBezTo>
                <a:cubicBezTo>
                  <a:pt x="2680768" y="2633506"/>
                  <a:pt x="2631682" y="2636351"/>
                  <a:pt x="2582598" y="2631372"/>
                </a:cubicBezTo>
                <a:cubicBezTo>
                  <a:pt x="2571216" y="2629949"/>
                  <a:pt x="2563391" y="2600782"/>
                  <a:pt x="2549163" y="2574462"/>
                </a:cubicBezTo>
                <a:cubicBezTo>
                  <a:pt x="2579397" y="2574462"/>
                  <a:pt x="2606962" y="2573750"/>
                  <a:pt x="2633017" y="2573661"/>
                </a:cubicBezTo>
                <a:close/>
                <a:moveTo>
                  <a:pt x="3206117" y="2573394"/>
                </a:moveTo>
                <a:cubicBezTo>
                  <a:pt x="3230481" y="2573216"/>
                  <a:pt x="3254846" y="2573749"/>
                  <a:pt x="3279033" y="2576595"/>
                </a:cubicBezTo>
                <a:cubicBezTo>
                  <a:pt x="3293260" y="2578018"/>
                  <a:pt x="3304642" y="2605762"/>
                  <a:pt x="3316735" y="2621412"/>
                </a:cubicBezTo>
                <a:cubicBezTo>
                  <a:pt x="3314601" y="2624968"/>
                  <a:pt x="3312467" y="2628526"/>
                  <a:pt x="3310332" y="2632082"/>
                </a:cubicBezTo>
                <a:cubicBezTo>
                  <a:pt x="3263382" y="2632082"/>
                  <a:pt x="3215720" y="2636350"/>
                  <a:pt x="3170192" y="2629948"/>
                </a:cubicBezTo>
                <a:cubicBezTo>
                  <a:pt x="3153830" y="2627814"/>
                  <a:pt x="3141026" y="2600782"/>
                  <a:pt x="3126087" y="2585843"/>
                </a:cubicBezTo>
                <a:cubicBezTo>
                  <a:pt x="3128221" y="2582286"/>
                  <a:pt x="3131067" y="2578729"/>
                  <a:pt x="3133201" y="2574461"/>
                </a:cubicBezTo>
                <a:cubicBezTo>
                  <a:pt x="3157387" y="2574461"/>
                  <a:pt x="3181752" y="2573572"/>
                  <a:pt x="3206117" y="2573394"/>
                </a:cubicBezTo>
                <a:close/>
                <a:moveTo>
                  <a:pt x="3560737" y="2573128"/>
                </a:moveTo>
                <a:cubicBezTo>
                  <a:pt x="3585279" y="2572861"/>
                  <a:pt x="3608399" y="2573395"/>
                  <a:pt x="3631163" y="2576596"/>
                </a:cubicBezTo>
                <a:cubicBezTo>
                  <a:pt x="3648948" y="2578730"/>
                  <a:pt x="3663175" y="2605051"/>
                  <a:pt x="3679536" y="2620702"/>
                </a:cubicBezTo>
                <a:cubicBezTo>
                  <a:pt x="3678113" y="2623547"/>
                  <a:pt x="3676691" y="2627104"/>
                  <a:pt x="3674556" y="2629949"/>
                </a:cubicBezTo>
                <a:cubicBezTo>
                  <a:pt x="3624049" y="2629949"/>
                  <a:pt x="3572830" y="2633506"/>
                  <a:pt x="3523034" y="2627815"/>
                </a:cubicBezTo>
                <a:cubicBezTo>
                  <a:pt x="3510229" y="2625681"/>
                  <a:pt x="3499559" y="2597226"/>
                  <a:pt x="3481774" y="2574462"/>
                </a:cubicBezTo>
                <a:cubicBezTo>
                  <a:pt x="3510229" y="2574462"/>
                  <a:pt x="3536194" y="2573395"/>
                  <a:pt x="3560737" y="2573128"/>
                </a:cubicBezTo>
                <a:close/>
                <a:moveTo>
                  <a:pt x="1497752" y="2573039"/>
                </a:moveTo>
                <a:cubicBezTo>
                  <a:pt x="1535455" y="2573039"/>
                  <a:pt x="1572447" y="2573039"/>
                  <a:pt x="1610149" y="2573039"/>
                </a:cubicBezTo>
                <a:cubicBezTo>
                  <a:pt x="1608015" y="2632795"/>
                  <a:pt x="1605170" y="2634929"/>
                  <a:pt x="1551817" y="2634929"/>
                </a:cubicBezTo>
                <a:cubicBezTo>
                  <a:pt x="1512692" y="2634929"/>
                  <a:pt x="1474277" y="2634929"/>
                  <a:pt x="1432306" y="2634929"/>
                </a:cubicBezTo>
                <a:cubicBezTo>
                  <a:pt x="1447245" y="2573751"/>
                  <a:pt x="1447245" y="2573751"/>
                  <a:pt x="1497752" y="2573039"/>
                </a:cubicBezTo>
                <a:close/>
                <a:moveTo>
                  <a:pt x="812699" y="2573039"/>
                </a:moveTo>
                <a:cubicBezTo>
                  <a:pt x="894508" y="2573039"/>
                  <a:pt x="975604" y="2573039"/>
                  <a:pt x="1058124" y="2573039"/>
                </a:cubicBezTo>
                <a:cubicBezTo>
                  <a:pt x="1046030" y="2629949"/>
                  <a:pt x="1041050" y="2634929"/>
                  <a:pt x="991254" y="2634929"/>
                </a:cubicBezTo>
                <a:cubicBezTo>
                  <a:pt x="917983" y="2634929"/>
                  <a:pt x="844000" y="2634929"/>
                  <a:pt x="770731" y="2634929"/>
                </a:cubicBezTo>
                <a:cubicBezTo>
                  <a:pt x="759348" y="2634929"/>
                  <a:pt x="747965" y="2634217"/>
                  <a:pt x="735872" y="2633506"/>
                </a:cubicBezTo>
                <a:cubicBezTo>
                  <a:pt x="754368" y="2577307"/>
                  <a:pt x="759348" y="2573039"/>
                  <a:pt x="812699" y="2573039"/>
                </a:cubicBezTo>
                <a:close/>
                <a:moveTo>
                  <a:pt x="2811838" y="2572683"/>
                </a:moveTo>
                <a:cubicBezTo>
                  <a:pt x="2836914" y="2572505"/>
                  <a:pt x="2860389" y="2573038"/>
                  <a:pt x="2883509" y="2575884"/>
                </a:cubicBezTo>
                <a:cubicBezTo>
                  <a:pt x="2897736" y="2578018"/>
                  <a:pt x="2908407" y="2605762"/>
                  <a:pt x="2921211" y="2621412"/>
                </a:cubicBezTo>
                <a:cubicBezTo>
                  <a:pt x="2919077" y="2624969"/>
                  <a:pt x="2916943" y="2628526"/>
                  <a:pt x="2914808" y="2631371"/>
                </a:cubicBezTo>
                <a:cubicBezTo>
                  <a:pt x="2864301" y="2631371"/>
                  <a:pt x="2813794" y="2634217"/>
                  <a:pt x="2763998" y="2629237"/>
                </a:cubicBezTo>
                <a:cubicBezTo>
                  <a:pt x="2752616" y="2627815"/>
                  <a:pt x="2744791" y="2597937"/>
                  <a:pt x="2730563" y="2573750"/>
                </a:cubicBezTo>
                <a:cubicBezTo>
                  <a:pt x="2760085" y="2573750"/>
                  <a:pt x="2786762" y="2572861"/>
                  <a:pt x="2811838" y="2572683"/>
                </a:cubicBezTo>
                <a:close/>
                <a:moveTo>
                  <a:pt x="3382004" y="2572416"/>
                </a:moveTo>
                <a:cubicBezTo>
                  <a:pt x="3404412" y="2572149"/>
                  <a:pt x="3426643" y="2572683"/>
                  <a:pt x="3448339" y="2575884"/>
                </a:cubicBezTo>
                <a:cubicBezTo>
                  <a:pt x="3466836" y="2578729"/>
                  <a:pt x="3482486" y="2604339"/>
                  <a:pt x="3499559" y="2619278"/>
                </a:cubicBezTo>
                <a:cubicBezTo>
                  <a:pt x="3497424" y="2622835"/>
                  <a:pt x="3495291" y="2626392"/>
                  <a:pt x="3493156" y="2630660"/>
                </a:cubicBezTo>
                <a:cubicBezTo>
                  <a:pt x="3443360" y="2630660"/>
                  <a:pt x="3393564" y="2634217"/>
                  <a:pt x="3343768" y="2628525"/>
                </a:cubicBezTo>
                <a:cubicBezTo>
                  <a:pt x="3330252" y="2627103"/>
                  <a:pt x="3318870" y="2599359"/>
                  <a:pt x="3306776" y="2582998"/>
                </a:cubicBezTo>
                <a:cubicBezTo>
                  <a:pt x="3310333" y="2579441"/>
                  <a:pt x="3312467" y="2576595"/>
                  <a:pt x="3314602" y="2573750"/>
                </a:cubicBezTo>
                <a:cubicBezTo>
                  <a:pt x="3337010" y="2573750"/>
                  <a:pt x="3359596" y="2572683"/>
                  <a:pt x="3382004" y="2572416"/>
                </a:cubicBezTo>
                <a:close/>
                <a:moveTo>
                  <a:pt x="1677731" y="2572327"/>
                </a:moveTo>
                <a:cubicBezTo>
                  <a:pt x="1951609" y="2572327"/>
                  <a:pt x="2225488" y="2572327"/>
                  <a:pt x="2499367" y="2573039"/>
                </a:cubicBezTo>
                <a:cubicBezTo>
                  <a:pt x="2545606" y="2573039"/>
                  <a:pt x="2548452" y="2576595"/>
                  <a:pt x="2544895" y="2631372"/>
                </a:cubicBezTo>
                <a:cubicBezTo>
                  <a:pt x="2237582" y="2631372"/>
                  <a:pt x="1930980" y="2631372"/>
                  <a:pt x="1623666" y="2631372"/>
                </a:cubicBezTo>
                <a:cubicBezTo>
                  <a:pt x="1625089" y="2575884"/>
                  <a:pt x="1627223" y="2572327"/>
                  <a:pt x="1677731" y="2572327"/>
                </a:cubicBezTo>
                <a:close/>
                <a:moveTo>
                  <a:pt x="2263902" y="2505458"/>
                </a:moveTo>
                <a:cubicBezTo>
                  <a:pt x="2323658" y="2505458"/>
                  <a:pt x="2374166" y="2505458"/>
                  <a:pt x="2426096" y="2505458"/>
                </a:cubicBezTo>
                <a:cubicBezTo>
                  <a:pt x="2428941" y="2521108"/>
                  <a:pt x="2431076" y="2536047"/>
                  <a:pt x="2434632" y="2557388"/>
                </a:cubicBezTo>
                <a:cubicBezTo>
                  <a:pt x="2382702" y="2557388"/>
                  <a:pt x="2333617" y="2559522"/>
                  <a:pt x="2285243" y="2555254"/>
                </a:cubicBezTo>
                <a:cubicBezTo>
                  <a:pt x="2278130" y="2554543"/>
                  <a:pt x="2272439" y="2526799"/>
                  <a:pt x="2263902" y="2505458"/>
                </a:cubicBezTo>
                <a:close/>
                <a:moveTo>
                  <a:pt x="2698462" y="2504213"/>
                </a:moveTo>
                <a:cubicBezTo>
                  <a:pt x="2723271" y="2504213"/>
                  <a:pt x="2747991" y="2504747"/>
                  <a:pt x="2772533" y="2506881"/>
                </a:cubicBezTo>
                <a:cubicBezTo>
                  <a:pt x="2780359" y="2507592"/>
                  <a:pt x="2786050" y="2535336"/>
                  <a:pt x="2796721" y="2558100"/>
                </a:cubicBezTo>
                <a:cubicBezTo>
                  <a:pt x="2741945" y="2558100"/>
                  <a:pt x="2697840" y="2560945"/>
                  <a:pt x="2654446" y="2555965"/>
                </a:cubicBezTo>
                <a:cubicBezTo>
                  <a:pt x="2640930" y="2554542"/>
                  <a:pt x="2629548" y="2531068"/>
                  <a:pt x="2616743" y="2518263"/>
                </a:cubicBezTo>
                <a:cubicBezTo>
                  <a:pt x="2618878" y="2513995"/>
                  <a:pt x="2621723" y="2509015"/>
                  <a:pt x="2623857" y="2504746"/>
                </a:cubicBezTo>
                <a:cubicBezTo>
                  <a:pt x="2648755" y="2504746"/>
                  <a:pt x="2673653" y="2504213"/>
                  <a:pt x="2698462" y="2504213"/>
                </a:cubicBezTo>
                <a:close/>
                <a:moveTo>
                  <a:pt x="3520100" y="2503680"/>
                </a:moveTo>
                <a:cubicBezTo>
                  <a:pt x="3543308" y="2503502"/>
                  <a:pt x="3566428" y="2504036"/>
                  <a:pt x="3589192" y="2506882"/>
                </a:cubicBezTo>
                <a:cubicBezTo>
                  <a:pt x="3604842" y="2509015"/>
                  <a:pt x="3617647" y="2533202"/>
                  <a:pt x="3632586" y="2547429"/>
                </a:cubicBezTo>
                <a:cubicBezTo>
                  <a:pt x="3629739" y="2550275"/>
                  <a:pt x="3627606" y="2554543"/>
                  <a:pt x="3626183" y="2558100"/>
                </a:cubicBezTo>
                <a:cubicBezTo>
                  <a:pt x="3580655" y="2558100"/>
                  <a:pt x="3534416" y="2561657"/>
                  <a:pt x="3490311" y="2555966"/>
                </a:cubicBezTo>
                <a:cubicBezTo>
                  <a:pt x="3473949" y="2553831"/>
                  <a:pt x="3460433" y="2528934"/>
                  <a:pt x="3445494" y="2514706"/>
                </a:cubicBezTo>
                <a:cubicBezTo>
                  <a:pt x="3446917" y="2511149"/>
                  <a:pt x="3449051" y="2507593"/>
                  <a:pt x="3450474" y="2504747"/>
                </a:cubicBezTo>
                <a:cubicBezTo>
                  <a:pt x="3473594" y="2504747"/>
                  <a:pt x="3496891" y="2503858"/>
                  <a:pt x="3520100" y="2503680"/>
                </a:cubicBezTo>
                <a:close/>
                <a:moveTo>
                  <a:pt x="2450993" y="2503324"/>
                </a:moveTo>
                <a:cubicBezTo>
                  <a:pt x="2495810" y="2503324"/>
                  <a:pt x="2540627" y="2501901"/>
                  <a:pt x="2585443" y="2504035"/>
                </a:cubicBezTo>
                <a:cubicBezTo>
                  <a:pt x="2618166" y="2505458"/>
                  <a:pt x="2606784" y="2533913"/>
                  <a:pt x="2612475" y="2558099"/>
                </a:cubicBezTo>
                <a:cubicBezTo>
                  <a:pt x="2562679" y="2558099"/>
                  <a:pt x="2515729" y="2560944"/>
                  <a:pt x="2469489" y="2555965"/>
                </a:cubicBezTo>
                <a:cubicBezTo>
                  <a:pt x="2458819" y="2554543"/>
                  <a:pt x="2450282" y="2528222"/>
                  <a:pt x="2441034" y="2513283"/>
                </a:cubicBezTo>
                <a:cubicBezTo>
                  <a:pt x="2444591" y="2509727"/>
                  <a:pt x="2448148" y="2506881"/>
                  <a:pt x="2450993" y="2503324"/>
                </a:cubicBezTo>
                <a:close/>
                <a:moveTo>
                  <a:pt x="3345102" y="2502969"/>
                </a:moveTo>
                <a:cubicBezTo>
                  <a:pt x="3367777" y="2502791"/>
                  <a:pt x="3390363" y="2503325"/>
                  <a:pt x="3412771" y="2506171"/>
                </a:cubicBezTo>
                <a:cubicBezTo>
                  <a:pt x="3428421" y="2508304"/>
                  <a:pt x="3440515" y="2533202"/>
                  <a:pt x="3454030" y="2547429"/>
                </a:cubicBezTo>
                <a:cubicBezTo>
                  <a:pt x="3451896" y="2550275"/>
                  <a:pt x="3449762" y="2553832"/>
                  <a:pt x="3447628" y="2558100"/>
                </a:cubicBezTo>
                <a:cubicBezTo>
                  <a:pt x="3402811" y="2558100"/>
                  <a:pt x="3357995" y="2561657"/>
                  <a:pt x="3313890" y="2555967"/>
                </a:cubicBezTo>
                <a:cubicBezTo>
                  <a:pt x="3298240" y="2553832"/>
                  <a:pt x="3284724" y="2529645"/>
                  <a:pt x="3270496" y="2516129"/>
                </a:cubicBezTo>
                <a:cubicBezTo>
                  <a:pt x="3272631" y="2511861"/>
                  <a:pt x="3274764" y="2508304"/>
                  <a:pt x="3276899" y="2504036"/>
                </a:cubicBezTo>
                <a:cubicBezTo>
                  <a:pt x="3299663" y="2504036"/>
                  <a:pt x="3322427" y="2503147"/>
                  <a:pt x="3345102" y="2502969"/>
                </a:cubicBezTo>
                <a:close/>
                <a:moveTo>
                  <a:pt x="3106969" y="2502791"/>
                </a:moveTo>
                <a:cubicBezTo>
                  <a:pt x="3149741" y="2502791"/>
                  <a:pt x="3192245" y="2503325"/>
                  <a:pt x="3234928" y="2505459"/>
                </a:cubicBezTo>
                <a:cubicBezTo>
                  <a:pt x="3249866" y="2506170"/>
                  <a:pt x="3264094" y="2531779"/>
                  <a:pt x="3278321" y="2546007"/>
                </a:cubicBezTo>
                <a:cubicBezTo>
                  <a:pt x="3276187" y="2550275"/>
                  <a:pt x="3274053" y="2554543"/>
                  <a:pt x="3271919" y="2558100"/>
                </a:cubicBezTo>
                <a:cubicBezTo>
                  <a:pt x="3242041" y="2558100"/>
                  <a:pt x="3212164" y="2558100"/>
                  <a:pt x="3181574" y="2558100"/>
                </a:cubicBezTo>
                <a:cubicBezTo>
                  <a:pt x="3131778" y="2558100"/>
                  <a:pt x="3081982" y="2558100"/>
                  <a:pt x="3032897" y="2558100"/>
                </a:cubicBezTo>
                <a:cubicBezTo>
                  <a:pt x="2987369" y="2558100"/>
                  <a:pt x="2985947" y="2557389"/>
                  <a:pt x="2977410" y="2503324"/>
                </a:cubicBezTo>
                <a:cubicBezTo>
                  <a:pt x="3021160" y="2503324"/>
                  <a:pt x="3064198" y="2502791"/>
                  <a:pt x="3106969" y="2502791"/>
                </a:cubicBezTo>
                <a:close/>
                <a:moveTo>
                  <a:pt x="2165555" y="2502791"/>
                </a:moveTo>
                <a:cubicBezTo>
                  <a:pt x="2189920" y="2502791"/>
                  <a:pt x="2213751" y="2503325"/>
                  <a:pt x="2237582" y="2505459"/>
                </a:cubicBezTo>
                <a:cubicBezTo>
                  <a:pt x="2246118" y="2506882"/>
                  <a:pt x="2251098" y="2534625"/>
                  <a:pt x="2261769" y="2558100"/>
                </a:cubicBezTo>
                <a:cubicBezTo>
                  <a:pt x="2202013" y="2558100"/>
                  <a:pt x="2156485" y="2560234"/>
                  <a:pt x="2110246" y="2557389"/>
                </a:cubicBezTo>
                <a:cubicBezTo>
                  <a:pt x="2071120" y="2555255"/>
                  <a:pt x="2097441" y="2526088"/>
                  <a:pt x="2090327" y="2503324"/>
                </a:cubicBezTo>
                <a:cubicBezTo>
                  <a:pt x="2116292" y="2503324"/>
                  <a:pt x="2141190" y="2502791"/>
                  <a:pt x="2165555" y="2502791"/>
                </a:cubicBezTo>
                <a:close/>
                <a:moveTo>
                  <a:pt x="1957301" y="2502613"/>
                </a:moveTo>
                <a:cubicBezTo>
                  <a:pt x="1994291" y="2502613"/>
                  <a:pt x="2031994" y="2502613"/>
                  <a:pt x="2068274" y="2502613"/>
                </a:cubicBezTo>
                <a:cubicBezTo>
                  <a:pt x="2077522" y="2556677"/>
                  <a:pt x="2076810" y="2558811"/>
                  <a:pt x="2028438" y="2558811"/>
                </a:cubicBezTo>
                <a:cubicBezTo>
                  <a:pt x="1990023" y="2558811"/>
                  <a:pt x="1951609" y="2558811"/>
                  <a:pt x="1913195" y="2558811"/>
                </a:cubicBezTo>
                <a:cubicBezTo>
                  <a:pt x="1908927" y="2504747"/>
                  <a:pt x="1910349" y="2503325"/>
                  <a:pt x="1957301" y="2502613"/>
                </a:cubicBezTo>
                <a:close/>
                <a:moveTo>
                  <a:pt x="1775900" y="2502613"/>
                </a:moveTo>
                <a:cubicBezTo>
                  <a:pt x="1813602" y="2502613"/>
                  <a:pt x="1851305" y="2502613"/>
                  <a:pt x="1891142" y="2502613"/>
                </a:cubicBezTo>
                <a:cubicBezTo>
                  <a:pt x="1895410" y="2557388"/>
                  <a:pt x="1894698" y="2558100"/>
                  <a:pt x="1846326" y="2558100"/>
                </a:cubicBezTo>
                <a:cubicBezTo>
                  <a:pt x="1808623" y="2558100"/>
                  <a:pt x="1770920" y="2558100"/>
                  <a:pt x="1733928" y="2558100"/>
                </a:cubicBezTo>
                <a:cubicBezTo>
                  <a:pt x="1727526" y="2507592"/>
                  <a:pt x="1731083" y="2502613"/>
                  <a:pt x="1775900" y="2502613"/>
                </a:cubicBezTo>
                <a:close/>
                <a:moveTo>
                  <a:pt x="1599478" y="2502613"/>
                </a:moveTo>
                <a:cubicBezTo>
                  <a:pt x="1637181" y="2502613"/>
                  <a:pt x="1674173" y="2502613"/>
                  <a:pt x="1711164" y="2502613"/>
                </a:cubicBezTo>
                <a:cubicBezTo>
                  <a:pt x="1717566" y="2552409"/>
                  <a:pt x="1713298" y="2558100"/>
                  <a:pt x="1668482" y="2558100"/>
                </a:cubicBezTo>
                <a:cubicBezTo>
                  <a:pt x="1628645" y="2558100"/>
                  <a:pt x="1589519" y="2558100"/>
                  <a:pt x="1549682" y="2558100"/>
                </a:cubicBezTo>
                <a:cubicBezTo>
                  <a:pt x="1553239" y="2504747"/>
                  <a:pt x="1554662" y="2502613"/>
                  <a:pt x="1599478" y="2502613"/>
                </a:cubicBezTo>
                <a:close/>
                <a:moveTo>
                  <a:pt x="1420213" y="2502613"/>
                </a:moveTo>
                <a:cubicBezTo>
                  <a:pt x="1457915" y="2502613"/>
                  <a:pt x="1495618" y="2502613"/>
                  <a:pt x="1536166" y="2502613"/>
                </a:cubicBezTo>
                <a:cubicBezTo>
                  <a:pt x="1531187" y="2557388"/>
                  <a:pt x="1530475" y="2558100"/>
                  <a:pt x="1484236" y="2558100"/>
                </a:cubicBezTo>
                <a:cubicBezTo>
                  <a:pt x="1445822" y="2558100"/>
                  <a:pt x="1406697" y="2558100"/>
                  <a:pt x="1367571" y="2558100"/>
                </a:cubicBezTo>
                <a:cubicBezTo>
                  <a:pt x="1371128" y="2506170"/>
                  <a:pt x="1374685" y="2502613"/>
                  <a:pt x="1420213" y="2502613"/>
                </a:cubicBezTo>
                <a:close/>
                <a:moveTo>
                  <a:pt x="1240947" y="2502613"/>
                </a:moveTo>
                <a:cubicBezTo>
                  <a:pt x="1279361" y="2502613"/>
                  <a:pt x="1318487" y="2502613"/>
                  <a:pt x="1357613" y="2502613"/>
                </a:cubicBezTo>
                <a:cubicBezTo>
                  <a:pt x="1349076" y="2557388"/>
                  <a:pt x="1347653" y="2558100"/>
                  <a:pt x="1300703" y="2558100"/>
                </a:cubicBezTo>
                <a:cubicBezTo>
                  <a:pt x="1261577" y="2558100"/>
                  <a:pt x="1223163" y="2558100"/>
                  <a:pt x="1184037" y="2558100"/>
                </a:cubicBezTo>
                <a:cubicBezTo>
                  <a:pt x="1191863" y="2506881"/>
                  <a:pt x="1196130" y="2502613"/>
                  <a:pt x="1240947" y="2502613"/>
                </a:cubicBezTo>
                <a:close/>
                <a:moveTo>
                  <a:pt x="2870348" y="2502257"/>
                </a:moveTo>
                <a:cubicBezTo>
                  <a:pt x="2893289" y="2502079"/>
                  <a:pt x="2916231" y="2502612"/>
                  <a:pt x="2938995" y="2505458"/>
                </a:cubicBezTo>
                <a:cubicBezTo>
                  <a:pt x="2952512" y="2506881"/>
                  <a:pt x="2963182" y="2533202"/>
                  <a:pt x="2975275" y="2547429"/>
                </a:cubicBezTo>
                <a:cubicBezTo>
                  <a:pt x="2972430" y="2550986"/>
                  <a:pt x="2968873" y="2554543"/>
                  <a:pt x="2966027" y="2558100"/>
                </a:cubicBezTo>
                <a:cubicBezTo>
                  <a:pt x="2921211" y="2558100"/>
                  <a:pt x="2875683" y="2561657"/>
                  <a:pt x="2831578" y="2555966"/>
                </a:cubicBezTo>
                <a:cubicBezTo>
                  <a:pt x="2817351" y="2553831"/>
                  <a:pt x="2805969" y="2528222"/>
                  <a:pt x="2793875" y="2513283"/>
                </a:cubicBezTo>
                <a:cubicBezTo>
                  <a:pt x="2796721" y="2509726"/>
                  <a:pt x="2799566" y="2506170"/>
                  <a:pt x="2801701" y="2503324"/>
                </a:cubicBezTo>
                <a:cubicBezTo>
                  <a:pt x="2824464" y="2503324"/>
                  <a:pt x="2847406" y="2502435"/>
                  <a:pt x="2870348" y="2502257"/>
                </a:cubicBezTo>
                <a:close/>
                <a:moveTo>
                  <a:pt x="1060969" y="2501190"/>
                </a:moveTo>
                <a:cubicBezTo>
                  <a:pt x="1099383" y="2504747"/>
                  <a:pt x="1138509" y="2501901"/>
                  <a:pt x="1177634" y="2501901"/>
                </a:cubicBezTo>
                <a:cubicBezTo>
                  <a:pt x="1166252" y="2555966"/>
                  <a:pt x="1164118" y="2557389"/>
                  <a:pt x="1115745" y="2558100"/>
                </a:cubicBezTo>
                <a:cubicBezTo>
                  <a:pt x="1078754" y="2558100"/>
                  <a:pt x="1041050" y="2558100"/>
                  <a:pt x="998368" y="2558100"/>
                </a:cubicBezTo>
                <a:cubicBezTo>
                  <a:pt x="1006905" y="2519685"/>
                  <a:pt x="1021132" y="2498344"/>
                  <a:pt x="1060969" y="2501190"/>
                </a:cubicBezTo>
                <a:close/>
                <a:moveTo>
                  <a:pt x="857515" y="2501190"/>
                </a:moveTo>
                <a:cubicBezTo>
                  <a:pt x="903043" y="2504747"/>
                  <a:pt x="949282" y="2501901"/>
                  <a:pt x="995522" y="2501901"/>
                </a:cubicBezTo>
                <a:cubicBezTo>
                  <a:pt x="986985" y="2550986"/>
                  <a:pt x="979872" y="2557389"/>
                  <a:pt x="935055" y="2557389"/>
                </a:cubicBezTo>
                <a:cubicBezTo>
                  <a:pt x="884548" y="2558100"/>
                  <a:pt x="834041" y="2558100"/>
                  <a:pt x="780688" y="2558100"/>
                </a:cubicBezTo>
                <a:cubicBezTo>
                  <a:pt x="792781" y="2513283"/>
                  <a:pt x="816967" y="2498344"/>
                  <a:pt x="857515" y="2501190"/>
                </a:cubicBezTo>
                <a:close/>
                <a:moveTo>
                  <a:pt x="2189208" y="2440011"/>
                </a:moveTo>
                <a:cubicBezTo>
                  <a:pt x="2239004" y="2440011"/>
                  <a:pt x="2287378" y="2440011"/>
                  <a:pt x="2338596" y="2440011"/>
                </a:cubicBezTo>
                <a:cubicBezTo>
                  <a:pt x="2340731" y="2453528"/>
                  <a:pt x="2342865" y="2465620"/>
                  <a:pt x="2345710" y="2483405"/>
                </a:cubicBezTo>
                <a:cubicBezTo>
                  <a:pt x="2293780" y="2483405"/>
                  <a:pt x="2243272" y="2483405"/>
                  <a:pt x="2189208" y="2483405"/>
                </a:cubicBezTo>
                <a:cubicBezTo>
                  <a:pt x="2189208" y="2469178"/>
                  <a:pt x="2189208" y="2457084"/>
                  <a:pt x="2189208" y="2440011"/>
                </a:cubicBezTo>
                <a:close/>
                <a:moveTo>
                  <a:pt x="3481329" y="2439211"/>
                </a:moveTo>
                <a:cubicBezTo>
                  <a:pt x="3504360" y="2439122"/>
                  <a:pt x="3527301" y="2439656"/>
                  <a:pt x="3550065" y="2442146"/>
                </a:cubicBezTo>
                <a:cubicBezTo>
                  <a:pt x="3563581" y="2443568"/>
                  <a:pt x="3574252" y="2467044"/>
                  <a:pt x="3592036" y="2486962"/>
                </a:cubicBezTo>
                <a:cubicBezTo>
                  <a:pt x="3535837" y="2486962"/>
                  <a:pt x="3490310" y="2489807"/>
                  <a:pt x="3445494" y="2485539"/>
                </a:cubicBezTo>
                <a:cubicBezTo>
                  <a:pt x="3431977" y="2484117"/>
                  <a:pt x="3420595" y="2462064"/>
                  <a:pt x="3408502" y="2449259"/>
                </a:cubicBezTo>
                <a:cubicBezTo>
                  <a:pt x="3409925" y="2446414"/>
                  <a:pt x="3411348" y="2442857"/>
                  <a:pt x="3412059" y="2440012"/>
                </a:cubicBezTo>
                <a:cubicBezTo>
                  <a:pt x="3435179" y="2440012"/>
                  <a:pt x="3458298" y="2439300"/>
                  <a:pt x="3481329" y="2439211"/>
                </a:cubicBezTo>
                <a:close/>
                <a:moveTo>
                  <a:pt x="2599582" y="2438767"/>
                </a:moveTo>
                <a:cubicBezTo>
                  <a:pt x="2622790" y="2438767"/>
                  <a:pt x="2645910" y="2439301"/>
                  <a:pt x="2668674" y="2441435"/>
                </a:cubicBezTo>
                <a:cubicBezTo>
                  <a:pt x="2678633" y="2441435"/>
                  <a:pt x="2685747" y="2466332"/>
                  <a:pt x="2697840" y="2487673"/>
                </a:cubicBezTo>
                <a:cubicBezTo>
                  <a:pt x="2643064" y="2487673"/>
                  <a:pt x="2598248" y="2489808"/>
                  <a:pt x="2553431" y="2486251"/>
                </a:cubicBezTo>
                <a:cubicBezTo>
                  <a:pt x="2542049" y="2485540"/>
                  <a:pt x="2532801" y="2462776"/>
                  <a:pt x="2522842" y="2450682"/>
                </a:cubicBezTo>
                <a:cubicBezTo>
                  <a:pt x="2524976" y="2447126"/>
                  <a:pt x="2527821" y="2443569"/>
                  <a:pt x="2529956" y="2439300"/>
                </a:cubicBezTo>
                <a:cubicBezTo>
                  <a:pt x="2553076" y="2439300"/>
                  <a:pt x="2576373" y="2438767"/>
                  <a:pt x="2599582" y="2438767"/>
                </a:cubicBezTo>
                <a:close/>
                <a:moveTo>
                  <a:pt x="2768889" y="2438500"/>
                </a:moveTo>
                <a:cubicBezTo>
                  <a:pt x="2791564" y="2438412"/>
                  <a:pt x="2814150" y="2438945"/>
                  <a:pt x="2836558" y="2441435"/>
                </a:cubicBezTo>
                <a:cubicBezTo>
                  <a:pt x="2847229" y="2442857"/>
                  <a:pt x="2855766" y="2467044"/>
                  <a:pt x="2865725" y="2480560"/>
                </a:cubicBezTo>
                <a:cubicBezTo>
                  <a:pt x="2861457" y="2482694"/>
                  <a:pt x="2858611" y="2485540"/>
                  <a:pt x="2855054" y="2488385"/>
                </a:cubicBezTo>
                <a:cubicBezTo>
                  <a:pt x="2818774" y="2488385"/>
                  <a:pt x="2782495" y="2488385"/>
                  <a:pt x="2746214" y="2488385"/>
                </a:cubicBezTo>
                <a:cubicBezTo>
                  <a:pt x="2705665" y="2488385"/>
                  <a:pt x="2705665" y="2487674"/>
                  <a:pt x="2700686" y="2439301"/>
                </a:cubicBezTo>
                <a:cubicBezTo>
                  <a:pt x="2723450" y="2439301"/>
                  <a:pt x="2746214" y="2438589"/>
                  <a:pt x="2768889" y="2438500"/>
                </a:cubicBezTo>
                <a:close/>
                <a:moveTo>
                  <a:pt x="2428497" y="2437077"/>
                </a:moveTo>
                <a:cubicBezTo>
                  <a:pt x="2450816" y="2436988"/>
                  <a:pt x="2473046" y="2437522"/>
                  <a:pt x="2495099" y="2440012"/>
                </a:cubicBezTo>
                <a:cubicBezTo>
                  <a:pt x="2505770" y="2440723"/>
                  <a:pt x="2513595" y="2464910"/>
                  <a:pt x="2522843" y="2478426"/>
                </a:cubicBezTo>
                <a:cubicBezTo>
                  <a:pt x="2520708" y="2481271"/>
                  <a:pt x="2517863" y="2484828"/>
                  <a:pt x="2515729" y="2487674"/>
                </a:cubicBezTo>
                <a:cubicBezTo>
                  <a:pt x="2470201" y="2487674"/>
                  <a:pt x="2423962" y="2489808"/>
                  <a:pt x="2378434" y="2485539"/>
                </a:cubicBezTo>
                <a:cubicBezTo>
                  <a:pt x="2369186" y="2484828"/>
                  <a:pt x="2361361" y="2460642"/>
                  <a:pt x="2352824" y="2447125"/>
                </a:cubicBezTo>
                <a:cubicBezTo>
                  <a:pt x="2355670" y="2444280"/>
                  <a:pt x="2358515" y="2441434"/>
                  <a:pt x="2361361" y="2437878"/>
                </a:cubicBezTo>
                <a:cubicBezTo>
                  <a:pt x="2383769" y="2437878"/>
                  <a:pt x="2406177" y="2437166"/>
                  <a:pt x="2428497" y="2437077"/>
                </a:cubicBezTo>
                <a:close/>
                <a:moveTo>
                  <a:pt x="3101634" y="2436722"/>
                </a:moveTo>
                <a:cubicBezTo>
                  <a:pt x="3123597" y="2436455"/>
                  <a:pt x="3144227" y="2436811"/>
                  <a:pt x="3164501" y="2439301"/>
                </a:cubicBezTo>
                <a:cubicBezTo>
                  <a:pt x="3180863" y="2441435"/>
                  <a:pt x="3194379" y="2460642"/>
                  <a:pt x="3209318" y="2472735"/>
                </a:cubicBezTo>
                <a:cubicBezTo>
                  <a:pt x="3207183" y="2477003"/>
                  <a:pt x="3205761" y="2481271"/>
                  <a:pt x="3203626" y="2485540"/>
                </a:cubicBezTo>
                <a:cubicBezTo>
                  <a:pt x="3155254" y="2485540"/>
                  <a:pt x="3106880" y="2487674"/>
                  <a:pt x="3059218" y="2483406"/>
                </a:cubicBezTo>
                <a:cubicBezTo>
                  <a:pt x="3049970" y="2483406"/>
                  <a:pt x="3042856" y="2459219"/>
                  <a:pt x="3030763" y="2437878"/>
                </a:cubicBezTo>
                <a:cubicBezTo>
                  <a:pt x="3056373" y="2437878"/>
                  <a:pt x="3079670" y="2436989"/>
                  <a:pt x="3101634" y="2436722"/>
                </a:cubicBezTo>
                <a:close/>
                <a:moveTo>
                  <a:pt x="2934639" y="2436722"/>
                </a:moveTo>
                <a:cubicBezTo>
                  <a:pt x="2955714" y="2436455"/>
                  <a:pt x="2976699" y="2436811"/>
                  <a:pt x="2997329" y="2439301"/>
                </a:cubicBezTo>
                <a:cubicBezTo>
                  <a:pt x="3012268" y="2441435"/>
                  <a:pt x="3024362" y="2462776"/>
                  <a:pt x="3037877" y="2475580"/>
                </a:cubicBezTo>
                <a:cubicBezTo>
                  <a:pt x="3035743" y="2479138"/>
                  <a:pt x="3032897" y="2483406"/>
                  <a:pt x="3030764" y="2486962"/>
                </a:cubicBezTo>
                <a:cubicBezTo>
                  <a:pt x="2985236" y="2486962"/>
                  <a:pt x="2939708" y="2489808"/>
                  <a:pt x="2894891" y="2484829"/>
                </a:cubicBezTo>
                <a:cubicBezTo>
                  <a:pt x="2882798" y="2483406"/>
                  <a:pt x="2873550" y="2460642"/>
                  <a:pt x="2862879" y="2447126"/>
                </a:cubicBezTo>
                <a:cubicBezTo>
                  <a:pt x="2866436" y="2444992"/>
                  <a:pt x="2869281" y="2441435"/>
                  <a:pt x="2871416" y="2437878"/>
                </a:cubicBezTo>
                <a:cubicBezTo>
                  <a:pt x="2892401" y="2437878"/>
                  <a:pt x="2913565" y="2436989"/>
                  <a:pt x="2934639" y="2436722"/>
                </a:cubicBezTo>
                <a:close/>
                <a:moveTo>
                  <a:pt x="2056892" y="2436455"/>
                </a:moveTo>
                <a:cubicBezTo>
                  <a:pt x="2081791" y="2436455"/>
                  <a:pt x="2106688" y="2436455"/>
                  <a:pt x="2131587" y="2437167"/>
                </a:cubicBezTo>
                <a:cubicBezTo>
                  <a:pt x="2174270" y="2437878"/>
                  <a:pt x="2174981" y="2438590"/>
                  <a:pt x="2166444" y="2485540"/>
                </a:cubicBezTo>
                <a:cubicBezTo>
                  <a:pt x="2118070" y="2485540"/>
                  <a:pt x="2068986" y="2485540"/>
                  <a:pt x="2019901" y="2485540"/>
                </a:cubicBezTo>
                <a:cubicBezTo>
                  <a:pt x="2011364" y="2439301"/>
                  <a:pt x="2013499" y="2437167"/>
                  <a:pt x="2056892" y="2436455"/>
                </a:cubicBezTo>
                <a:close/>
                <a:moveTo>
                  <a:pt x="1889720" y="2435032"/>
                </a:moveTo>
                <a:cubicBezTo>
                  <a:pt x="1920309" y="2435032"/>
                  <a:pt x="1950898" y="2434321"/>
                  <a:pt x="1981487" y="2437166"/>
                </a:cubicBezTo>
                <a:cubicBezTo>
                  <a:pt x="1987889" y="2437878"/>
                  <a:pt x="1999271" y="2452816"/>
                  <a:pt x="1998560" y="2459930"/>
                </a:cubicBezTo>
                <a:cubicBezTo>
                  <a:pt x="1997848" y="2469889"/>
                  <a:pt x="1987889" y="2486251"/>
                  <a:pt x="1980775" y="2486251"/>
                </a:cubicBezTo>
                <a:cubicBezTo>
                  <a:pt x="1934536" y="2488385"/>
                  <a:pt x="1889008" y="2487674"/>
                  <a:pt x="1843480" y="2487674"/>
                </a:cubicBezTo>
                <a:cubicBezTo>
                  <a:pt x="1844191" y="2436455"/>
                  <a:pt x="1844903" y="2435032"/>
                  <a:pt x="1889720" y="2435032"/>
                </a:cubicBezTo>
                <a:close/>
                <a:moveTo>
                  <a:pt x="1711877" y="2435032"/>
                </a:moveTo>
                <a:cubicBezTo>
                  <a:pt x="1748868" y="2434321"/>
                  <a:pt x="1786571" y="2435032"/>
                  <a:pt x="1825697" y="2435032"/>
                </a:cubicBezTo>
                <a:cubicBezTo>
                  <a:pt x="1830676" y="2474158"/>
                  <a:pt x="1821428" y="2491231"/>
                  <a:pt x="1785148" y="2489096"/>
                </a:cubicBezTo>
                <a:cubicBezTo>
                  <a:pt x="1747445" y="2486251"/>
                  <a:pt x="1709742" y="2488385"/>
                  <a:pt x="1672750" y="2488385"/>
                </a:cubicBezTo>
                <a:cubicBezTo>
                  <a:pt x="1667059" y="2443569"/>
                  <a:pt x="1672750" y="2435744"/>
                  <a:pt x="1711877" y="2435032"/>
                </a:cubicBezTo>
                <a:close/>
                <a:moveTo>
                  <a:pt x="1543281" y="2434321"/>
                </a:moveTo>
                <a:cubicBezTo>
                  <a:pt x="1580272" y="2434321"/>
                  <a:pt x="1617263" y="2435033"/>
                  <a:pt x="1654967" y="2435033"/>
                </a:cubicBezTo>
                <a:cubicBezTo>
                  <a:pt x="1657100" y="2475581"/>
                  <a:pt x="1645007" y="2491231"/>
                  <a:pt x="1608727" y="2488385"/>
                </a:cubicBezTo>
                <a:cubicBezTo>
                  <a:pt x="1571025" y="2485540"/>
                  <a:pt x="1533322" y="2487674"/>
                  <a:pt x="1495619" y="2487674"/>
                </a:cubicBezTo>
                <a:cubicBezTo>
                  <a:pt x="1497754" y="2439301"/>
                  <a:pt x="1501310" y="2435033"/>
                  <a:pt x="1543281" y="2434321"/>
                </a:cubicBezTo>
                <a:close/>
                <a:moveTo>
                  <a:pt x="887395" y="2434321"/>
                </a:moveTo>
                <a:cubicBezTo>
                  <a:pt x="966357" y="2435744"/>
                  <a:pt x="1045320" y="2434321"/>
                  <a:pt x="1126416" y="2434321"/>
                </a:cubicBezTo>
                <a:cubicBezTo>
                  <a:pt x="1120014" y="2477003"/>
                  <a:pt x="1100095" y="2489096"/>
                  <a:pt x="1063815" y="2488385"/>
                </a:cubicBezTo>
                <a:cubicBezTo>
                  <a:pt x="984853" y="2485540"/>
                  <a:pt x="905890" y="2487673"/>
                  <a:pt x="824082" y="2487673"/>
                </a:cubicBezTo>
                <a:cubicBezTo>
                  <a:pt x="834041" y="2452817"/>
                  <a:pt x="848981" y="2432897"/>
                  <a:pt x="887395" y="2434321"/>
                </a:cubicBezTo>
                <a:close/>
                <a:moveTo>
                  <a:pt x="1368994" y="2433610"/>
                </a:moveTo>
                <a:cubicBezTo>
                  <a:pt x="1407407" y="2436455"/>
                  <a:pt x="1445110" y="2434322"/>
                  <a:pt x="1482814" y="2434322"/>
                </a:cubicBezTo>
                <a:cubicBezTo>
                  <a:pt x="1483525" y="2480560"/>
                  <a:pt x="1462895" y="2490520"/>
                  <a:pt x="1428037" y="2487674"/>
                </a:cubicBezTo>
                <a:cubicBezTo>
                  <a:pt x="1391758" y="2484829"/>
                  <a:pt x="1355477" y="2486963"/>
                  <a:pt x="1317063" y="2486963"/>
                </a:cubicBezTo>
                <a:cubicBezTo>
                  <a:pt x="1319198" y="2450683"/>
                  <a:pt x="1332002" y="2431476"/>
                  <a:pt x="1368994" y="2433610"/>
                </a:cubicBezTo>
                <a:close/>
                <a:moveTo>
                  <a:pt x="1196841" y="2433609"/>
                </a:moveTo>
                <a:cubicBezTo>
                  <a:pt x="1233833" y="2435743"/>
                  <a:pt x="1271536" y="2434320"/>
                  <a:pt x="1310661" y="2434320"/>
                </a:cubicBezTo>
                <a:cubicBezTo>
                  <a:pt x="1308527" y="2474869"/>
                  <a:pt x="1292877" y="2491230"/>
                  <a:pt x="1255174" y="2488385"/>
                </a:cubicBezTo>
                <a:cubicBezTo>
                  <a:pt x="1218183" y="2484828"/>
                  <a:pt x="1180480" y="2487674"/>
                  <a:pt x="1141354" y="2487674"/>
                </a:cubicBezTo>
                <a:cubicBezTo>
                  <a:pt x="1146333" y="2449260"/>
                  <a:pt x="1160561" y="2432187"/>
                  <a:pt x="1196841" y="2433609"/>
                </a:cubicBezTo>
                <a:close/>
                <a:moveTo>
                  <a:pt x="2110957" y="2377411"/>
                </a:moveTo>
                <a:cubicBezTo>
                  <a:pt x="2157908" y="2377411"/>
                  <a:pt x="2205570" y="2377411"/>
                  <a:pt x="2256789" y="2377411"/>
                </a:cubicBezTo>
                <a:cubicBezTo>
                  <a:pt x="2257500" y="2393061"/>
                  <a:pt x="2258212" y="2405154"/>
                  <a:pt x="2258923" y="2420093"/>
                </a:cubicBezTo>
                <a:cubicBezTo>
                  <a:pt x="2207704" y="2420093"/>
                  <a:pt x="2160753" y="2420093"/>
                  <a:pt x="2110957" y="2420093"/>
                </a:cubicBezTo>
                <a:cubicBezTo>
                  <a:pt x="2110957" y="2405866"/>
                  <a:pt x="2110957" y="2393061"/>
                  <a:pt x="2110957" y="2377411"/>
                </a:cubicBezTo>
                <a:close/>
                <a:moveTo>
                  <a:pt x="1943783" y="2376699"/>
                </a:moveTo>
                <a:cubicBezTo>
                  <a:pt x="1993580" y="2376699"/>
                  <a:pt x="2040531" y="2376699"/>
                  <a:pt x="2090327" y="2376699"/>
                </a:cubicBezTo>
                <a:cubicBezTo>
                  <a:pt x="2090327" y="2391638"/>
                  <a:pt x="2090327" y="2403731"/>
                  <a:pt x="2090327" y="2419381"/>
                </a:cubicBezTo>
                <a:cubicBezTo>
                  <a:pt x="2040531" y="2419381"/>
                  <a:pt x="1992158" y="2419381"/>
                  <a:pt x="1938804" y="2419381"/>
                </a:cubicBezTo>
                <a:cubicBezTo>
                  <a:pt x="1940938" y="2404442"/>
                  <a:pt x="1942361" y="2391638"/>
                  <a:pt x="1943783" y="2376699"/>
                </a:cubicBezTo>
                <a:close/>
                <a:moveTo>
                  <a:pt x="3440782" y="2375544"/>
                </a:moveTo>
                <a:cubicBezTo>
                  <a:pt x="3461678" y="2375277"/>
                  <a:pt x="3482486" y="2375633"/>
                  <a:pt x="3503115" y="2378123"/>
                </a:cubicBezTo>
                <a:cubicBezTo>
                  <a:pt x="3518055" y="2380257"/>
                  <a:pt x="3530859" y="2401598"/>
                  <a:pt x="3544375" y="2413691"/>
                </a:cubicBezTo>
                <a:cubicBezTo>
                  <a:pt x="3542952" y="2417248"/>
                  <a:pt x="3541530" y="2420093"/>
                  <a:pt x="3539396" y="2422939"/>
                </a:cubicBezTo>
                <a:cubicBezTo>
                  <a:pt x="3496002" y="2422939"/>
                  <a:pt x="3452608" y="2425784"/>
                  <a:pt x="3409926" y="2421517"/>
                </a:cubicBezTo>
                <a:cubicBezTo>
                  <a:pt x="3396409" y="2420093"/>
                  <a:pt x="3385027" y="2398752"/>
                  <a:pt x="3372934" y="2386659"/>
                </a:cubicBezTo>
                <a:cubicBezTo>
                  <a:pt x="3374357" y="2383102"/>
                  <a:pt x="3376491" y="2380257"/>
                  <a:pt x="3377914" y="2376700"/>
                </a:cubicBezTo>
                <a:cubicBezTo>
                  <a:pt x="3398900" y="2376700"/>
                  <a:pt x="3419885" y="2375811"/>
                  <a:pt x="3440782" y="2375544"/>
                </a:cubicBezTo>
                <a:close/>
                <a:moveTo>
                  <a:pt x="2506392" y="2375366"/>
                </a:moveTo>
                <a:cubicBezTo>
                  <a:pt x="2529601" y="2375277"/>
                  <a:pt x="2551298" y="2375633"/>
                  <a:pt x="2572639" y="2377411"/>
                </a:cubicBezTo>
                <a:cubicBezTo>
                  <a:pt x="2582598" y="2378123"/>
                  <a:pt x="2590423" y="2400886"/>
                  <a:pt x="2598959" y="2412979"/>
                </a:cubicBezTo>
                <a:cubicBezTo>
                  <a:pt x="2596826" y="2416536"/>
                  <a:pt x="2594691" y="2419382"/>
                  <a:pt x="2592557" y="2422227"/>
                </a:cubicBezTo>
                <a:cubicBezTo>
                  <a:pt x="2548452" y="2422227"/>
                  <a:pt x="2503635" y="2424361"/>
                  <a:pt x="2459530" y="2420805"/>
                </a:cubicBezTo>
                <a:cubicBezTo>
                  <a:pt x="2450283" y="2420093"/>
                  <a:pt x="2443880" y="2396618"/>
                  <a:pt x="2431075" y="2375988"/>
                </a:cubicBezTo>
                <a:cubicBezTo>
                  <a:pt x="2458463" y="2375988"/>
                  <a:pt x="2483184" y="2375455"/>
                  <a:pt x="2506392" y="2375366"/>
                </a:cubicBezTo>
                <a:close/>
                <a:moveTo>
                  <a:pt x="2342865" y="2375366"/>
                </a:moveTo>
                <a:cubicBezTo>
                  <a:pt x="2364918" y="2375277"/>
                  <a:pt x="2386971" y="2375633"/>
                  <a:pt x="2409023" y="2377411"/>
                </a:cubicBezTo>
                <a:cubicBezTo>
                  <a:pt x="2417559" y="2378123"/>
                  <a:pt x="2423962" y="2401597"/>
                  <a:pt x="2436766" y="2422938"/>
                </a:cubicBezTo>
                <a:cubicBezTo>
                  <a:pt x="2380568" y="2422938"/>
                  <a:pt x="2337174" y="2425073"/>
                  <a:pt x="2294492" y="2421516"/>
                </a:cubicBezTo>
                <a:cubicBezTo>
                  <a:pt x="2285243" y="2420805"/>
                  <a:pt x="2277419" y="2398752"/>
                  <a:pt x="2268882" y="2386659"/>
                </a:cubicBezTo>
                <a:cubicBezTo>
                  <a:pt x="2271728" y="2383102"/>
                  <a:pt x="2273862" y="2379545"/>
                  <a:pt x="2276708" y="2375988"/>
                </a:cubicBezTo>
                <a:cubicBezTo>
                  <a:pt x="2298760" y="2375988"/>
                  <a:pt x="2320812" y="2375455"/>
                  <a:pt x="2342865" y="2375366"/>
                </a:cubicBezTo>
                <a:close/>
                <a:moveTo>
                  <a:pt x="3109014" y="2375277"/>
                </a:moveTo>
                <a:cubicBezTo>
                  <a:pt x="3155965" y="2375277"/>
                  <a:pt x="3202916" y="2375277"/>
                  <a:pt x="3249155" y="2375277"/>
                </a:cubicBezTo>
                <a:cubicBezTo>
                  <a:pt x="3357995" y="2375277"/>
                  <a:pt x="3357995" y="2375277"/>
                  <a:pt x="3408503" y="2472024"/>
                </a:cubicBezTo>
                <a:cubicBezTo>
                  <a:pt x="3410637" y="2476292"/>
                  <a:pt x="3412771" y="2480561"/>
                  <a:pt x="3416328" y="2489808"/>
                </a:cubicBezTo>
                <a:cubicBezTo>
                  <a:pt x="3356573" y="2489808"/>
                  <a:pt x="3301085" y="2491231"/>
                  <a:pt x="3246309" y="2488385"/>
                </a:cubicBezTo>
                <a:cubicBezTo>
                  <a:pt x="3237062" y="2487674"/>
                  <a:pt x="3224257" y="2471313"/>
                  <a:pt x="3219989" y="2459219"/>
                </a:cubicBezTo>
                <a:cubicBezTo>
                  <a:pt x="3209318" y="2430053"/>
                  <a:pt x="3192245" y="2417960"/>
                  <a:pt x="3161656" y="2422228"/>
                </a:cubicBezTo>
                <a:cubicBezTo>
                  <a:pt x="3130355" y="2427207"/>
                  <a:pt x="3112571" y="2412980"/>
                  <a:pt x="3109014" y="2375277"/>
                </a:cubicBezTo>
                <a:close/>
                <a:moveTo>
                  <a:pt x="3001508" y="2375099"/>
                </a:moveTo>
                <a:cubicBezTo>
                  <a:pt x="3022938" y="2374921"/>
                  <a:pt x="3044279" y="2375277"/>
                  <a:pt x="3065620" y="2377411"/>
                </a:cubicBezTo>
                <a:cubicBezTo>
                  <a:pt x="3077714" y="2378834"/>
                  <a:pt x="3087673" y="2399464"/>
                  <a:pt x="3098343" y="2411557"/>
                </a:cubicBezTo>
                <a:cubicBezTo>
                  <a:pt x="3096209" y="2415825"/>
                  <a:pt x="3094075" y="2419382"/>
                  <a:pt x="3091941" y="2422939"/>
                </a:cubicBezTo>
                <a:cubicBezTo>
                  <a:pt x="3049259" y="2422939"/>
                  <a:pt x="3006577" y="2425784"/>
                  <a:pt x="2965316" y="2421516"/>
                </a:cubicBezTo>
                <a:cubicBezTo>
                  <a:pt x="2952512" y="2420093"/>
                  <a:pt x="2941841" y="2398752"/>
                  <a:pt x="2930459" y="2386659"/>
                </a:cubicBezTo>
                <a:cubicBezTo>
                  <a:pt x="2932593" y="2383102"/>
                  <a:pt x="2934727" y="2379546"/>
                  <a:pt x="2936861" y="2375988"/>
                </a:cubicBezTo>
                <a:cubicBezTo>
                  <a:pt x="2958558" y="2375988"/>
                  <a:pt x="2980077" y="2375277"/>
                  <a:pt x="3001508" y="2375099"/>
                </a:cubicBezTo>
                <a:close/>
                <a:moveTo>
                  <a:pt x="2836202" y="2375099"/>
                </a:moveTo>
                <a:cubicBezTo>
                  <a:pt x="2857188" y="2374921"/>
                  <a:pt x="2878173" y="2375277"/>
                  <a:pt x="2899158" y="2377411"/>
                </a:cubicBezTo>
                <a:cubicBezTo>
                  <a:pt x="2911252" y="2378834"/>
                  <a:pt x="2921923" y="2400175"/>
                  <a:pt x="2933304" y="2412268"/>
                </a:cubicBezTo>
                <a:cubicBezTo>
                  <a:pt x="2929748" y="2415825"/>
                  <a:pt x="2926902" y="2419382"/>
                  <a:pt x="2924057" y="2422939"/>
                </a:cubicBezTo>
                <a:cubicBezTo>
                  <a:pt x="2882797" y="2422939"/>
                  <a:pt x="2841538" y="2425784"/>
                  <a:pt x="2800989" y="2421516"/>
                </a:cubicBezTo>
                <a:cubicBezTo>
                  <a:pt x="2788184" y="2420093"/>
                  <a:pt x="2776802" y="2399464"/>
                  <a:pt x="2765420" y="2387370"/>
                </a:cubicBezTo>
                <a:cubicBezTo>
                  <a:pt x="2768266" y="2383814"/>
                  <a:pt x="2770400" y="2379546"/>
                  <a:pt x="2773246" y="2375988"/>
                </a:cubicBezTo>
                <a:cubicBezTo>
                  <a:pt x="2794231" y="2375988"/>
                  <a:pt x="2815217" y="2375277"/>
                  <a:pt x="2836202" y="2375099"/>
                </a:cubicBezTo>
                <a:close/>
                <a:moveTo>
                  <a:pt x="2671431" y="2374388"/>
                </a:moveTo>
                <a:cubicBezTo>
                  <a:pt x="2691972" y="2374210"/>
                  <a:pt x="2712424" y="2374566"/>
                  <a:pt x="2732698" y="2376700"/>
                </a:cubicBezTo>
                <a:cubicBezTo>
                  <a:pt x="2744792" y="2378123"/>
                  <a:pt x="2754751" y="2398753"/>
                  <a:pt x="2765421" y="2410135"/>
                </a:cubicBezTo>
                <a:cubicBezTo>
                  <a:pt x="2763287" y="2413691"/>
                  <a:pt x="2760442" y="2417959"/>
                  <a:pt x="2758307" y="2421517"/>
                </a:cubicBezTo>
                <a:cubicBezTo>
                  <a:pt x="2714202" y="2421517"/>
                  <a:pt x="2669386" y="2423650"/>
                  <a:pt x="2625992" y="2420094"/>
                </a:cubicBezTo>
                <a:cubicBezTo>
                  <a:pt x="2616744" y="2419382"/>
                  <a:pt x="2609631" y="2397329"/>
                  <a:pt x="2601805" y="2385236"/>
                </a:cubicBezTo>
                <a:cubicBezTo>
                  <a:pt x="2604651" y="2382391"/>
                  <a:pt x="2607496" y="2378835"/>
                  <a:pt x="2609631" y="2375277"/>
                </a:cubicBezTo>
                <a:cubicBezTo>
                  <a:pt x="2630261" y="2375277"/>
                  <a:pt x="2650890" y="2374566"/>
                  <a:pt x="2671431" y="2374388"/>
                </a:cubicBezTo>
                <a:close/>
                <a:moveTo>
                  <a:pt x="1814315" y="2373144"/>
                </a:moveTo>
                <a:cubicBezTo>
                  <a:pt x="1850594" y="2375277"/>
                  <a:pt x="1886874" y="2373855"/>
                  <a:pt x="1923866" y="2373855"/>
                </a:cubicBezTo>
                <a:cubicBezTo>
                  <a:pt x="1929557" y="2410135"/>
                  <a:pt x="1918887" y="2425073"/>
                  <a:pt x="1883318" y="2422940"/>
                </a:cubicBezTo>
                <a:cubicBezTo>
                  <a:pt x="1847749" y="2420805"/>
                  <a:pt x="1811468" y="2422228"/>
                  <a:pt x="1774477" y="2422228"/>
                </a:cubicBezTo>
                <a:cubicBezTo>
                  <a:pt x="1768786" y="2383103"/>
                  <a:pt x="1782302" y="2371009"/>
                  <a:pt x="1814315" y="2373144"/>
                </a:cubicBezTo>
                <a:close/>
                <a:moveTo>
                  <a:pt x="1645719" y="2373143"/>
                </a:moveTo>
                <a:cubicBezTo>
                  <a:pt x="1681999" y="2375278"/>
                  <a:pt x="1718279" y="2373854"/>
                  <a:pt x="1754560" y="2373854"/>
                </a:cubicBezTo>
                <a:cubicBezTo>
                  <a:pt x="1762384" y="2410134"/>
                  <a:pt x="1751714" y="2424362"/>
                  <a:pt x="1717568" y="2422939"/>
                </a:cubicBezTo>
                <a:cubicBezTo>
                  <a:pt x="1680576" y="2420805"/>
                  <a:pt x="1642873" y="2422227"/>
                  <a:pt x="1605882" y="2422227"/>
                </a:cubicBezTo>
                <a:cubicBezTo>
                  <a:pt x="1600902" y="2385236"/>
                  <a:pt x="1612995" y="2371720"/>
                  <a:pt x="1645719" y="2373143"/>
                </a:cubicBezTo>
                <a:close/>
                <a:moveTo>
                  <a:pt x="1479968" y="2372432"/>
                </a:moveTo>
                <a:cubicBezTo>
                  <a:pt x="1516248" y="2374566"/>
                  <a:pt x="1553239" y="2373143"/>
                  <a:pt x="1590230" y="2373143"/>
                </a:cubicBezTo>
                <a:cubicBezTo>
                  <a:pt x="1591653" y="2412980"/>
                  <a:pt x="1575292" y="2425073"/>
                  <a:pt x="1542569" y="2422939"/>
                </a:cubicBezTo>
                <a:cubicBezTo>
                  <a:pt x="1507000" y="2420805"/>
                  <a:pt x="1470720" y="2422228"/>
                  <a:pt x="1433728" y="2422228"/>
                </a:cubicBezTo>
                <a:cubicBezTo>
                  <a:pt x="1432306" y="2383813"/>
                  <a:pt x="1446533" y="2371009"/>
                  <a:pt x="1479968" y="2372432"/>
                </a:cubicBezTo>
                <a:close/>
                <a:moveTo>
                  <a:pt x="1312083" y="2372431"/>
                </a:moveTo>
                <a:cubicBezTo>
                  <a:pt x="1348364" y="2374565"/>
                  <a:pt x="1384643" y="2373142"/>
                  <a:pt x="1423058" y="2373142"/>
                </a:cubicBezTo>
                <a:cubicBezTo>
                  <a:pt x="1422347" y="2411556"/>
                  <a:pt x="1406696" y="2425072"/>
                  <a:pt x="1373973" y="2422938"/>
                </a:cubicBezTo>
                <a:cubicBezTo>
                  <a:pt x="1337694" y="2420804"/>
                  <a:pt x="1301413" y="2422227"/>
                  <a:pt x="1262999" y="2422227"/>
                </a:cubicBezTo>
                <a:cubicBezTo>
                  <a:pt x="1265133" y="2385947"/>
                  <a:pt x="1278649" y="2371008"/>
                  <a:pt x="1312083" y="2372431"/>
                </a:cubicBezTo>
                <a:close/>
                <a:moveTo>
                  <a:pt x="1159406" y="2371276"/>
                </a:moveTo>
                <a:cubicBezTo>
                  <a:pt x="1187238" y="2369586"/>
                  <a:pt x="1221384" y="2371009"/>
                  <a:pt x="1254462" y="2376700"/>
                </a:cubicBezTo>
                <a:cubicBezTo>
                  <a:pt x="1247349" y="2418670"/>
                  <a:pt x="1244504" y="2422228"/>
                  <a:pt x="1205378" y="2422228"/>
                </a:cubicBezTo>
                <a:cubicBezTo>
                  <a:pt x="1102940" y="2422228"/>
                  <a:pt x="1000502" y="2422228"/>
                  <a:pt x="898064" y="2422228"/>
                </a:cubicBezTo>
                <a:cubicBezTo>
                  <a:pt x="887394" y="2422228"/>
                  <a:pt x="877435" y="2420094"/>
                  <a:pt x="865341" y="2419382"/>
                </a:cubicBezTo>
                <a:cubicBezTo>
                  <a:pt x="873878" y="2386659"/>
                  <a:pt x="889528" y="2371009"/>
                  <a:pt x="922963" y="2372432"/>
                </a:cubicBezTo>
                <a:cubicBezTo>
                  <a:pt x="971336" y="2374566"/>
                  <a:pt x="1019709" y="2372432"/>
                  <a:pt x="1068083" y="2373854"/>
                </a:cubicBezTo>
                <a:cubicBezTo>
                  <a:pt x="1078042" y="2373854"/>
                  <a:pt x="1087290" y="2380257"/>
                  <a:pt x="1102229" y="2384525"/>
                </a:cubicBezTo>
                <a:cubicBezTo>
                  <a:pt x="1110054" y="2377767"/>
                  <a:pt x="1131573" y="2372965"/>
                  <a:pt x="1159406" y="2371276"/>
                </a:cubicBezTo>
                <a:close/>
                <a:moveTo>
                  <a:pt x="2381279" y="2319078"/>
                </a:moveTo>
                <a:cubicBezTo>
                  <a:pt x="2430364" y="2319078"/>
                  <a:pt x="2477315" y="2319078"/>
                  <a:pt x="2524266" y="2319078"/>
                </a:cubicBezTo>
                <a:cubicBezTo>
                  <a:pt x="2526400" y="2333306"/>
                  <a:pt x="2528534" y="2344688"/>
                  <a:pt x="2530668" y="2358205"/>
                </a:cubicBezTo>
                <a:cubicBezTo>
                  <a:pt x="2482295" y="2358205"/>
                  <a:pt x="2436766" y="2358205"/>
                  <a:pt x="2388393" y="2358205"/>
                </a:cubicBezTo>
                <a:cubicBezTo>
                  <a:pt x="2386259" y="2346111"/>
                  <a:pt x="2384125" y="2334018"/>
                  <a:pt x="2381279" y="2319078"/>
                </a:cubicBezTo>
                <a:close/>
                <a:moveTo>
                  <a:pt x="3407348" y="2318189"/>
                </a:moveTo>
                <a:cubicBezTo>
                  <a:pt x="3428244" y="2318011"/>
                  <a:pt x="3449052" y="2318367"/>
                  <a:pt x="3469681" y="2320501"/>
                </a:cubicBezTo>
                <a:cubicBezTo>
                  <a:pt x="3481775" y="2321924"/>
                  <a:pt x="3492446" y="2341842"/>
                  <a:pt x="3511653" y="2361049"/>
                </a:cubicBezTo>
                <a:cubicBezTo>
                  <a:pt x="3458300" y="2361049"/>
                  <a:pt x="3417040" y="2363895"/>
                  <a:pt x="3376492" y="2359627"/>
                </a:cubicBezTo>
                <a:cubicBezTo>
                  <a:pt x="3363687" y="2358204"/>
                  <a:pt x="3351594" y="2339708"/>
                  <a:pt x="3339500" y="2329749"/>
                </a:cubicBezTo>
                <a:cubicBezTo>
                  <a:pt x="3340923" y="2326192"/>
                  <a:pt x="3342346" y="2322636"/>
                  <a:pt x="3344480" y="2319078"/>
                </a:cubicBezTo>
                <a:cubicBezTo>
                  <a:pt x="3365466" y="2319078"/>
                  <a:pt x="3386451" y="2318367"/>
                  <a:pt x="3407348" y="2318189"/>
                </a:cubicBezTo>
                <a:close/>
                <a:moveTo>
                  <a:pt x="2767821" y="2317745"/>
                </a:moveTo>
                <a:cubicBezTo>
                  <a:pt x="2788718" y="2317656"/>
                  <a:pt x="2809526" y="2318011"/>
                  <a:pt x="2830155" y="2319790"/>
                </a:cubicBezTo>
                <a:cubicBezTo>
                  <a:pt x="2840114" y="2320502"/>
                  <a:pt x="2848651" y="2340420"/>
                  <a:pt x="2857899" y="2351802"/>
                </a:cubicBezTo>
                <a:cubicBezTo>
                  <a:pt x="2855053" y="2354647"/>
                  <a:pt x="2852919" y="2357493"/>
                  <a:pt x="2851497" y="2360338"/>
                </a:cubicBezTo>
                <a:cubicBezTo>
                  <a:pt x="2810237" y="2360338"/>
                  <a:pt x="2768977" y="2362472"/>
                  <a:pt x="2727718" y="2358915"/>
                </a:cubicBezTo>
                <a:cubicBezTo>
                  <a:pt x="2717047" y="2358204"/>
                  <a:pt x="2707799" y="2339708"/>
                  <a:pt x="2698551" y="2329038"/>
                </a:cubicBezTo>
                <a:cubicBezTo>
                  <a:pt x="2700686" y="2325481"/>
                  <a:pt x="2702819" y="2321924"/>
                  <a:pt x="2704953" y="2318367"/>
                </a:cubicBezTo>
                <a:cubicBezTo>
                  <a:pt x="2725939" y="2318367"/>
                  <a:pt x="2746924" y="2317834"/>
                  <a:pt x="2767821" y="2317745"/>
                </a:cubicBezTo>
                <a:close/>
                <a:moveTo>
                  <a:pt x="2925391" y="2317033"/>
                </a:moveTo>
                <a:cubicBezTo>
                  <a:pt x="2947355" y="2316944"/>
                  <a:pt x="2967807" y="2317299"/>
                  <a:pt x="2988081" y="2319078"/>
                </a:cubicBezTo>
                <a:cubicBezTo>
                  <a:pt x="2999463" y="2319790"/>
                  <a:pt x="3008711" y="2338285"/>
                  <a:pt x="3019381" y="2348955"/>
                </a:cubicBezTo>
                <a:cubicBezTo>
                  <a:pt x="3017958" y="2352512"/>
                  <a:pt x="3015824" y="2356069"/>
                  <a:pt x="3014402" y="2359626"/>
                </a:cubicBezTo>
                <a:cubicBezTo>
                  <a:pt x="2971719" y="2359626"/>
                  <a:pt x="2929037" y="2361760"/>
                  <a:pt x="2887065" y="2358203"/>
                </a:cubicBezTo>
                <a:cubicBezTo>
                  <a:pt x="2877106" y="2357492"/>
                  <a:pt x="2868570" y="2336862"/>
                  <a:pt x="2853631" y="2317655"/>
                </a:cubicBezTo>
                <a:cubicBezTo>
                  <a:pt x="2879952" y="2317655"/>
                  <a:pt x="2903427" y="2317122"/>
                  <a:pt x="2925391" y="2317033"/>
                </a:cubicBezTo>
                <a:close/>
                <a:moveTo>
                  <a:pt x="2608918" y="2317033"/>
                </a:moveTo>
                <a:cubicBezTo>
                  <a:pt x="2630260" y="2316944"/>
                  <a:pt x="2651601" y="2317299"/>
                  <a:pt x="2672942" y="2319078"/>
                </a:cubicBezTo>
                <a:cubicBezTo>
                  <a:pt x="2681478" y="2319790"/>
                  <a:pt x="2688592" y="2339708"/>
                  <a:pt x="2696418" y="2351090"/>
                </a:cubicBezTo>
                <a:cubicBezTo>
                  <a:pt x="2692860" y="2353935"/>
                  <a:pt x="2690727" y="2357492"/>
                  <a:pt x="2688592" y="2360337"/>
                </a:cubicBezTo>
                <a:cubicBezTo>
                  <a:pt x="2648755" y="2360337"/>
                  <a:pt x="2608918" y="2362472"/>
                  <a:pt x="2569793" y="2358914"/>
                </a:cubicBezTo>
                <a:cubicBezTo>
                  <a:pt x="2558411" y="2358203"/>
                  <a:pt x="2548452" y="2341131"/>
                  <a:pt x="2537781" y="2331171"/>
                </a:cubicBezTo>
                <a:cubicBezTo>
                  <a:pt x="2539916" y="2326903"/>
                  <a:pt x="2542049" y="2321923"/>
                  <a:pt x="2544895" y="2317655"/>
                </a:cubicBezTo>
                <a:cubicBezTo>
                  <a:pt x="2566236" y="2317655"/>
                  <a:pt x="2587577" y="2317122"/>
                  <a:pt x="2608918" y="2317033"/>
                </a:cubicBezTo>
                <a:close/>
                <a:moveTo>
                  <a:pt x="3025072" y="2316944"/>
                </a:moveTo>
                <a:cubicBezTo>
                  <a:pt x="3077715" y="2316944"/>
                  <a:pt x="3131067" y="2316944"/>
                  <a:pt x="3183709" y="2316944"/>
                </a:cubicBezTo>
                <a:cubicBezTo>
                  <a:pt x="3217855" y="2316944"/>
                  <a:pt x="3252712" y="2319078"/>
                  <a:pt x="3286858" y="2316944"/>
                </a:cubicBezTo>
                <a:cubicBezTo>
                  <a:pt x="3316735" y="2314810"/>
                  <a:pt x="3332386" y="2327614"/>
                  <a:pt x="3340211" y="2360337"/>
                </a:cubicBezTo>
                <a:cubicBezTo>
                  <a:pt x="3242753" y="2360337"/>
                  <a:pt x="3148852" y="2361760"/>
                  <a:pt x="3055662" y="2358915"/>
                </a:cubicBezTo>
                <a:cubicBezTo>
                  <a:pt x="3042857" y="2358915"/>
                  <a:pt x="3030764" y="2338996"/>
                  <a:pt x="3018670" y="2328326"/>
                </a:cubicBezTo>
                <a:cubicBezTo>
                  <a:pt x="3020805" y="2324769"/>
                  <a:pt x="3022938" y="2321212"/>
                  <a:pt x="3025072" y="2316944"/>
                </a:cubicBezTo>
                <a:close/>
                <a:moveTo>
                  <a:pt x="2253230" y="2315521"/>
                </a:moveTo>
                <a:cubicBezTo>
                  <a:pt x="2280263" y="2316944"/>
                  <a:pt x="2307295" y="2316944"/>
                  <a:pt x="2334328" y="2315521"/>
                </a:cubicBezTo>
                <a:cubicBezTo>
                  <a:pt x="2364917" y="2314810"/>
                  <a:pt x="2371319" y="2329749"/>
                  <a:pt x="2364917" y="2357493"/>
                </a:cubicBezTo>
                <a:cubicBezTo>
                  <a:pt x="2318678" y="2357493"/>
                  <a:pt x="2273150" y="2357493"/>
                  <a:pt x="2226199" y="2357493"/>
                </a:cubicBezTo>
                <a:cubicBezTo>
                  <a:pt x="2216951" y="2330460"/>
                  <a:pt x="2219085" y="2314098"/>
                  <a:pt x="2253230" y="2315521"/>
                </a:cubicBezTo>
                <a:close/>
                <a:moveTo>
                  <a:pt x="1755981" y="2314099"/>
                </a:moveTo>
                <a:cubicBezTo>
                  <a:pt x="1795818" y="2311964"/>
                  <a:pt x="1836367" y="2314099"/>
                  <a:pt x="1876915" y="2314099"/>
                </a:cubicBezTo>
                <a:cubicBezTo>
                  <a:pt x="1886163" y="2352513"/>
                  <a:pt x="1871224" y="2362472"/>
                  <a:pt x="1840635" y="2360338"/>
                </a:cubicBezTo>
                <a:cubicBezTo>
                  <a:pt x="1806489" y="2358203"/>
                  <a:pt x="1772343" y="2359626"/>
                  <a:pt x="1735351" y="2359626"/>
                </a:cubicBezTo>
                <a:cubicBezTo>
                  <a:pt x="1731083" y="2337573"/>
                  <a:pt x="1726815" y="2316232"/>
                  <a:pt x="1755981" y="2314099"/>
                </a:cubicBezTo>
                <a:close/>
                <a:moveTo>
                  <a:pt x="2093884" y="2314098"/>
                </a:moveTo>
                <a:cubicBezTo>
                  <a:pt x="2119494" y="2315520"/>
                  <a:pt x="2145814" y="2316232"/>
                  <a:pt x="2171424" y="2315520"/>
                </a:cubicBezTo>
                <a:cubicBezTo>
                  <a:pt x="2199879" y="2314098"/>
                  <a:pt x="2211261" y="2324768"/>
                  <a:pt x="2201301" y="2358202"/>
                </a:cubicBezTo>
                <a:cubicBezTo>
                  <a:pt x="2155062" y="2358202"/>
                  <a:pt x="2109534" y="2358202"/>
                  <a:pt x="2062584" y="2358202"/>
                </a:cubicBezTo>
                <a:cubicBezTo>
                  <a:pt x="2053335" y="2328326"/>
                  <a:pt x="2059738" y="2311964"/>
                  <a:pt x="2093884" y="2314098"/>
                </a:cubicBezTo>
                <a:close/>
                <a:moveTo>
                  <a:pt x="1930979" y="2313388"/>
                </a:moveTo>
                <a:cubicBezTo>
                  <a:pt x="1967260" y="2314099"/>
                  <a:pt x="2002828" y="2313388"/>
                  <a:pt x="2040531" y="2313388"/>
                </a:cubicBezTo>
                <a:cubicBezTo>
                  <a:pt x="2040531" y="2331172"/>
                  <a:pt x="2040531" y="2342554"/>
                  <a:pt x="2040531" y="2356781"/>
                </a:cubicBezTo>
                <a:cubicBezTo>
                  <a:pt x="1992869" y="2356781"/>
                  <a:pt x="1946629" y="2356781"/>
                  <a:pt x="1898968" y="2356781"/>
                </a:cubicBezTo>
                <a:cubicBezTo>
                  <a:pt x="1891142" y="2328326"/>
                  <a:pt x="1897545" y="2311965"/>
                  <a:pt x="1930979" y="2313388"/>
                </a:cubicBezTo>
                <a:close/>
                <a:moveTo>
                  <a:pt x="1605882" y="2312676"/>
                </a:moveTo>
                <a:cubicBezTo>
                  <a:pt x="1642873" y="2314099"/>
                  <a:pt x="1679154" y="2313388"/>
                  <a:pt x="1716145" y="2313388"/>
                </a:cubicBezTo>
                <a:cubicBezTo>
                  <a:pt x="1720414" y="2351090"/>
                  <a:pt x="1706186" y="2362472"/>
                  <a:pt x="1676308" y="2360338"/>
                </a:cubicBezTo>
                <a:cubicBezTo>
                  <a:pt x="1641450" y="2358204"/>
                  <a:pt x="1605882" y="2359627"/>
                  <a:pt x="1569602" y="2359627"/>
                </a:cubicBezTo>
                <a:cubicBezTo>
                  <a:pt x="1565334" y="2327615"/>
                  <a:pt x="1574581" y="2311965"/>
                  <a:pt x="1605882" y="2312676"/>
                </a:cubicBezTo>
                <a:close/>
                <a:moveTo>
                  <a:pt x="1450091" y="2312676"/>
                </a:moveTo>
                <a:cubicBezTo>
                  <a:pt x="1484949" y="2314099"/>
                  <a:pt x="1519806" y="2313388"/>
                  <a:pt x="1554664" y="2313388"/>
                </a:cubicBezTo>
                <a:cubicBezTo>
                  <a:pt x="1556797" y="2351090"/>
                  <a:pt x="1542570" y="2362471"/>
                  <a:pt x="1511269" y="2360338"/>
                </a:cubicBezTo>
                <a:cubicBezTo>
                  <a:pt x="1475701" y="2358203"/>
                  <a:pt x="1440843" y="2359626"/>
                  <a:pt x="1403140" y="2359626"/>
                </a:cubicBezTo>
                <a:cubicBezTo>
                  <a:pt x="1403140" y="2323347"/>
                  <a:pt x="1418790" y="2311254"/>
                  <a:pt x="1450091" y="2312676"/>
                </a:cubicBezTo>
                <a:close/>
                <a:moveTo>
                  <a:pt x="1127126" y="2311964"/>
                </a:moveTo>
                <a:cubicBezTo>
                  <a:pt x="1160561" y="2314099"/>
                  <a:pt x="1194707" y="2312676"/>
                  <a:pt x="1229564" y="2312676"/>
                </a:cubicBezTo>
                <a:cubicBezTo>
                  <a:pt x="1225296" y="2346110"/>
                  <a:pt x="1213203" y="2361760"/>
                  <a:pt x="1181191" y="2360337"/>
                </a:cubicBezTo>
                <a:cubicBezTo>
                  <a:pt x="1145623" y="2357492"/>
                  <a:pt x="1109342" y="2359626"/>
                  <a:pt x="1070928" y="2359626"/>
                </a:cubicBezTo>
                <a:cubicBezTo>
                  <a:pt x="1077330" y="2320501"/>
                  <a:pt x="1096538" y="2310542"/>
                  <a:pt x="1127126" y="2311964"/>
                </a:cubicBezTo>
                <a:close/>
                <a:moveTo>
                  <a:pt x="1287185" y="2311964"/>
                </a:moveTo>
                <a:cubicBezTo>
                  <a:pt x="1322043" y="2314098"/>
                  <a:pt x="1356900" y="2312676"/>
                  <a:pt x="1393180" y="2312676"/>
                </a:cubicBezTo>
                <a:cubicBezTo>
                  <a:pt x="1391046" y="2352512"/>
                  <a:pt x="1373262" y="2361760"/>
                  <a:pt x="1343384" y="2359626"/>
                </a:cubicBezTo>
                <a:cubicBezTo>
                  <a:pt x="1308527" y="2357491"/>
                  <a:pt x="1273670" y="2358914"/>
                  <a:pt x="1237389" y="2358914"/>
                </a:cubicBezTo>
                <a:cubicBezTo>
                  <a:pt x="1239524" y="2324057"/>
                  <a:pt x="1255174" y="2309830"/>
                  <a:pt x="1287185" y="2311964"/>
                </a:cubicBezTo>
                <a:close/>
                <a:moveTo>
                  <a:pt x="990988" y="2308908"/>
                </a:moveTo>
                <a:cubicBezTo>
                  <a:pt x="1010417" y="2309608"/>
                  <a:pt x="1034648" y="2311965"/>
                  <a:pt x="1065237" y="2315522"/>
                </a:cubicBezTo>
                <a:cubicBezTo>
                  <a:pt x="1062391" y="2345399"/>
                  <a:pt x="1049587" y="2361761"/>
                  <a:pt x="1016864" y="2360338"/>
                </a:cubicBezTo>
                <a:cubicBezTo>
                  <a:pt x="979161" y="2358204"/>
                  <a:pt x="942169" y="2359627"/>
                  <a:pt x="903755" y="2359627"/>
                </a:cubicBezTo>
                <a:cubicBezTo>
                  <a:pt x="917627" y="2319612"/>
                  <a:pt x="932699" y="2306808"/>
                  <a:pt x="990988" y="2308908"/>
                </a:cubicBezTo>
                <a:close/>
                <a:moveTo>
                  <a:pt x="2012076" y="2271416"/>
                </a:moveTo>
                <a:cubicBezTo>
                  <a:pt x="2046222" y="2269993"/>
                  <a:pt x="2081080" y="2270704"/>
                  <a:pt x="2115225" y="2271416"/>
                </a:cubicBezTo>
                <a:cubicBezTo>
                  <a:pt x="2119493" y="2271416"/>
                  <a:pt x="2128030" y="2280663"/>
                  <a:pt x="2127319" y="2284221"/>
                </a:cubicBezTo>
                <a:cubicBezTo>
                  <a:pt x="2125896" y="2290623"/>
                  <a:pt x="2120205" y="2300582"/>
                  <a:pt x="2115225" y="2300582"/>
                </a:cubicBezTo>
                <a:cubicBezTo>
                  <a:pt x="2097441" y="2302716"/>
                  <a:pt x="2079656" y="2301294"/>
                  <a:pt x="2061872" y="2301294"/>
                </a:cubicBezTo>
                <a:cubicBezTo>
                  <a:pt x="2045511" y="2301294"/>
                  <a:pt x="2028438" y="2302716"/>
                  <a:pt x="2012076" y="2300582"/>
                </a:cubicBezTo>
                <a:cubicBezTo>
                  <a:pt x="2006385" y="2299871"/>
                  <a:pt x="1997137" y="2290623"/>
                  <a:pt x="1997849" y="2286354"/>
                </a:cubicBezTo>
                <a:cubicBezTo>
                  <a:pt x="1998560" y="2280663"/>
                  <a:pt x="2007097" y="2271416"/>
                  <a:pt x="2012076" y="2271416"/>
                </a:cubicBezTo>
                <a:close/>
                <a:moveTo>
                  <a:pt x="3397566" y="2271238"/>
                </a:moveTo>
                <a:cubicBezTo>
                  <a:pt x="3421664" y="2271060"/>
                  <a:pt x="3445139" y="2274972"/>
                  <a:pt x="3467547" y="2294891"/>
                </a:cubicBezTo>
                <a:cubicBezTo>
                  <a:pt x="3405658" y="2313387"/>
                  <a:pt x="3341634" y="2305562"/>
                  <a:pt x="3323849" y="2272127"/>
                </a:cubicBezTo>
                <a:cubicBezTo>
                  <a:pt x="3348747" y="2275684"/>
                  <a:pt x="3373468" y="2271416"/>
                  <a:pt x="3397566" y="2271238"/>
                </a:cubicBezTo>
                <a:close/>
                <a:moveTo>
                  <a:pt x="3222891" y="2270738"/>
                </a:moveTo>
                <a:cubicBezTo>
                  <a:pt x="3271342" y="2267504"/>
                  <a:pt x="3305888" y="2279775"/>
                  <a:pt x="3316025" y="2304851"/>
                </a:cubicBezTo>
                <a:cubicBezTo>
                  <a:pt x="3269074" y="2294180"/>
                  <a:pt x="3219278" y="2321213"/>
                  <a:pt x="3170193" y="2279241"/>
                </a:cubicBezTo>
                <a:cubicBezTo>
                  <a:pt x="3189045" y="2274617"/>
                  <a:pt x="3206740" y="2271816"/>
                  <a:pt x="3222891" y="2270738"/>
                </a:cubicBezTo>
                <a:close/>
                <a:moveTo>
                  <a:pt x="2464510" y="2270705"/>
                </a:moveTo>
                <a:cubicBezTo>
                  <a:pt x="2493676" y="2269282"/>
                  <a:pt x="2523554" y="2268571"/>
                  <a:pt x="2553432" y="2271416"/>
                </a:cubicBezTo>
                <a:cubicBezTo>
                  <a:pt x="2562679" y="2272128"/>
                  <a:pt x="2570505" y="2284221"/>
                  <a:pt x="2579753" y="2290624"/>
                </a:cubicBezTo>
                <a:cubicBezTo>
                  <a:pt x="2576907" y="2294892"/>
                  <a:pt x="2575485" y="2298449"/>
                  <a:pt x="2573350" y="2302006"/>
                </a:cubicBezTo>
                <a:cubicBezTo>
                  <a:pt x="2537070" y="2302006"/>
                  <a:pt x="2500790" y="2302717"/>
                  <a:pt x="2464510" y="2301294"/>
                </a:cubicBezTo>
                <a:cubicBezTo>
                  <a:pt x="2457396" y="2301294"/>
                  <a:pt x="2450994" y="2289912"/>
                  <a:pt x="2443880" y="2283510"/>
                </a:cubicBezTo>
                <a:cubicBezTo>
                  <a:pt x="2450994" y="2279242"/>
                  <a:pt x="2457396" y="2271416"/>
                  <a:pt x="2464510" y="2270705"/>
                </a:cubicBezTo>
                <a:close/>
                <a:moveTo>
                  <a:pt x="2313699" y="2270705"/>
                </a:moveTo>
                <a:cubicBezTo>
                  <a:pt x="2344287" y="2269282"/>
                  <a:pt x="2375588" y="2268571"/>
                  <a:pt x="2406177" y="2271416"/>
                </a:cubicBezTo>
                <a:cubicBezTo>
                  <a:pt x="2414714" y="2272128"/>
                  <a:pt x="2421827" y="2284933"/>
                  <a:pt x="2429652" y="2292046"/>
                </a:cubicBezTo>
                <a:cubicBezTo>
                  <a:pt x="2427518" y="2294892"/>
                  <a:pt x="2425384" y="2298449"/>
                  <a:pt x="2423250" y="2302006"/>
                </a:cubicBezTo>
                <a:cubicBezTo>
                  <a:pt x="2386970" y="2302006"/>
                  <a:pt x="2349978" y="2302717"/>
                  <a:pt x="2313699" y="2301294"/>
                </a:cubicBezTo>
                <a:cubicBezTo>
                  <a:pt x="2307296" y="2301294"/>
                  <a:pt x="2300894" y="2291335"/>
                  <a:pt x="2295203" y="2285644"/>
                </a:cubicBezTo>
                <a:cubicBezTo>
                  <a:pt x="2301605" y="2280664"/>
                  <a:pt x="2307296" y="2271416"/>
                  <a:pt x="2313699" y="2270705"/>
                </a:cubicBezTo>
                <a:close/>
                <a:moveTo>
                  <a:pt x="3074447" y="2270160"/>
                </a:moveTo>
                <a:cubicBezTo>
                  <a:pt x="3122131" y="2265992"/>
                  <a:pt x="3158812" y="2278530"/>
                  <a:pt x="3169482" y="2306274"/>
                </a:cubicBezTo>
                <a:cubicBezTo>
                  <a:pt x="3120397" y="2293469"/>
                  <a:pt x="3070601" y="2321213"/>
                  <a:pt x="3023650" y="2279953"/>
                </a:cubicBezTo>
                <a:cubicBezTo>
                  <a:pt x="3041435" y="2274795"/>
                  <a:pt x="3058552" y="2271550"/>
                  <a:pt x="3074447" y="2270160"/>
                </a:cubicBezTo>
                <a:close/>
                <a:moveTo>
                  <a:pt x="2213395" y="2269994"/>
                </a:moveTo>
                <a:cubicBezTo>
                  <a:pt x="2228333" y="2269994"/>
                  <a:pt x="2243983" y="2268571"/>
                  <a:pt x="2258922" y="2270705"/>
                </a:cubicBezTo>
                <a:cubicBezTo>
                  <a:pt x="2266036" y="2271417"/>
                  <a:pt x="2271727" y="2280664"/>
                  <a:pt x="2278129" y="2285644"/>
                </a:cubicBezTo>
                <a:cubicBezTo>
                  <a:pt x="2272438" y="2291335"/>
                  <a:pt x="2266747" y="2301294"/>
                  <a:pt x="2260345" y="2301294"/>
                </a:cubicBezTo>
                <a:cubicBezTo>
                  <a:pt x="2229044" y="2302717"/>
                  <a:pt x="2197033" y="2302717"/>
                  <a:pt x="2165021" y="2301294"/>
                </a:cubicBezTo>
                <a:cubicBezTo>
                  <a:pt x="2158619" y="2301294"/>
                  <a:pt x="2152216" y="2291335"/>
                  <a:pt x="2145814" y="2286355"/>
                </a:cubicBezTo>
                <a:cubicBezTo>
                  <a:pt x="2152928" y="2280664"/>
                  <a:pt x="2159330" y="2272128"/>
                  <a:pt x="2167155" y="2270705"/>
                </a:cubicBezTo>
                <a:cubicBezTo>
                  <a:pt x="2182805" y="2267859"/>
                  <a:pt x="2197744" y="2269994"/>
                  <a:pt x="2213395" y="2269994"/>
                </a:cubicBezTo>
                <a:close/>
                <a:moveTo>
                  <a:pt x="1975796" y="2269282"/>
                </a:moveTo>
                <a:cubicBezTo>
                  <a:pt x="1978641" y="2272838"/>
                  <a:pt x="1981487" y="2276396"/>
                  <a:pt x="1984332" y="2279952"/>
                </a:cubicBezTo>
                <a:cubicBezTo>
                  <a:pt x="1977218" y="2287066"/>
                  <a:pt x="1970105" y="2299160"/>
                  <a:pt x="1962279" y="2299871"/>
                </a:cubicBezTo>
                <a:cubicBezTo>
                  <a:pt x="1924577" y="2302005"/>
                  <a:pt x="1887585" y="2300582"/>
                  <a:pt x="1849882" y="2300582"/>
                </a:cubicBezTo>
                <a:cubicBezTo>
                  <a:pt x="1847748" y="2296314"/>
                  <a:pt x="1845614" y="2292758"/>
                  <a:pt x="1844191" y="2288489"/>
                </a:cubicBezTo>
                <a:cubicBezTo>
                  <a:pt x="1852728" y="2282087"/>
                  <a:pt x="1860553" y="2269994"/>
                  <a:pt x="1869801" y="2269994"/>
                </a:cubicBezTo>
                <a:cubicBezTo>
                  <a:pt x="1904658" y="2267859"/>
                  <a:pt x="1940227" y="2269282"/>
                  <a:pt x="1975796" y="2269282"/>
                </a:cubicBezTo>
                <a:close/>
                <a:moveTo>
                  <a:pt x="2938662" y="2269126"/>
                </a:moveTo>
                <a:cubicBezTo>
                  <a:pt x="2984613" y="2266659"/>
                  <a:pt x="3011556" y="2276395"/>
                  <a:pt x="3020092" y="2297737"/>
                </a:cubicBezTo>
                <a:cubicBezTo>
                  <a:pt x="2955358" y="2314099"/>
                  <a:pt x="2897025" y="2304851"/>
                  <a:pt x="2886354" y="2275684"/>
                </a:cubicBezTo>
                <a:cubicBezTo>
                  <a:pt x="2905917" y="2272127"/>
                  <a:pt x="2923346" y="2269949"/>
                  <a:pt x="2938662" y="2269126"/>
                </a:cubicBezTo>
                <a:close/>
                <a:moveTo>
                  <a:pt x="2787184" y="2268237"/>
                </a:moveTo>
                <a:cubicBezTo>
                  <a:pt x="2830867" y="2265103"/>
                  <a:pt x="2865547" y="2276574"/>
                  <a:pt x="2871416" y="2298448"/>
                </a:cubicBezTo>
                <a:cubicBezTo>
                  <a:pt x="2796721" y="2313388"/>
                  <a:pt x="2747636" y="2304851"/>
                  <a:pt x="2741234" y="2276396"/>
                </a:cubicBezTo>
                <a:cubicBezTo>
                  <a:pt x="2757062" y="2271950"/>
                  <a:pt x="2772623" y="2269282"/>
                  <a:pt x="2787184" y="2268237"/>
                </a:cubicBezTo>
                <a:close/>
                <a:moveTo>
                  <a:pt x="1762672" y="2267982"/>
                </a:moveTo>
                <a:cubicBezTo>
                  <a:pt x="1781368" y="2268348"/>
                  <a:pt x="1805955" y="2269638"/>
                  <a:pt x="1838500" y="2271416"/>
                </a:cubicBezTo>
                <a:cubicBezTo>
                  <a:pt x="1825695" y="2284932"/>
                  <a:pt x="1818582" y="2299159"/>
                  <a:pt x="1810757" y="2299871"/>
                </a:cubicBezTo>
                <a:cubicBezTo>
                  <a:pt x="1774476" y="2302005"/>
                  <a:pt x="1737485" y="2301294"/>
                  <a:pt x="1697648" y="2301294"/>
                </a:cubicBezTo>
                <a:cubicBezTo>
                  <a:pt x="1703517" y="2274084"/>
                  <a:pt x="1706585" y="2266881"/>
                  <a:pt x="1762672" y="2267982"/>
                </a:cubicBezTo>
                <a:close/>
                <a:moveTo>
                  <a:pt x="2650212" y="2267904"/>
                </a:moveTo>
                <a:cubicBezTo>
                  <a:pt x="2696996" y="2265770"/>
                  <a:pt x="2716870" y="2274440"/>
                  <a:pt x="2722738" y="2296315"/>
                </a:cubicBezTo>
                <a:cubicBezTo>
                  <a:pt x="2662272" y="2314811"/>
                  <a:pt x="2598248" y="2304852"/>
                  <a:pt x="2593980" y="2273551"/>
                </a:cubicBezTo>
                <a:cubicBezTo>
                  <a:pt x="2616033" y="2270527"/>
                  <a:pt x="2634617" y="2268616"/>
                  <a:pt x="2650212" y="2267904"/>
                </a:cubicBezTo>
                <a:close/>
                <a:moveTo>
                  <a:pt x="1531187" y="2267148"/>
                </a:moveTo>
                <a:cubicBezTo>
                  <a:pt x="1526207" y="2304140"/>
                  <a:pt x="1485659" y="2311253"/>
                  <a:pt x="1396737" y="2291335"/>
                </a:cubicBezTo>
                <a:cubicBezTo>
                  <a:pt x="1435151" y="2250075"/>
                  <a:pt x="1485659" y="2279242"/>
                  <a:pt x="1531187" y="2267148"/>
                </a:cubicBezTo>
                <a:close/>
                <a:moveTo>
                  <a:pt x="1624155" y="2267070"/>
                </a:moveTo>
                <a:cubicBezTo>
                  <a:pt x="1641762" y="2267814"/>
                  <a:pt x="1663325" y="2269815"/>
                  <a:pt x="1689824" y="2272839"/>
                </a:cubicBezTo>
                <a:cubicBezTo>
                  <a:pt x="1677019" y="2284932"/>
                  <a:pt x="1669905" y="2298448"/>
                  <a:pt x="1661369" y="2299159"/>
                </a:cubicBezTo>
                <a:cubicBezTo>
                  <a:pt x="1624377" y="2302005"/>
                  <a:pt x="1587386" y="2300582"/>
                  <a:pt x="1546126" y="2300582"/>
                </a:cubicBezTo>
                <a:cubicBezTo>
                  <a:pt x="1554129" y="2273905"/>
                  <a:pt x="1571336" y="2264835"/>
                  <a:pt x="1624155" y="2267070"/>
                </a:cubicBezTo>
                <a:close/>
                <a:moveTo>
                  <a:pt x="1323955" y="2265914"/>
                </a:moveTo>
                <a:cubicBezTo>
                  <a:pt x="1340094" y="2266659"/>
                  <a:pt x="1359035" y="2268749"/>
                  <a:pt x="1381087" y="2272128"/>
                </a:cubicBezTo>
                <a:cubicBezTo>
                  <a:pt x="1373973" y="2303429"/>
                  <a:pt x="1327023" y="2311965"/>
                  <a:pt x="1245926" y="2297026"/>
                </a:cubicBezTo>
                <a:cubicBezTo>
                  <a:pt x="1252329" y="2273550"/>
                  <a:pt x="1275537" y="2263680"/>
                  <a:pt x="1323955" y="2265914"/>
                </a:cubicBezTo>
                <a:close/>
                <a:moveTo>
                  <a:pt x="1080888" y="2265725"/>
                </a:moveTo>
                <a:cubicBezTo>
                  <a:pt x="1071640" y="2302717"/>
                  <a:pt x="1016865" y="2311965"/>
                  <a:pt x="935056" y="2292047"/>
                </a:cubicBezTo>
                <a:cubicBezTo>
                  <a:pt x="981296" y="2247229"/>
                  <a:pt x="1033937" y="2279953"/>
                  <a:pt x="1080888" y="2265725"/>
                </a:cubicBezTo>
                <a:close/>
                <a:moveTo>
                  <a:pt x="1176634" y="2265592"/>
                </a:moveTo>
                <a:cubicBezTo>
                  <a:pt x="1192440" y="2266392"/>
                  <a:pt x="1210535" y="2268571"/>
                  <a:pt x="1230987" y="2272128"/>
                </a:cubicBezTo>
                <a:cubicBezTo>
                  <a:pt x="1221028" y="2302717"/>
                  <a:pt x="1164829" y="2311965"/>
                  <a:pt x="1094403" y="2295603"/>
                </a:cubicBezTo>
                <a:cubicBezTo>
                  <a:pt x="1102406" y="2273194"/>
                  <a:pt x="1129216" y="2263191"/>
                  <a:pt x="1176634" y="2265592"/>
                </a:cubicBezTo>
                <a:close/>
                <a:moveTo>
                  <a:pt x="853248" y="2230156"/>
                </a:moveTo>
                <a:cubicBezTo>
                  <a:pt x="828350" y="2230156"/>
                  <a:pt x="812699" y="2236559"/>
                  <a:pt x="798474" y="2258611"/>
                </a:cubicBezTo>
                <a:cubicBezTo>
                  <a:pt x="717377" y="2385236"/>
                  <a:pt x="634147" y="2511149"/>
                  <a:pt x="552338" y="2637062"/>
                </a:cubicBezTo>
                <a:cubicBezTo>
                  <a:pt x="545936" y="2647021"/>
                  <a:pt x="540956" y="2656980"/>
                  <a:pt x="533843" y="2668362"/>
                </a:cubicBezTo>
                <a:cubicBezTo>
                  <a:pt x="1654255" y="2668362"/>
                  <a:pt x="2770400" y="2668362"/>
                  <a:pt x="3892237" y="2668362"/>
                </a:cubicBezTo>
                <a:cubicBezTo>
                  <a:pt x="3882990" y="2653424"/>
                  <a:pt x="3878721" y="2644887"/>
                  <a:pt x="3872319" y="2636351"/>
                </a:cubicBezTo>
                <a:cubicBezTo>
                  <a:pt x="3786242" y="2511860"/>
                  <a:pt x="3698744" y="2388081"/>
                  <a:pt x="3613379" y="2262879"/>
                </a:cubicBezTo>
                <a:cubicBezTo>
                  <a:pt x="3597729" y="2240115"/>
                  <a:pt x="3581367" y="2233002"/>
                  <a:pt x="3555046" y="2233002"/>
                </a:cubicBezTo>
                <a:cubicBezTo>
                  <a:pt x="2654447" y="2233002"/>
                  <a:pt x="1753847" y="2231579"/>
                  <a:pt x="853248" y="2230156"/>
                </a:cubicBezTo>
                <a:close/>
                <a:moveTo>
                  <a:pt x="902332" y="2100686"/>
                </a:moveTo>
                <a:cubicBezTo>
                  <a:pt x="1571024" y="2106377"/>
                  <a:pt x="2239004" y="2109934"/>
                  <a:pt x="2907696" y="2114203"/>
                </a:cubicBezTo>
                <a:cubicBezTo>
                  <a:pt x="3136758" y="2115625"/>
                  <a:pt x="3365109" y="2117759"/>
                  <a:pt x="3594171" y="2119182"/>
                </a:cubicBezTo>
                <a:cubicBezTo>
                  <a:pt x="3616224" y="2119182"/>
                  <a:pt x="3629029" y="2124873"/>
                  <a:pt x="3636143" y="2146214"/>
                </a:cubicBezTo>
                <a:cubicBezTo>
                  <a:pt x="3640411" y="2158308"/>
                  <a:pt x="3648947" y="2168978"/>
                  <a:pt x="3656061" y="2179649"/>
                </a:cubicBezTo>
                <a:cubicBezTo>
                  <a:pt x="3893660" y="2522531"/>
                  <a:pt x="4129836" y="2866124"/>
                  <a:pt x="4368858" y="3207584"/>
                </a:cubicBezTo>
                <a:cubicBezTo>
                  <a:pt x="4403715" y="3257380"/>
                  <a:pt x="4401581" y="3301486"/>
                  <a:pt x="4378105" y="3349859"/>
                </a:cubicBezTo>
                <a:cubicBezTo>
                  <a:pt x="4344671" y="3419573"/>
                  <a:pt x="4284916" y="3451585"/>
                  <a:pt x="4208798" y="3453008"/>
                </a:cubicBezTo>
                <a:cubicBezTo>
                  <a:pt x="4122011" y="3453719"/>
                  <a:pt x="4035935" y="3453008"/>
                  <a:pt x="3949147" y="3453008"/>
                </a:cubicBezTo>
                <a:cubicBezTo>
                  <a:pt x="3365109" y="3453008"/>
                  <a:pt x="2780360" y="3453008"/>
                  <a:pt x="2196322" y="3453008"/>
                </a:cubicBezTo>
                <a:cubicBezTo>
                  <a:pt x="1530476" y="3453008"/>
                  <a:pt x="863918" y="3453008"/>
                  <a:pt x="198074" y="3453008"/>
                </a:cubicBezTo>
                <a:cubicBezTo>
                  <a:pt x="100616" y="3453008"/>
                  <a:pt x="26633" y="3403923"/>
                  <a:pt x="8137" y="3319270"/>
                </a:cubicBezTo>
                <a:cubicBezTo>
                  <a:pt x="-6091" y="3255957"/>
                  <a:pt x="-5379" y="3196202"/>
                  <a:pt x="40861" y="3136447"/>
                </a:cubicBezTo>
                <a:cubicBezTo>
                  <a:pt x="291975" y="2814905"/>
                  <a:pt x="538111" y="2490519"/>
                  <a:pt x="785669" y="2166844"/>
                </a:cubicBezTo>
                <a:cubicBezTo>
                  <a:pt x="789226" y="2161864"/>
                  <a:pt x="794917" y="2157596"/>
                  <a:pt x="796340" y="2152617"/>
                </a:cubicBezTo>
                <a:cubicBezTo>
                  <a:pt x="812699" y="2096418"/>
                  <a:pt x="855382" y="2100686"/>
                  <a:pt x="902332" y="2100686"/>
                </a:cubicBezTo>
                <a:close/>
                <a:moveTo>
                  <a:pt x="945015" y="186380"/>
                </a:moveTo>
                <a:cubicBezTo>
                  <a:pt x="886682" y="186380"/>
                  <a:pt x="875300" y="198473"/>
                  <a:pt x="875300" y="258228"/>
                </a:cubicBezTo>
                <a:cubicBezTo>
                  <a:pt x="875300" y="759036"/>
                  <a:pt x="875300" y="1259132"/>
                  <a:pt x="875300" y="1759228"/>
                </a:cubicBezTo>
                <a:cubicBezTo>
                  <a:pt x="875300" y="1825385"/>
                  <a:pt x="885971" y="1836056"/>
                  <a:pt x="950706" y="1836056"/>
                </a:cubicBezTo>
                <a:cubicBezTo>
                  <a:pt x="1501310" y="1836056"/>
                  <a:pt x="2051202" y="1836056"/>
                  <a:pt x="2601805" y="1836056"/>
                </a:cubicBezTo>
                <a:cubicBezTo>
                  <a:pt x="2891334" y="1836056"/>
                  <a:pt x="3180863" y="1836056"/>
                  <a:pt x="3470393" y="1836056"/>
                </a:cubicBezTo>
                <a:cubicBezTo>
                  <a:pt x="3535127" y="1836056"/>
                  <a:pt x="3545798" y="1825385"/>
                  <a:pt x="3545798" y="1759228"/>
                </a:cubicBezTo>
                <a:cubicBezTo>
                  <a:pt x="3545798" y="1258421"/>
                  <a:pt x="3545798" y="758324"/>
                  <a:pt x="3545798" y="258228"/>
                </a:cubicBezTo>
                <a:cubicBezTo>
                  <a:pt x="3545798" y="198473"/>
                  <a:pt x="3534416" y="186380"/>
                  <a:pt x="3476084" y="186380"/>
                </a:cubicBezTo>
                <a:cubicBezTo>
                  <a:pt x="3043568" y="186380"/>
                  <a:pt x="2611764" y="186380"/>
                  <a:pt x="2179961" y="186380"/>
                </a:cubicBezTo>
                <a:cubicBezTo>
                  <a:pt x="1768075" y="186380"/>
                  <a:pt x="1356901" y="186380"/>
                  <a:pt x="945015" y="186380"/>
                </a:cubicBezTo>
                <a:close/>
                <a:moveTo>
                  <a:pt x="884548" y="0"/>
                </a:moveTo>
                <a:cubicBezTo>
                  <a:pt x="1332003" y="0"/>
                  <a:pt x="1778746" y="0"/>
                  <a:pt x="2226200" y="711"/>
                </a:cubicBezTo>
                <a:cubicBezTo>
                  <a:pt x="2662983" y="0"/>
                  <a:pt x="3099767" y="0"/>
                  <a:pt x="3536550" y="0"/>
                </a:cubicBezTo>
                <a:cubicBezTo>
                  <a:pt x="3614801" y="0"/>
                  <a:pt x="3653215" y="36992"/>
                  <a:pt x="3653215" y="114531"/>
                </a:cubicBezTo>
                <a:cubicBezTo>
                  <a:pt x="3653927" y="704971"/>
                  <a:pt x="3653927" y="1294700"/>
                  <a:pt x="3653927" y="1885852"/>
                </a:cubicBezTo>
                <a:cubicBezTo>
                  <a:pt x="3653927" y="1962681"/>
                  <a:pt x="3614090" y="2001806"/>
                  <a:pt x="3537262" y="2001806"/>
                </a:cubicBezTo>
                <a:cubicBezTo>
                  <a:pt x="3119685" y="2001806"/>
                  <a:pt x="2701397" y="2001806"/>
                  <a:pt x="2283821" y="2001806"/>
                </a:cubicBezTo>
                <a:cubicBezTo>
                  <a:pt x="1817160" y="2001806"/>
                  <a:pt x="1351210" y="2001806"/>
                  <a:pt x="884548" y="2001806"/>
                </a:cubicBezTo>
                <a:cubicBezTo>
                  <a:pt x="807722" y="2001806"/>
                  <a:pt x="767885" y="1962681"/>
                  <a:pt x="767885" y="1885852"/>
                </a:cubicBezTo>
                <a:cubicBezTo>
                  <a:pt x="767885" y="1295411"/>
                  <a:pt x="767885" y="704971"/>
                  <a:pt x="767885" y="114531"/>
                </a:cubicBezTo>
                <a:cubicBezTo>
                  <a:pt x="767885" y="36992"/>
                  <a:pt x="806299" y="0"/>
                  <a:pt x="884548" y="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365" name="Rectangle 1"/>
          <p:cNvSpPr/>
          <p:nvPr/>
        </p:nvSpPr>
        <p:spPr>
          <a:xfrm>
            <a:off x="736920" y="3560760"/>
            <a:ext cx="988200" cy="984600"/>
          </a:xfrm>
          <a:custGeom>
            <a:avLst/>
            <a:gdLst>
              <a:gd name="textAreaLeft" fmla="*/ 0 w 988200"/>
              <a:gd name="textAreaRight" fmla="*/ 988560 w 988200"/>
              <a:gd name="textAreaTop" fmla="*/ 0 h 984600"/>
              <a:gd name="textAreaBottom" fmla="*/ 984960 h 984600"/>
            </a:gdLst>
            <a:ahLst/>
            <a:rect l="textAreaLeft" t="textAreaTop" r="textAreaRight" b="textAreaBottom"/>
            <a:pathLst>
              <a:path w="3960000" h="3945309">
                <a:moveTo>
                  <a:pt x="466104" y="2636906"/>
                </a:moveTo>
                <a:lnTo>
                  <a:pt x="466104" y="2780922"/>
                </a:lnTo>
                <a:lnTo>
                  <a:pt x="2050104" y="2780922"/>
                </a:lnTo>
                <a:lnTo>
                  <a:pt x="2050104" y="2636906"/>
                </a:lnTo>
                <a:close/>
                <a:moveTo>
                  <a:pt x="466104" y="2407894"/>
                </a:moveTo>
                <a:lnTo>
                  <a:pt x="466104" y="2551910"/>
                </a:lnTo>
                <a:lnTo>
                  <a:pt x="2050104" y="2551910"/>
                </a:lnTo>
                <a:lnTo>
                  <a:pt x="2050104" y="2407894"/>
                </a:lnTo>
                <a:close/>
                <a:moveTo>
                  <a:pt x="466104" y="2178881"/>
                </a:moveTo>
                <a:lnTo>
                  <a:pt x="466104" y="2322897"/>
                </a:lnTo>
                <a:lnTo>
                  <a:pt x="2050104" y="2322897"/>
                </a:lnTo>
                <a:lnTo>
                  <a:pt x="2050104" y="2178881"/>
                </a:lnTo>
                <a:close/>
                <a:moveTo>
                  <a:pt x="3358993" y="2178880"/>
                </a:moveTo>
                <a:cubicBezTo>
                  <a:pt x="3299346" y="2178880"/>
                  <a:pt x="3250993" y="2227233"/>
                  <a:pt x="3250993" y="2286880"/>
                </a:cubicBezTo>
                <a:cubicBezTo>
                  <a:pt x="3250993" y="2346527"/>
                  <a:pt x="3299346" y="2394880"/>
                  <a:pt x="3358993" y="2394880"/>
                </a:cubicBezTo>
                <a:cubicBezTo>
                  <a:pt x="3418640" y="2394880"/>
                  <a:pt x="3466993" y="2346527"/>
                  <a:pt x="3466993" y="2286880"/>
                </a:cubicBezTo>
                <a:cubicBezTo>
                  <a:pt x="3466993" y="2227233"/>
                  <a:pt x="3418640" y="2178880"/>
                  <a:pt x="3358993" y="2178880"/>
                </a:cubicBezTo>
                <a:close/>
                <a:moveTo>
                  <a:pt x="2962949" y="2178880"/>
                </a:moveTo>
                <a:cubicBezTo>
                  <a:pt x="2903302" y="2178880"/>
                  <a:pt x="2854949" y="2227233"/>
                  <a:pt x="2854949" y="2286880"/>
                </a:cubicBezTo>
                <a:cubicBezTo>
                  <a:pt x="2854949" y="2346527"/>
                  <a:pt x="2903302" y="2394880"/>
                  <a:pt x="2962949" y="2394880"/>
                </a:cubicBezTo>
                <a:cubicBezTo>
                  <a:pt x="3022596" y="2394880"/>
                  <a:pt x="3070949" y="2346527"/>
                  <a:pt x="3070949" y="2286880"/>
                </a:cubicBezTo>
                <a:cubicBezTo>
                  <a:pt x="3070949" y="2227233"/>
                  <a:pt x="3022596" y="2178880"/>
                  <a:pt x="2962949" y="2178880"/>
                </a:cubicBezTo>
                <a:close/>
                <a:moveTo>
                  <a:pt x="2566905" y="2178880"/>
                </a:moveTo>
                <a:cubicBezTo>
                  <a:pt x="2507258" y="2178880"/>
                  <a:pt x="2458905" y="2227233"/>
                  <a:pt x="2458905" y="2286880"/>
                </a:cubicBezTo>
                <a:cubicBezTo>
                  <a:pt x="2458905" y="2346527"/>
                  <a:pt x="2507258" y="2394880"/>
                  <a:pt x="2566905" y="2394880"/>
                </a:cubicBezTo>
                <a:cubicBezTo>
                  <a:pt x="2626552" y="2394880"/>
                  <a:pt x="2674905" y="2346527"/>
                  <a:pt x="2674905" y="2286880"/>
                </a:cubicBezTo>
                <a:cubicBezTo>
                  <a:pt x="2674905" y="2227233"/>
                  <a:pt x="2626552" y="2178880"/>
                  <a:pt x="2566905" y="2178880"/>
                </a:cubicBezTo>
                <a:close/>
                <a:moveTo>
                  <a:pt x="154649" y="2155901"/>
                </a:moveTo>
                <a:lnTo>
                  <a:pt x="154649" y="2803901"/>
                </a:lnTo>
                <a:lnTo>
                  <a:pt x="298665" y="2803901"/>
                </a:lnTo>
                <a:lnTo>
                  <a:pt x="298665" y="2155901"/>
                </a:lnTo>
                <a:close/>
                <a:moveTo>
                  <a:pt x="3645310" y="2153519"/>
                </a:moveTo>
                <a:lnTo>
                  <a:pt x="3645310" y="2801519"/>
                </a:lnTo>
                <a:lnTo>
                  <a:pt x="3789326" y="2801519"/>
                </a:lnTo>
                <a:lnTo>
                  <a:pt x="3789326" y="2153519"/>
                </a:lnTo>
                <a:close/>
                <a:moveTo>
                  <a:pt x="0" y="2032992"/>
                </a:moveTo>
                <a:lnTo>
                  <a:pt x="3960000" y="2032992"/>
                </a:lnTo>
                <a:lnTo>
                  <a:pt x="3960000" y="2897088"/>
                </a:lnTo>
                <a:lnTo>
                  <a:pt x="2124016" y="2897088"/>
                </a:lnTo>
                <a:lnTo>
                  <a:pt x="2124016" y="3513261"/>
                </a:lnTo>
                <a:lnTo>
                  <a:pt x="2268032" y="3513261"/>
                </a:lnTo>
                <a:cubicBezTo>
                  <a:pt x="2331437" y="3513261"/>
                  <a:pt x="2388462" y="3540577"/>
                  <a:pt x="2426674" y="3585269"/>
                </a:cubicBezTo>
                <a:lnTo>
                  <a:pt x="3960000" y="3585269"/>
                </a:lnTo>
                <a:lnTo>
                  <a:pt x="3960000" y="3873301"/>
                </a:lnTo>
                <a:lnTo>
                  <a:pt x="2426674" y="3873301"/>
                </a:lnTo>
                <a:cubicBezTo>
                  <a:pt x="2388462" y="3917993"/>
                  <a:pt x="2331437" y="3945309"/>
                  <a:pt x="2268032" y="3945309"/>
                </a:cubicBezTo>
                <a:lnTo>
                  <a:pt x="1691968" y="3945309"/>
                </a:lnTo>
                <a:cubicBezTo>
                  <a:pt x="1628563" y="3945309"/>
                  <a:pt x="1571538" y="3917993"/>
                  <a:pt x="1533326" y="3873301"/>
                </a:cubicBezTo>
                <a:lnTo>
                  <a:pt x="0" y="3873301"/>
                </a:lnTo>
                <a:lnTo>
                  <a:pt x="0" y="3585269"/>
                </a:lnTo>
                <a:lnTo>
                  <a:pt x="1533326" y="3585269"/>
                </a:lnTo>
                <a:cubicBezTo>
                  <a:pt x="1571538" y="3540577"/>
                  <a:pt x="1628563" y="3513261"/>
                  <a:pt x="1691968" y="3513261"/>
                </a:cubicBezTo>
                <a:lnTo>
                  <a:pt x="1835984" y="3513261"/>
                </a:lnTo>
                <a:lnTo>
                  <a:pt x="1835984" y="2897088"/>
                </a:lnTo>
                <a:lnTo>
                  <a:pt x="0" y="2897088"/>
                </a:lnTo>
                <a:close/>
                <a:moveTo>
                  <a:pt x="466104" y="1620410"/>
                </a:moveTo>
                <a:lnTo>
                  <a:pt x="466104" y="1764426"/>
                </a:lnTo>
                <a:lnTo>
                  <a:pt x="2050104" y="1764426"/>
                </a:lnTo>
                <a:lnTo>
                  <a:pt x="2050104" y="1620410"/>
                </a:lnTo>
                <a:close/>
                <a:moveTo>
                  <a:pt x="466104" y="1391398"/>
                </a:moveTo>
                <a:lnTo>
                  <a:pt x="466104" y="1535414"/>
                </a:lnTo>
                <a:lnTo>
                  <a:pt x="2050104" y="1535414"/>
                </a:lnTo>
                <a:lnTo>
                  <a:pt x="2050104" y="1391398"/>
                </a:lnTo>
                <a:close/>
                <a:moveTo>
                  <a:pt x="466104" y="1162385"/>
                </a:moveTo>
                <a:lnTo>
                  <a:pt x="466104" y="1306401"/>
                </a:lnTo>
                <a:lnTo>
                  <a:pt x="2050104" y="1306401"/>
                </a:lnTo>
                <a:lnTo>
                  <a:pt x="2050104" y="1162385"/>
                </a:lnTo>
                <a:close/>
                <a:moveTo>
                  <a:pt x="3358993" y="1162384"/>
                </a:moveTo>
                <a:cubicBezTo>
                  <a:pt x="3299346" y="1162384"/>
                  <a:pt x="3250993" y="1210737"/>
                  <a:pt x="3250993" y="1270384"/>
                </a:cubicBezTo>
                <a:cubicBezTo>
                  <a:pt x="3250993" y="1330031"/>
                  <a:pt x="3299346" y="1378384"/>
                  <a:pt x="3358993" y="1378384"/>
                </a:cubicBezTo>
                <a:cubicBezTo>
                  <a:pt x="3418640" y="1378384"/>
                  <a:pt x="3466993" y="1330031"/>
                  <a:pt x="3466993" y="1270384"/>
                </a:cubicBezTo>
                <a:cubicBezTo>
                  <a:pt x="3466993" y="1210737"/>
                  <a:pt x="3418640" y="1162384"/>
                  <a:pt x="3358993" y="1162384"/>
                </a:cubicBezTo>
                <a:close/>
                <a:moveTo>
                  <a:pt x="2962949" y="1162384"/>
                </a:moveTo>
                <a:cubicBezTo>
                  <a:pt x="2903302" y="1162384"/>
                  <a:pt x="2854949" y="1210737"/>
                  <a:pt x="2854949" y="1270384"/>
                </a:cubicBezTo>
                <a:cubicBezTo>
                  <a:pt x="2854949" y="1330031"/>
                  <a:pt x="2903302" y="1378384"/>
                  <a:pt x="2962949" y="1378384"/>
                </a:cubicBezTo>
                <a:cubicBezTo>
                  <a:pt x="3022596" y="1378384"/>
                  <a:pt x="3070949" y="1330031"/>
                  <a:pt x="3070949" y="1270384"/>
                </a:cubicBezTo>
                <a:cubicBezTo>
                  <a:pt x="3070949" y="1210737"/>
                  <a:pt x="3022596" y="1162384"/>
                  <a:pt x="2962949" y="1162384"/>
                </a:cubicBezTo>
                <a:close/>
                <a:moveTo>
                  <a:pt x="2566905" y="1162384"/>
                </a:moveTo>
                <a:cubicBezTo>
                  <a:pt x="2507258" y="1162384"/>
                  <a:pt x="2458905" y="1210737"/>
                  <a:pt x="2458905" y="1270384"/>
                </a:cubicBezTo>
                <a:cubicBezTo>
                  <a:pt x="2458905" y="1330031"/>
                  <a:pt x="2507258" y="1378384"/>
                  <a:pt x="2566905" y="1378384"/>
                </a:cubicBezTo>
                <a:cubicBezTo>
                  <a:pt x="2626552" y="1378384"/>
                  <a:pt x="2674905" y="1330031"/>
                  <a:pt x="2674905" y="1270384"/>
                </a:cubicBezTo>
                <a:cubicBezTo>
                  <a:pt x="2674905" y="1210737"/>
                  <a:pt x="2626552" y="1162384"/>
                  <a:pt x="2566905" y="1162384"/>
                </a:cubicBezTo>
                <a:close/>
                <a:moveTo>
                  <a:pt x="154649" y="1139405"/>
                </a:moveTo>
                <a:lnTo>
                  <a:pt x="154649" y="1787405"/>
                </a:lnTo>
                <a:lnTo>
                  <a:pt x="298665" y="1787405"/>
                </a:lnTo>
                <a:lnTo>
                  <a:pt x="298665" y="1139405"/>
                </a:lnTo>
                <a:close/>
                <a:moveTo>
                  <a:pt x="3645310" y="1137023"/>
                </a:moveTo>
                <a:lnTo>
                  <a:pt x="3645310" y="1785023"/>
                </a:lnTo>
                <a:lnTo>
                  <a:pt x="3789326" y="1785023"/>
                </a:lnTo>
                <a:lnTo>
                  <a:pt x="3789326" y="1137023"/>
                </a:lnTo>
                <a:close/>
                <a:moveTo>
                  <a:pt x="0" y="1016496"/>
                </a:moveTo>
                <a:lnTo>
                  <a:pt x="3960000" y="1016496"/>
                </a:lnTo>
                <a:lnTo>
                  <a:pt x="3960000" y="1880592"/>
                </a:lnTo>
                <a:lnTo>
                  <a:pt x="0" y="1880592"/>
                </a:lnTo>
                <a:close/>
                <a:moveTo>
                  <a:pt x="466104" y="603914"/>
                </a:moveTo>
                <a:lnTo>
                  <a:pt x="466104" y="747930"/>
                </a:lnTo>
                <a:lnTo>
                  <a:pt x="2050104" y="747930"/>
                </a:lnTo>
                <a:lnTo>
                  <a:pt x="2050104" y="603914"/>
                </a:lnTo>
                <a:close/>
                <a:moveTo>
                  <a:pt x="466104" y="374902"/>
                </a:moveTo>
                <a:lnTo>
                  <a:pt x="466104" y="518918"/>
                </a:lnTo>
                <a:lnTo>
                  <a:pt x="2050104" y="518918"/>
                </a:lnTo>
                <a:lnTo>
                  <a:pt x="2050104" y="374902"/>
                </a:lnTo>
                <a:close/>
                <a:moveTo>
                  <a:pt x="466104" y="145889"/>
                </a:moveTo>
                <a:lnTo>
                  <a:pt x="466104" y="289905"/>
                </a:lnTo>
                <a:lnTo>
                  <a:pt x="2050104" y="289905"/>
                </a:lnTo>
                <a:lnTo>
                  <a:pt x="2050104" y="145889"/>
                </a:lnTo>
                <a:close/>
                <a:moveTo>
                  <a:pt x="3358993" y="145888"/>
                </a:moveTo>
                <a:cubicBezTo>
                  <a:pt x="3299346" y="145888"/>
                  <a:pt x="3250993" y="194241"/>
                  <a:pt x="3250993" y="253888"/>
                </a:cubicBezTo>
                <a:cubicBezTo>
                  <a:pt x="3250993" y="313535"/>
                  <a:pt x="3299346" y="361888"/>
                  <a:pt x="3358993" y="361888"/>
                </a:cubicBezTo>
                <a:cubicBezTo>
                  <a:pt x="3418640" y="361888"/>
                  <a:pt x="3466993" y="313535"/>
                  <a:pt x="3466993" y="253888"/>
                </a:cubicBezTo>
                <a:cubicBezTo>
                  <a:pt x="3466993" y="194241"/>
                  <a:pt x="3418640" y="145888"/>
                  <a:pt x="3358993" y="145888"/>
                </a:cubicBezTo>
                <a:close/>
                <a:moveTo>
                  <a:pt x="2962949" y="145888"/>
                </a:moveTo>
                <a:cubicBezTo>
                  <a:pt x="2903302" y="145888"/>
                  <a:pt x="2854949" y="194241"/>
                  <a:pt x="2854949" y="253888"/>
                </a:cubicBezTo>
                <a:cubicBezTo>
                  <a:pt x="2854949" y="313535"/>
                  <a:pt x="2903302" y="361888"/>
                  <a:pt x="2962949" y="361888"/>
                </a:cubicBezTo>
                <a:cubicBezTo>
                  <a:pt x="3022596" y="361888"/>
                  <a:pt x="3070949" y="313535"/>
                  <a:pt x="3070949" y="253888"/>
                </a:cubicBezTo>
                <a:cubicBezTo>
                  <a:pt x="3070949" y="194241"/>
                  <a:pt x="3022596" y="145888"/>
                  <a:pt x="2962949" y="145888"/>
                </a:cubicBezTo>
                <a:close/>
                <a:moveTo>
                  <a:pt x="2566905" y="145888"/>
                </a:moveTo>
                <a:cubicBezTo>
                  <a:pt x="2507258" y="145888"/>
                  <a:pt x="2458905" y="194241"/>
                  <a:pt x="2458905" y="253888"/>
                </a:cubicBezTo>
                <a:cubicBezTo>
                  <a:pt x="2458905" y="313535"/>
                  <a:pt x="2507258" y="361888"/>
                  <a:pt x="2566905" y="361888"/>
                </a:cubicBezTo>
                <a:cubicBezTo>
                  <a:pt x="2626552" y="361888"/>
                  <a:pt x="2674905" y="313535"/>
                  <a:pt x="2674905" y="253888"/>
                </a:cubicBezTo>
                <a:cubicBezTo>
                  <a:pt x="2674905" y="194241"/>
                  <a:pt x="2626552" y="145888"/>
                  <a:pt x="2566905" y="145888"/>
                </a:cubicBezTo>
                <a:close/>
                <a:moveTo>
                  <a:pt x="154649" y="122909"/>
                </a:moveTo>
                <a:lnTo>
                  <a:pt x="154649" y="770909"/>
                </a:lnTo>
                <a:lnTo>
                  <a:pt x="298665" y="770909"/>
                </a:lnTo>
                <a:lnTo>
                  <a:pt x="298665" y="122909"/>
                </a:lnTo>
                <a:close/>
                <a:moveTo>
                  <a:pt x="3645310" y="120527"/>
                </a:moveTo>
                <a:lnTo>
                  <a:pt x="3645310" y="768527"/>
                </a:lnTo>
                <a:lnTo>
                  <a:pt x="3789326" y="768527"/>
                </a:lnTo>
                <a:lnTo>
                  <a:pt x="3789326" y="120527"/>
                </a:lnTo>
                <a:close/>
                <a:moveTo>
                  <a:pt x="0" y="0"/>
                </a:moveTo>
                <a:lnTo>
                  <a:pt x="3960000" y="0"/>
                </a:lnTo>
                <a:lnTo>
                  <a:pt x="3960000" y="864096"/>
                </a:lnTo>
                <a:lnTo>
                  <a:pt x="0" y="86409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grpSp>
        <p:nvGrpSpPr>
          <p:cNvPr id="1366" name="Group 13"/>
          <p:cNvGrpSpPr/>
          <p:nvPr/>
        </p:nvGrpSpPr>
        <p:grpSpPr>
          <a:xfrm>
            <a:off x="2904120" y="1682640"/>
            <a:ext cx="2441880" cy="1177560"/>
            <a:chOff x="2904120" y="1682640"/>
            <a:chExt cx="2441880" cy="1177560"/>
          </a:xfrm>
        </p:grpSpPr>
        <p:sp>
          <p:nvSpPr>
            <p:cNvPr id="1367" name="Rectangle 14"/>
            <p:cNvSpPr/>
            <p:nvPr/>
          </p:nvSpPr>
          <p:spPr>
            <a:xfrm>
              <a:off x="2904120" y="2045880"/>
              <a:ext cx="536040" cy="536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obliqueTopRight"/>
              <a:lightRig dir="t" rig="balanced"/>
            </a:scene3d>
            <a:sp3d extrusionH="558800" prstMaterial="matte">
              <a:extrusionClr>
                <a:schemeClr val="accent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grpSp>
          <p:nvGrpSpPr>
            <p:cNvPr id="1368" name="Group 15"/>
            <p:cNvGrpSpPr/>
            <p:nvPr/>
          </p:nvGrpSpPr>
          <p:grpSpPr>
            <a:xfrm>
              <a:off x="3482280" y="1877040"/>
              <a:ext cx="599760" cy="381240"/>
              <a:chOff x="3482280" y="1877040"/>
              <a:chExt cx="599760" cy="381240"/>
            </a:xfrm>
          </p:grpSpPr>
          <p:sp>
            <p:nvSpPr>
              <p:cNvPr id="1369" name="Freeform: Shape 22"/>
              <p:cNvSpPr/>
              <p:nvPr/>
            </p:nvSpPr>
            <p:spPr>
              <a:xfrm rot="19800000">
                <a:off x="3631680" y="1969560"/>
                <a:ext cx="301320" cy="197280"/>
              </a:xfrm>
              <a:custGeom>
                <a:avLst/>
                <a:gdLst>
                  <a:gd name="textAreaLeft" fmla="*/ 0 w 301320"/>
                  <a:gd name="textAreaRight" fmla="*/ 301680 w 301320"/>
                  <a:gd name="textAreaTop" fmla="*/ 0 h 197280"/>
                  <a:gd name="textAreaBottom" fmla="*/ 197640 h 197280"/>
                </a:gdLst>
                <a:ahLst/>
                <a:rect l="textAreaLeft" t="textAreaTop" r="textAreaRight" b="textAreaBottom"/>
                <a:pathLst>
                  <a:path w="862149" h="564662">
                    <a:moveTo>
                      <a:pt x="288530" y="155674"/>
                    </a:moveTo>
                    <a:cubicBezTo>
                      <a:pt x="218579" y="155674"/>
                      <a:pt x="161872" y="212381"/>
                      <a:pt x="161872" y="282332"/>
                    </a:cubicBezTo>
                    <a:cubicBezTo>
                      <a:pt x="161872" y="352283"/>
                      <a:pt x="218579" y="408990"/>
                      <a:pt x="288530" y="408990"/>
                    </a:cubicBezTo>
                    <a:lnTo>
                      <a:pt x="573620" y="408990"/>
                    </a:lnTo>
                    <a:cubicBezTo>
                      <a:pt x="643571" y="408990"/>
                      <a:pt x="700278" y="352283"/>
                      <a:pt x="700278" y="282332"/>
                    </a:cubicBezTo>
                    <a:cubicBezTo>
                      <a:pt x="700278" y="212381"/>
                      <a:pt x="643571" y="155674"/>
                      <a:pt x="573620" y="155674"/>
                    </a:cubicBezTo>
                    <a:close/>
                    <a:moveTo>
                      <a:pt x="282331" y="0"/>
                    </a:moveTo>
                    <a:lnTo>
                      <a:pt x="579818" y="0"/>
                    </a:lnTo>
                    <a:cubicBezTo>
                      <a:pt x="735745" y="0"/>
                      <a:pt x="862149" y="126404"/>
                      <a:pt x="862149" y="282331"/>
                    </a:cubicBezTo>
                    <a:cubicBezTo>
                      <a:pt x="862149" y="438258"/>
                      <a:pt x="735745" y="564662"/>
                      <a:pt x="579818" y="564662"/>
                    </a:cubicBezTo>
                    <a:lnTo>
                      <a:pt x="282331" y="564662"/>
                    </a:lnTo>
                    <a:cubicBezTo>
                      <a:pt x="126404" y="564662"/>
                      <a:pt x="0" y="438258"/>
                      <a:pt x="0" y="282331"/>
                    </a:cubicBezTo>
                    <a:cubicBezTo>
                      <a:pt x="0" y="126404"/>
                      <a:pt x="126404" y="0"/>
                      <a:pt x="282331" y="0"/>
                    </a:cubicBezTo>
                    <a:close/>
                  </a:path>
                </a:pathLst>
              </a:custGeom>
              <a:solidFill>
                <a:srgbClr val="196491"/>
              </a:solidFill>
              <a:ln w="9525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1370" name="Rectangle: Rounded Corners 23"/>
              <p:cNvSpPr/>
              <p:nvPr/>
            </p:nvSpPr>
            <p:spPr>
              <a:xfrm rot="19800000">
                <a:off x="3786120" y="1947960"/>
                <a:ext cx="301320" cy="5832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 w="9525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-3240" bIns="-324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1371" name="Rectangle: Rounded Corners 24"/>
              <p:cNvSpPr/>
              <p:nvPr/>
            </p:nvSpPr>
            <p:spPr>
              <a:xfrm rot="19800000">
                <a:off x="3476520" y="2128320"/>
                <a:ext cx="301320" cy="5832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 w="9525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-3240" bIns="-324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</p:grpSp>
        <p:sp>
          <p:nvSpPr>
            <p:cNvPr id="1372" name="Rectangle 16"/>
            <p:cNvSpPr/>
            <p:nvPr/>
          </p:nvSpPr>
          <p:spPr>
            <a:xfrm>
              <a:off x="3970440" y="1682640"/>
              <a:ext cx="536040" cy="536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obliqueTopRight"/>
              <a:lightRig dir="t" rig="balanced"/>
            </a:scene3d>
            <a:sp3d extrusionH="558800" prstMaterial="matte">
              <a:extrusionClr>
                <a:schemeClr val="accent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373" name="Rectangle 17"/>
            <p:cNvSpPr/>
            <p:nvPr/>
          </p:nvSpPr>
          <p:spPr>
            <a:xfrm>
              <a:off x="4809960" y="2324160"/>
              <a:ext cx="536040" cy="536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obliqueTopRight"/>
              <a:lightRig dir="t" rig="balanced"/>
            </a:scene3d>
            <a:sp3d extrusionH="558800" prstMaterial="matte">
              <a:extrusionClr>
                <a:schemeClr val="accent1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grpSp>
          <p:nvGrpSpPr>
            <p:cNvPr id="1374" name="Group 18"/>
            <p:cNvGrpSpPr/>
            <p:nvPr/>
          </p:nvGrpSpPr>
          <p:grpSpPr>
            <a:xfrm>
              <a:off x="4527360" y="1853280"/>
              <a:ext cx="580680" cy="414720"/>
              <a:chOff x="4527360" y="1853280"/>
              <a:chExt cx="580680" cy="414720"/>
            </a:xfrm>
          </p:grpSpPr>
          <p:sp>
            <p:nvSpPr>
              <p:cNvPr id="1375" name="Freeform: Shape 19"/>
              <p:cNvSpPr/>
              <p:nvPr/>
            </p:nvSpPr>
            <p:spPr>
              <a:xfrm rot="2031600">
                <a:off x="4666320" y="1962360"/>
                <a:ext cx="301320" cy="197280"/>
              </a:xfrm>
              <a:custGeom>
                <a:avLst/>
                <a:gdLst>
                  <a:gd name="textAreaLeft" fmla="*/ 0 w 301320"/>
                  <a:gd name="textAreaRight" fmla="*/ 301680 w 301320"/>
                  <a:gd name="textAreaTop" fmla="*/ 0 h 197280"/>
                  <a:gd name="textAreaBottom" fmla="*/ 197640 h 197280"/>
                </a:gdLst>
                <a:ahLst/>
                <a:rect l="textAreaLeft" t="textAreaTop" r="textAreaRight" b="textAreaBottom"/>
                <a:pathLst>
                  <a:path w="862149" h="564662">
                    <a:moveTo>
                      <a:pt x="288530" y="155674"/>
                    </a:moveTo>
                    <a:cubicBezTo>
                      <a:pt x="218579" y="155674"/>
                      <a:pt x="161872" y="212381"/>
                      <a:pt x="161872" y="282332"/>
                    </a:cubicBezTo>
                    <a:cubicBezTo>
                      <a:pt x="161872" y="352283"/>
                      <a:pt x="218579" y="408990"/>
                      <a:pt x="288530" y="408990"/>
                    </a:cubicBezTo>
                    <a:lnTo>
                      <a:pt x="573620" y="408990"/>
                    </a:lnTo>
                    <a:cubicBezTo>
                      <a:pt x="643571" y="408990"/>
                      <a:pt x="700278" y="352283"/>
                      <a:pt x="700278" y="282332"/>
                    </a:cubicBezTo>
                    <a:cubicBezTo>
                      <a:pt x="700278" y="212381"/>
                      <a:pt x="643571" y="155674"/>
                      <a:pt x="573620" y="155674"/>
                    </a:cubicBezTo>
                    <a:close/>
                    <a:moveTo>
                      <a:pt x="282331" y="0"/>
                    </a:moveTo>
                    <a:lnTo>
                      <a:pt x="579818" y="0"/>
                    </a:lnTo>
                    <a:cubicBezTo>
                      <a:pt x="735745" y="0"/>
                      <a:pt x="862149" y="126404"/>
                      <a:pt x="862149" y="282331"/>
                    </a:cubicBezTo>
                    <a:cubicBezTo>
                      <a:pt x="862149" y="438258"/>
                      <a:pt x="735745" y="564662"/>
                      <a:pt x="579818" y="564662"/>
                    </a:cubicBezTo>
                    <a:lnTo>
                      <a:pt x="282331" y="564662"/>
                    </a:lnTo>
                    <a:cubicBezTo>
                      <a:pt x="126404" y="564662"/>
                      <a:pt x="0" y="438258"/>
                      <a:pt x="0" y="282331"/>
                    </a:cubicBezTo>
                    <a:cubicBezTo>
                      <a:pt x="0" y="126404"/>
                      <a:pt x="126404" y="0"/>
                      <a:pt x="282331" y="0"/>
                    </a:cubicBezTo>
                    <a:close/>
                  </a:path>
                </a:pathLst>
              </a:custGeom>
              <a:solidFill>
                <a:srgbClr val="196491"/>
              </a:solidFill>
              <a:ln w="9525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1376" name="Rectangle: Rounded Corners 20"/>
              <p:cNvSpPr/>
              <p:nvPr/>
            </p:nvSpPr>
            <p:spPr>
              <a:xfrm rot="2031600">
                <a:off x="4815720" y="2130480"/>
                <a:ext cx="301320" cy="5832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 w="9525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-3240" bIns="-324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1377" name="Rectangle: Rounded Corners 21"/>
              <p:cNvSpPr/>
              <p:nvPr/>
            </p:nvSpPr>
            <p:spPr>
              <a:xfrm rot="2031600">
                <a:off x="4517640" y="1932120"/>
                <a:ext cx="301320" cy="5832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 w="9525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-3240" bIns="-324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</p:grpSp>
      </p:grpSp>
      <p:grpSp>
        <p:nvGrpSpPr>
          <p:cNvPr id="1378" name="Group 63"/>
          <p:cNvGrpSpPr/>
          <p:nvPr/>
        </p:nvGrpSpPr>
        <p:grpSpPr>
          <a:xfrm>
            <a:off x="270360" y="4442760"/>
            <a:ext cx="4599360" cy="2193120"/>
            <a:chOff x="270360" y="4442760"/>
            <a:chExt cx="4599360" cy="2193120"/>
          </a:xfrm>
        </p:grpSpPr>
        <p:grpSp>
          <p:nvGrpSpPr>
            <p:cNvPr id="1379" name="Group 35"/>
            <p:cNvGrpSpPr/>
            <p:nvPr/>
          </p:nvGrpSpPr>
          <p:grpSpPr>
            <a:xfrm>
              <a:off x="1587960" y="4442760"/>
              <a:ext cx="1950480" cy="2193120"/>
              <a:chOff x="1587960" y="4442760"/>
              <a:chExt cx="1950480" cy="2193120"/>
            </a:xfrm>
          </p:grpSpPr>
          <p:grpSp>
            <p:nvGrpSpPr>
              <p:cNvPr id="1380" name="Group 36"/>
              <p:cNvGrpSpPr/>
              <p:nvPr/>
            </p:nvGrpSpPr>
            <p:grpSpPr>
              <a:xfrm>
                <a:off x="2512440" y="4442760"/>
                <a:ext cx="101160" cy="2193120"/>
                <a:chOff x="2512440" y="4442760"/>
                <a:chExt cx="101160" cy="2193120"/>
              </a:xfrm>
            </p:grpSpPr>
            <p:sp>
              <p:nvSpPr>
                <p:cNvPr id="1381" name="Freeform: Shape 49"/>
                <p:cNvSpPr/>
                <p:nvPr/>
              </p:nvSpPr>
              <p:spPr>
                <a:xfrm>
                  <a:off x="2551320" y="4489920"/>
                  <a:ext cx="23400" cy="2111040"/>
                </a:xfrm>
                <a:custGeom>
                  <a:avLst/>
                  <a:gdLst>
                    <a:gd name="textAreaLeft" fmla="*/ 0 w 23400"/>
                    <a:gd name="textAreaRight" fmla="*/ 23760 w 23400"/>
                    <a:gd name="textAreaTop" fmla="*/ 0 h 2111040"/>
                    <a:gd name="textAreaBottom" fmla="*/ 2111400 h 2111040"/>
                  </a:gdLst>
                  <a:ahLst/>
                  <a:rect l="textAreaLeft" t="textAreaTop" r="textAreaRight" b="textAreaBottom"/>
                  <a:pathLst>
                    <a:path w="74220" h="6601938">
                      <a:moveTo>
                        <a:pt x="0" y="0"/>
                      </a:moveTo>
                      <a:lnTo>
                        <a:pt x="74221" y="0"/>
                      </a:lnTo>
                      <a:lnTo>
                        <a:pt x="74221" y="6601939"/>
                      </a:lnTo>
                      <a:lnTo>
                        <a:pt x="0" y="660193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7412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Arial"/>
                    <a:ea typeface="Arial Unicode MS"/>
                  </a:endParaRPr>
                </a:p>
              </p:txBody>
            </p:sp>
            <p:sp>
              <p:nvSpPr>
                <p:cNvPr id="1382" name="Freeform: Shape 50"/>
                <p:cNvSpPr/>
                <p:nvPr/>
              </p:nvSpPr>
              <p:spPr>
                <a:xfrm>
                  <a:off x="2512440" y="4442760"/>
                  <a:ext cx="101160" cy="101160"/>
                </a:xfrm>
                <a:custGeom>
                  <a:avLst/>
                  <a:gdLst>
                    <a:gd name="textAreaLeft" fmla="*/ 0 w 101160"/>
                    <a:gd name="textAreaRight" fmla="*/ 101520 w 101160"/>
                    <a:gd name="textAreaTop" fmla="*/ 0 h 101160"/>
                    <a:gd name="textAreaBottom" fmla="*/ 101520 h 101160"/>
                  </a:gdLst>
                  <a:ahLst/>
                  <a:rect l="textAreaLeft" t="textAreaTop" r="textAreaRight" b="textAreaBottom"/>
                  <a:pathLst>
                    <a:path w="317368" h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7412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Arial"/>
                    <a:ea typeface="Arial Unicode MS"/>
                  </a:endParaRPr>
                </a:p>
              </p:txBody>
            </p:sp>
            <p:sp>
              <p:nvSpPr>
                <p:cNvPr id="1383" name="Freeform: Shape 51"/>
                <p:cNvSpPr/>
                <p:nvPr/>
              </p:nvSpPr>
              <p:spPr>
                <a:xfrm>
                  <a:off x="2512440" y="6534720"/>
                  <a:ext cx="101160" cy="101160"/>
                </a:xfrm>
                <a:custGeom>
                  <a:avLst/>
                  <a:gdLst>
                    <a:gd name="textAreaLeft" fmla="*/ 0 w 101160"/>
                    <a:gd name="textAreaRight" fmla="*/ 101520 w 101160"/>
                    <a:gd name="textAreaTop" fmla="*/ 0 h 101160"/>
                    <a:gd name="textAreaBottom" fmla="*/ 101520 h 101160"/>
                  </a:gdLst>
                  <a:ahLst/>
                  <a:rect l="textAreaLeft" t="textAreaTop" r="textAreaRight" b="textAreaBottom"/>
                  <a:pathLst>
                    <a:path w="317368" h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7412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Arial"/>
                    <a:ea typeface="Arial Unicode MS"/>
                  </a:endParaRPr>
                </a:p>
              </p:txBody>
            </p:sp>
            <p:sp>
              <p:nvSpPr>
                <p:cNvPr id="1384" name="Freeform: Shape 52"/>
                <p:cNvSpPr/>
                <p:nvPr/>
              </p:nvSpPr>
              <p:spPr>
                <a:xfrm>
                  <a:off x="2512440" y="5140080"/>
                  <a:ext cx="101160" cy="101160"/>
                </a:xfrm>
                <a:custGeom>
                  <a:avLst/>
                  <a:gdLst>
                    <a:gd name="textAreaLeft" fmla="*/ 0 w 101160"/>
                    <a:gd name="textAreaRight" fmla="*/ 101520 w 101160"/>
                    <a:gd name="textAreaTop" fmla="*/ 0 h 101160"/>
                    <a:gd name="textAreaBottom" fmla="*/ 101520 h 101160"/>
                  </a:gdLst>
                  <a:ahLst/>
                  <a:rect l="textAreaLeft" t="textAreaTop" r="textAreaRight" b="textAreaBottom"/>
                  <a:pathLst>
                    <a:path w="317368" h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7412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Arial"/>
                    <a:ea typeface="Arial Unicode MS"/>
                  </a:endParaRPr>
                </a:p>
              </p:txBody>
            </p:sp>
            <p:sp>
              <p:nvSpPr>
                <p:cNvPr id="1385" name="Freeform: Shape 53"/>
                <p:cNvSpPr/>
                <p:nvPr/>
              </p:nvSpPr>
              <p:spPr>
                <a:xfrm>
                  <a:off x="2512440" y="5837400"/>
                  <a:ext cx="101160" cy="101160"/>
                </a:xfrm>
                <a:custGeom>
                  <a:avLst/>
                  <a:gdLst>
                    <a:gd name="textAreaLeft" fmla="*/ 0 w 101160"/>
                    <a:gd name="textAreaRight" fmla="*/ 101520 w 101160"/>
                    <a:gd name="textAreaTop" fmla="*/ 0 h 101160"/>
                    <a:gd name="textAreaBottom" fmla="*/ 101520 h 101160"/>
                  </a:gdLst>
                  <a:ahLst/>
                  <a:rect l="textAreaLeft" t="textAreaTop" r="textAreaRight" b="textAreaBottom"/>
                  <a:pathLst>
                    <a:path w="317368" h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7412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Arial"/>
                    <a:ea typeface="Arial Unicode MS"/>
                  </a:endParaRPr>
                </a:p>
              </p:txBody>
            </p:sp>
          </p:grpSp>
          <p:grpSp>
            <p:nvGrpSpPr>
              <p:cNvPr id="1386" name="Group 37"/>
              <p:cNvGrpSpPr/>
              <p:nvPr/>
            </p:nvGrpSpPr>
            <p:grpSpPr>
              <a:xfrm>
                <a:off x="1588320" y="4947120"/>
                <a:ext cx="1950120" cy="1184400"/>
                <a:chOff x="1588320" y="4947120"/>
                <a:chExt cx="1950120" cy="1184400"/>
              </a:xfrm>
            </p:grpSpPr>
            <p:sp>
              <p:nvSpPr>
                <p:cNvPr id="1387" name="Freeform: Shape 44"/>
                <p:cNvSpPr/>
                <p:nvPr/>
              </p:nvSpPr>
              <p:spPr>
                <a:xfrm rot="3600000">
                  <a:off x="2545920" y="4486680"/>
                  <a:ext cx="23400" cy="2111040"/>
                </a:xfrm>
                <a:custGeom>
                  <a:avLst/>
                  <a:gdLst>
                    <a:gd name="textAreaLeft" fmla="*/ 0 w 23400"/>
                    <a:gd name="textAreaRight" fmla="*/ 23760 w 23400"/>
                    <a:gd name="textAreaTop" fmla="*/ 0 h 2111040"/>
                    <a:gd name="textAreaBottom" fmla="*/ 2111400 h 2111040"/>
                  </a:gdLst>
                  <a:ahLst/>
                  <a:rect l="textAreaLeft" t="textAreaTop" r="textAreaRight" b="textAreaBottom"/>
                  <a:pathLst>
                    <a:path w="74220" h="6601938">
                      <a:moveTo>
                        <a:pt x="0" y="0"/>
                      </a:moveTo>
                      <a:lnTo>
                        <a:pt x="74221" y="0"/>
                      </a:lnTo>
                      <a:lnTo>
                        <a:pt x="74221" y="6601939"/>
                      </a:lnTo>
                      <a:lnTo>
                        <a:pt x="0" y="660193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7412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Arial"/>
                    <a:ea typeface="Arial Unicode MS"/>
                  </a:endParaRPr>
                </a:p>
              </p:txBody>
            </p:sp>
            <p:sp>
              <p:nvSpPr>
                <p:cNvPr id="1388" name="Freeform: Shape 45"/>
                <p:cNvSpPr/>
                <p:nvPr/>
              </p:nvSpPr>
              <p:spPr>
                <a:xfrm rot="3600000">
                  <a:off x="3418560" y="4965480"/>
                  <a:ext cx="101160" cy="101160"/>
                </a:xfrm>
                <a:custGeom>
                  <a:avLst/>
                  <a:gdLst>
                    <a:gd name="textAreaLeft" fmla="*/ 0 w 101160"/>
                    <a:gd name="textAreaRight" fmla="*/ 101520 w 101160"/>
                    <a:gd name="textAreaTop" fmla="*/ 0 h 101160"/>
                    <a:gd name="textAreaBottom" fmla="*/ 101520 h 101160"/>
                  </a:gdLst>
                  <a:ahLst/>
                  <a:rect l="textAreaLeft" t="textAreaTop" r="textAreaRight" b="textAreaBottom"/>
                  <a:pathLst>
                    <a:path w="317368" h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7412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Arial"/>
                    <a:ea typeface="Arial Unicode MS"/>
                  </a:endParaRPr>
                </a:p>
              </p:txBody>
            </p:sp>
            <p:sp>
              <p:nvSpPr>
                <p:cNvPr id="1389" name="Freeform: Shape 46"/>
                <p:cNvSpPr/>
                <p:nvPr/>
              </p:nvSpPr>
              <p:spPr>
                <a:xfrm rot="3600000">
                  <a:off x="1606680" y="6011640"/>
                  <a:ext cx="101160" cy="101160"/>
                </a:xfrm>
                <a:custGeom>
                  <a:avLst/>
                  <a:gdLst>
                    <a:gd name="textAreaLeft" fmla="*/ 0 w 101160"/>
                    <a:gd name="textAreaRight" fmla="*/ 101520 w 101160"/>
                    <a:gd name="textAreaTop" fmla="*/ 0 h 101160"/>
                    <a:gd name="textAreaBottom" fmla="*/ 101520 h 101160"/>
                  </a:gdLst>
                  <a:ahLst/>
                  <a:rect l="textAreaLeft" t="textAreaTop" r="textAreaRight" b="textAreaBottom"/>
                  <a:pathLst>
                    <a:path w="317368" h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7412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Arial"/>
                    <a:ea typeface="Arial Unicode MS"/>
                  </a:endParaRPr>
                </a:p>
              </p:txBody>
            </p:sp>
            <p:sp>
              <p:nvSpPr>
                <p:cNvPr id="1390" name="Freeform: Shape 47"/>
                <p:cNvSpPr/>
                <p:nvPr/>
              </p:nvSpPr>
              <p:spPr>
                <a:xfrm rot="3600000">
                  <a:off x="2814480" y="5314320"/>
                  <a:ext cx="101160" cy="101160"/>
                </a:xfrm>
                <a:custGeom>
                  <a:avLst/>
                  <a:gdLst>
                    <a:gd name="textAreaLeft" fmla="*/ 0 w 101160"/>
                    <a:gd name="textAreaRight" fmla="*/ 101520 w 101160"/>
                    <a:gd name="textAreaTop" fmla="*/ 0 h 101160"/>
                    <a:gd name="textAreaBottom" fmla="*/ 101520 h 101160"/>
                  </a:gdLst>
                  <a:ahLst/>
                  <a:rect l="textAreaLeft" t="textAreaTop" r="textAreaRight" b="textAreaBottom"/>
                  <a:pathLst>
                    <a:path w="317368" h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7412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Arial"/>
                    <a:ea typeface="Arial Unicode MS"/>
                  </a:endParaRPr>
                </a:p>
              </p:txBody>
            </p:sp>
            <p:sp>
              <p:nvSpPr>
                <p:cNvPr id="1391" name="Freeform: Shape 48"/>
                <p:cNvSpPr/>
                <p:nvPr/>
              </p:nvSpPr>
              <p:spPr>
                <a:xfrm rot="3600000">
                  <a:off x="2210760" y="5662800"/>
                  <a:ext cx="101160" cy="101160"/>
                </a:xfrm>
                <a:custGeom>
                  <a:avLst/>
                  <a:gdLst>
                    <a:gd name="textAreaLeft" fmla="*/ 0 w 101160"/>
                    <a:gd name="textAreaRight" fmla="*/ 101520 w 101160"/>
                    <a:gd name="textAreaTop" fmla="*/ 0 h 101160"/>
                    <a:gd name="textAreaBottom" fmla="*/ 101520 h 101160"/>
                  </a:gdLst>
                  <a:ahLst/>
                  <a:rect l="textAreaLeft" t="textAreaTop" r="textAreaRight" b="textAreaBottom"/>
                  <a:pathLst>
                    <a:path w="317368" h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7412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Arial"/>
                    <a:ea typeface="Arial Unicode MS"/>
                  </a:endParaRPr>
                </a:p>
              </p:txBody>
            </p:sp>
          </p:grpSp>
          <p:grpSp>
            <p:nvGrpSpPr>
              <p:cNvPr id="1392" name="Group 38"/>
              <p:cNvGrpSpPr/>
              <p:nvPr/>
            </p:nvGrpSpPr>
            <p:grpSpPr>
              <a:xfrm>
                <a:off x="1587960" y="4947480"/>
                <a:ext cx="1950120" cy="1184400"/>
                <a:chOff x="1587960" y="4947480"/>
                <a:chExt cx="1950120" cy="1184400"/>
              </a:xfrm>
            </p:grpSpPr>
            <p:sp>
              <p:nvSpPr>
                <p:cNvPr id="1393" name="Freeform: Shape 39"/>
                <p:cNvSpPr/>
                <p:nvPr/>
              </p:nvSpPr>
              <p:spPr>
                <a:xfrm rot="18000000">
                  <a:off x="2556360" y="4486680"/>
                  <a:ext cx="23400" cy="2111040"/>
                </a:xfrm>
                <a:custGeom>
                  <a:avLst/>
                  <a:gdLst>
                    <a:gd name="textAreaLeft" fmla="*/ 0 w 23400"/>
                    <a:gd name="textAreaRight" fmla="*/ 23760 w 23400"/>
                    <a:gd name="textAreaTop" fmla="*/ 0 h 2111040"/>
                    <a:gd name="textAreaBottom" fmla="*/ 2111400 h 2111040"/>
                  </a:gdLst>
                  <a:ahLst/>
                  <a:rect l="textAreaLeft" t="textAreaTop" r="textAreaRight" b="textAreaBottom"/>
                  <a:pathLst>
                    <a:path w="74220" h="6601938">
                      <a:moveTo>
                        <a:pt x="0" y="0"/>
                      </a:moveTo>
                      <a:lnTo>
                        <a:pt x="74221" y="0"/>
                      </a:lnTo>
                      <a:lnTo>
                        <a:pt x="74221" y="6601939"/>
                      </a:lnTo>
                      <a:lnTo>
                        <a:pt x="0" y="660193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7412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Arial"/>
                    <a:ea typeface="Arial Unicode MS"/>
                  </a:endParaRPr>
                </a:p>
              </p:txBody>
            </p:sp>
            <p:sp>
              <p:nvSpPr>
                <p:cNvPr id="1394" name="Freeform: Shape 40"/>
                <p:cNvSpPr/>
                <p:nvPr/>
              </p:nvSpPr>
              <p:spPr>
                <a:xfrm rot="18000000">
                  <a:off x="1606320" y="4965840"/>
                  <a:ext cx="101160" cy="101160"/>
                </a:xfrm>
                <a:custGeom>
                  <a:avLst/>
                  <a:gdLst>
                    <a:gd name="textAreaLeft" fmla="*/ 0 w 101160"/>
                    <a:gd name="textAreaRight" fmla="*/ 101520 w 101160"/>
                    <a:gd name="textAreaTop" fmla="*/ 0 h 101160"/>
                    <a:gd name="textAreaBottom" fmla="*/ 101520 h 101160"/>
                  </a:gdLst>
                  <a:ahLst/>
                  <a:rect l="textAreaLeft" t="textAreaTop" r="textAreaRight" b="textAreaBottom"/>
                  <a:pathLst>
                    <a:path w="317368" h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7412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Arial"/>
                    <a:ea typeface="Arial Unicode MS"/>
                  </a:endParaRPr>
                </a:p>
              </p:txBody>
            </p:sp>
            <p:sp>
              <p:nvSpPr>
                <p:cNvPr id="1395" name="Freeform: Shape 41"/>
                <p:cNvSpPr/>
                <p:nvPr/>
              </p:nvSpPr>
              <p:spPr>
                <a:xfrm rot="18000000">
                  <a:off x="3418200" y="6012000"/>
                  <a:ext cx="101160" cy="101160"/>
                </a:xfrm>
                <a:custGeom>
                  <a:avLst/>
                  <a:gdLst>
                    <a:gd name="textAreaLeft" fmla="*/ 0 w 101160"/>
                    <a:gd name="textAreaRight" fmla="*/ 101520 w 101160"/>
                    <a:gd name="textAreaTop" fmla="*/ 0 h 101160"/>
                    <a:gd name="textAreaBottom" fmla="*/ 101520 h 101160"/>
                  </a:gdLst>
                  <a:ahLst/>
                  <a:rect l="textAreaLeft" t="textAreaTop" r="textAreaRight" b="textAreaBottom"/>
                  <a:pathLst>
                    <a:path w="317368" h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7412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Arial"/>
                    <a:ea typeface="Arial Unicode MS"/>
                  </a:endParaRPr>
                </a:p>
              </p:txBody>
            </p:sp>
            <p:sp>
              <p:nvSpPr>
                <p:cNvPr id="1396" name="Freeform: Shape 42"/>
                <p:cNvSpPr/>
                <p:nvPr/>
              </p:nvSpPr>
              <p:spPr>
                <a:xfrm rot="18000000">
                  <a:off x="2210400" y="5314680"/>
                  <a:ext cx="101160" cy="101160"/>
                </a:xfrm>
                <a:custGeom>
                  <a:avLst/>
                  <a:gdLst>
                    <a:gd name="textAreaLeft" fmla="*/ 0 w 101160"/>
                    <a:gd name="textAreaRight" fmla="*/ 101520 w 101160"/>
                    <a:gd name="textAreaTop" fmla="*/ 0 h 101160"/>
                    <a:gd name="textAreaBottom" fmla="*/ 101520 h 101160"/>
                  </a:gdLst>
                  <a:ahLst/>
                  <a:rect l="textAreaLeft" t="textAreaTop" r="textAreaRight" b="textAreaBottom"/>
                  <a:pathLst>
                    <a:path w="317368" h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7412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Arial"/>
                    <a:ea typeface="Arial Unicode MS"/>
                  </a:endParaRPr>
                </a:p>
              </p:txBody>
            </p:sp>
            <p:sp>
              <p:nvSpPr>
                <p:cNvPr id="1397" name="Freeform: Shape 43"/>
                <p:cNvSpPr/>
                <p:nvPr/>
              </p:nvSpPr>
              <p:spPr>
                <a:xfrm rot="18000000">
                  <a:off x="2814120" y="5663160"/>
                  <a:ext cx="101160" cy="101160"/>
                </a:xfrm>
                <a:custGeom>
                  <a:avLst/>
                  <a:gdLst>
                    <a:gd name="textAreaLeft" fmla="*/ 0 w 101160"/>
                    <a:gd name="textAreaRight" fmla="*/ 101520 w 101160"/>
                    <a:gd name="textAreaTop" fmla="*/ 0 h 101160"/>
                    <a:gd name="textAreaBottom" fmla="*/ 101520 h 101160"/>
                  </a:gdLst>
                  <a:ahLst/>
                  <a:rect l="textAreaLeft" t="textAreaTop" r="textAreaRight" b="textAreaBottom"/>
                  <a:pathLst>
                    <a:path w="317368" h="317368">
                      <a:moveTo>
                        <a:pt x="317368" y="158684"/>
                      </a:moveTo>
                      <a:cubicBezTo>
                        <a:pt x="317368" y="246323"/>
                        <a:pt x="246323" y="317368"/>
                        <a:pt x="158684" y="317368"/>
                      </a:cubicBezTo>
                      <a:cubicBezTo>
                        <a:pt x="71045" y="317368"/>
                        <a:pt x="0" y="246323"/>
                        <a:pt x="0" y="158684"/>
                      </a:cubicBezTo>
                      <a:cubicBezTo>
                        <a:pt x="0" y="71045"/>
                        <a:pt x="71045" y="0"/>
                        <a:pt x="158684" y="0"/>
                      </a:cubicBezTo>
                      <a:cubicBezTo>
                        <a:pt x="246323" y="0"/>
                        <a:pt x="317368" y="71045"/>
                        <a:pt x="317368" y="1586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7412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Arial"/>
                    <a:ea typeface="Arial Unicode MS"/>
                  </a:endParaRPr>
                </a:p>
              </p:txBody>
            </p:sp>
          </p:grpSp>
        </p:grpSp>
        <p:grpSp>
          <p:nvGrpSpPr>
            <p:cNvPr id="1398" name="Group 54"/>
            <p:cNvGrpSpPr/>
            <p:nvPr/>
          </p:nvGrpSpPr>
          <p:grpSpPr>
            <a:xfrm>
              <a:off x="1740960" y="4603680"/>
              <a:ext cx="1633320" cy="1873800"/>
              <a:chOff x="1740960" y="4603680"/>
              <a:chExt cx="1633320" cy="1873800"/>
            </a:xfrm>
          </p:grpSpPr>
          <p:sp>
            <p:nvSpPr>
              <p:cNvPr id="1399" name="Freeform: Shape 55"/>
              <p:cNvSpPr/>
              <p:nvPr/>
            </p:nvSpPr>
            <p:spPr>
              <a:xfrm>
                <a:off x="1744200" y="4856760"/>
                <a:ext cx="738720" cy="838080"/>
              </a:xfrm>
              <a:custGeom>
                <a:avLst/>
                <a:gdLst>
                  <a:gd name="textAreaLeft" fmla="*/ 0 w 738720"/>
                  <a:gd name="textAreaRight" fmla="*/ 739080 w 738720"/>
                  <a:gd name="textAreaTop" fmla="*/ 0 h 838080"/>
                  <a:gd name="textAreaBottom" fmla="*/ 838440 h 838080"/>
                </a:gdLst>
                <a:ahLst/>
                <a:rect l="textAreaLeft" t="textAreaTop" r="textAreaRight" b="textAreaBottom"/>
                <a:pathLst>
                  <a:path w="1858552" h="2108217">
                    <a:moveTo>
                      <a:pt x="891621" y="127333"/>
                    </a:moveTo>
                    <a:lnTo>
                      <a:pt x="136204" y="570529"/>
                    </a:lnTo>
                    <a:lnTo>
                      <a:pt x="137285" y="575881"/>
                    </a:lnTo>
                    <a:cubicBezTo>
                      <a:pt x="137285" y="604314"/>
                      <a:pt x="119998" y="628708"/>
                      <a:pt x="95362" y="639129"/>
                    </a:cubicBezTo>
                    <a:lnTo>
                      <a:pt x="80913" y="642046"/>
                    </a:lnTo>
                    <a:lnTo>
                      <a:pt x="87029" y="1513636"/>
                    </a:lnTo>
                    <a:lnTo>
                      <a:pt x="95361" y="1515318"/>
                    </a:lnTo>
                    <a:cubicBezTo>
                      <a:pt x="119998" y="1525739"/>
                      <a:pt x="137285" y="1550134"/>
                      <a:pt x="137285" y="1578567"/>
                    </a:cubicBezTo>
                    <a:lnTo>
                      <a:pt x="136263" y="1583626"/>
                    </a:lnTo>
                    <a:lnTo>
                      <a:pt x="870153" y="2000544"/>
                    </a:lnTo>
                    <a:lnTo>
                      <a:pt x="876563" y="1991037"/>
                    </a:lnTo>
                    <a:cubicBezTo>
                      <a:pt x="888985" y="1978615"/>
                      <a:pt x="906146" y="1970932"/>
                      <a:pt x="925101" y="1970932"/>
                    </a:cubicBezTo>
                    <a:cubicBezTo>
                      <a:pt x="944056" y="1970932"/>
                      <a:pt x="961217" y="1978615"/>
                      <a:pt x="973638" y="1991037"/>
                    </a:cubicBezTo>
                    <a:lnTo>
                      <a:pt x="974304" y="1992024"/>
                    </a:lnTo>
                    <a:lnTo>
                      <a:pt x="1723151" y="1552681"/>
                    </a:lnTo>
                    <a:lnTo>
                      <a:pt x="1723319" y="1551848"/>
                    </a:lnTo>
                    <a:lnTo>
                      <a:pt x="1737335" y="1531060"/>
                    </a:lnTo>
                    <a:lnTo>
                      <a:pt x="1730864" y="608833"/>
                    </a:lnTo>
                    <a:lnTo>
                      <a:pt x="1726661" y="602599"/>
                    </a:lnTo>
                    <a:lnTo>
                      <a:pt x="1723626" y="587565"/>
                    </a:lnTo>
                    <a:lnTo>
                      <a:pt x="929459" y="136405"/>
                    </a:lnTo>
                    <a:lnTo>
                      <a:pt x="925101" y="137285"/>
                    </a:lnTo>
                    <a:cubicBezTo>
                      <a:pt x="915623" y="137285"/>
                      <a:pt x="906594" y="135364"/>
                      <a:pt x="898382" y="131891"/>
                    </a:cubicBezTo>
                    <a:close/>
                    <a:moveTo>
                      <a:pt x="925101" y="0"/>
                    </a:moveTo>
                    <a:cubicBezTo>
                      <a:pt x="963011" y="0"/>
                      <a:pt x="993743" y="30732"/>
                      <a:pt x="993743" y="68643"/>
                    </a:cubicBezTo>
                    <a:cubicBezTo>
                      <a:pt x="993743" y="78120"/>
                      <a:pt x="991823" y="87149"/>
                      <a:pt x="988349" y="95361"/>
                    </a:cubicBezTo>
                    <a:lnTo>
                      <a:pt x="982848" y="103520"/>
                    </a:lnTo>
                    <a:lnTo>
                      <a:pt x="1737928" y="532451"/>
                    </a:lnTo>
                    <a:lnTo>
                      <a:pt x="1741372" y="527343"/>
                    </a:lnTo>
                    <a:cubicBezTo>
                      <a:pt x="1753794" y="514921"/>
                      <a:pt x="1770955" y="507238"/>
                      <a:pt x="1789910" y="507238"/>
                    </a:cubicBezTo>
                    <a:cubicBezTo>
                      <a:pt x="1827820" y="507238"/>
                      <a:pt x="1858552" y="537970"/>
                      <a:pt x="1858552" y="575881"/>
                    </a:cubicBezTo>
                    <a:cubicBezTo>
                      <a:pt x="1858552" y="613791"/>
                      <a:pt x="1827820" y="644523"/>
                      <a:pt x="1789910" y="644523"/>
                    </a:cubicBezTo>
                    <a:lnTo>
                      <a:pt x="1786126" y="643759"/>
                    </a:lnTo>
                    <a:lnTo>
                      <a:pt x="1792189" y="1511060"/>
                    </a:lnTo>
                    <a:lnTo>
                      <a:pt x="1813286" y="1515319"/>
                    </a:lnTo>
                    <a:cubicBezTo>
                      <a:pt x="1837922" y="1525740"/>
                      <a:pt x="1855209" y="1550134"/>
                      <a:pt x="1855209" y="1578567"/>
                    </a:cubicBezTo>
                    <a:cubicBezTo>
                      <a:pt x="1855209" y="1616477"/>
                      <a:pt x="1824477" y="1647209"/>
                      <a:pt x="1786567" y="1647209"/>
                    </a:cubicBezTo>
                    <a:cubicBezTo>
                      <a:pt x="1767612" y="1647209"/>
                      <a:pt x="1750452" y="1639526"/>
                      <a:pt x="1738030" y="1627104"/>
                    </a:cubicBezTo>
                    <a:lnTo>
                      <a:pt x="1728646" y="1613186"/>
                    </a:lnTo>
                    <a:lnTo>
                      <a:pt x="992650" y="2044990"/>
                    </a:lnTo>
                    <a:lnTo>
                      <a:pt x="988349" y="2066293"/>
                    </a:lnTo>
                    <a:cubicBezTo>
                      <a:pt x="977929" y="2090930"/>
                      <a:pt x="953534" y="2108217"/>
                      <a:pt x="925101" y="2108217"/>
                    </a:cubicBezTo>
                    <a:cubicBezTo>
                      <a:pt x="896668" y="2108217"/>
                      <a:pt x="872273" y="2090930"/>
                      <a:pt x="861852" y="2066293"/>
                    </a:cubicBezTo>
                    <a:lnTo>
                      <a:pt x="860191" y="2058064"/>
                    </a:lnTo>
                    <a:lnTo>
                      <a:pt x="110027" y="1631927"/>
                    </a:lnTo>
                    <a:lnTo>
                      <a:pt x="95361" y="1641815"/>
                    </a:lnTo>
                    <a:cubicBezTo>
                      <a:pt x="87149" y="1645288"/>
                      <a:pt x="78120" y="1647209"/>
                      <a:pt x="68643" y="1647209"/>
                    </a:cubicBezTo>
                    <a:cubicBezTo>
                      <a:pt x="30732" y="1647209"/>
                      <a:pt x="0" y="1616477"/>
                      <a:pt x="0" y="1578567"/>
                    </a:cubicBezTo>
                    <a:cubicBezTo>
                      <a:pt x="0" y="1559611"/>
                      <a:pt x="7683" y="1542451"/>
                      <a:pt x="20105" y="1530029"/>
                    </a:cubicBezTo>
                    <a:lnTo>
                      <a:pt x="32128" y="1521923"/>
                    </a:lnTo>
                    <a:lnTo>
                      <a:pt x="25882" y="628313"/>
                    </a:lnTo>
                    <a:lnTo>
                      <a:pt x="20106" y="624418"/>
                    </a:lnTo>
                    <a:cubicBezTo>
                      <a:pt x="7684" y="611997"/>
                      <a:pt x="1" y="594836"/>
                      <a:pt x="1" y="575881"/>
                    </a:cubicBezTo>
                    <a:cubicBezTo>
                      <a:pt x="1" y="537971"/>
                      <a:pt x="30733" y="507239"/>
                      <a:pt x="68643" y="507239"/>
                    </a:cubicBezTo>
                    <a:cubicBezTo>
                      <a:pt x="78121" y="507239"/>
                      <a:pt x="87150" y="509160"/>
                      <a:pt x="95362" y="512633"/>
                    </a:cubicBezTo>
                    <a:lnTo>
                      <a:pt x="109767" y="522346"/>
                    </a:lnTo>
                    <a:lnTo>
                      <a:pt x="859279" y="82613"/>
                    </a:lnTo>
                    <a:lnTo>
                      <a:pt x="856458" y="68643"/>
                    </a:lnTo>
                    <a:cubicBezTo>
                      <a:pt x="856458" y="30732"/>
                      <a:pt x="887190" y="0"/>
                      <a:pt x="92510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41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1400" name="Freeform: Shape 56"/>
              <p:cNvSpPr/>
              <p:nvPr/>
            </p:nvSpPr>
            <p:spPr>
              <a:xfrm>
                <a:off x="2632680" y="5385240"/>
                <a:ext cx="741600" cy="838440"/>
              </a:xfrm>
              <a:custGeom>
                <a:avLst/>
                <a:gdLst>
                  <a:gd name="textAreaLeft" fmla="*/ 0 w 741600"/>
                  <a:gd name="textAreaRight" fmla="*/ 741960 w 741600"/>
                  <a:gd name="textAreaTop" fmla="*/ 0 h 838440"/>
                  <a:gd name="textAreaBottom" fmla="*/ 838800 h 838440"/>
                </a:gdLst>
                <a:ahLst/>
                <a:rect l="textAreaLeft" t="textAreaTop" r="textAreaRight" b="textAreaBottom"/>
                <a:pathLst>
                  <a:path w="1865646" h="2108813">
                    <a:moveTo>
                      <a:pt x="896251" y="120481"/>
                    </a:moveTo>
                    <a:lnTo>
                      <a:pt x="129434" y="570366"/>
                    </a:lnTo>
                    <a:lnTo>
                      <a:pt x="125890" y="575622"/>
                    </a:lnTo>
                    <a:lnTo>
                      <a:pt x="112789" y="584455"/>
                    </a:lnTo>
                    <a:lnTo>
                      <a:pt x="119147" y="1490535"/>
                    </a:lnTo>
                    <a:lnTo>
                      <a:pt x="131891" y="1509437"/>
                    </a:lnTo>
                    <a:cubicBezTo>
                      <a:pt x="135365" y="1517649"/>
                      <a:pt x="137285" y="1526678"/>
                      <a:pt x="137285" y="1536156"/>
                    </a:cubicBezTo>
                    <a:lnTo>
                      <a:pt x="136049" y="1542278"/>
                    </a:lnTo>
                    <a:lnTo>
                      <a:pt x="907672" y="1980632"/>
                    </a:lnTo>
                    <a:lnTo>
                      <a:pt x="913174" y="1976922"/>
                    </a:lnTo>
                    <a:cubicBezTo>
                      <a:pt x="921387" y="1973449"/>
                      <a:pt x="930415" y="1971528"/>
                      <a:pt x="939893" y="1971528"/>
                    </a:cubicBezTo>
                    <a:cubicBezTo>
                      <a:pt x="949370" y="1971528"/>
                      <a:pt x="958399" y="1973449"/>
                      <a:pt x="966612" y="1976922"/>
                    </a:cubicBezTo>
                    <a:lnTo>
                      <a:pt x="978887" y="1985199"/>
                    </a:lnTo>
                    <a:lnTo>
                      <a:pt x="1722260" y="1549067"/>
                    </a:lnTo>
                    <a:lnTo>
                      <a:pt x="1719653" y="1536156"/>
                    </a:lnTo>
                    <a:cubicBezTo>
                      <a:pt x="1719653" y="1507724"/>
                      <a:pt x="1736940" y="1483329"/>
                      <a:pt x="1761577" y="1472908"/>
                    </a:cubicBezTo>
                    <a:lnTo>
                      <a:pt x="1769197" y="1471370"/>
                    </a:lnTo>
                    <a:lnTo>
                      <a:pt x="1762980" y="585408"/>
                    </a:lnTo>
                    <a:lnTo>
                      <a:pt x="1748466" y="575622"/>
                    </a:lnTo>
                    <a:cubicBezTo>
                      <a:pt x="1742255" y="569411"/>
                      <a:pt x="1737229" y="562016"/>
                      <a:pt x="1733755" y="553803"/>
                    </a:cubicBezTo>
                    <a:lnTo>
                      <a:pt x="1733366" y="551872"/>
                    </a:lnTo>
                    <a:lnTo>
                      <a:pt x="979173" y="123421"/>
                    </a:lnTo>
                    <a:lnTo>
                      <a:pt x="966611" y="131891"/>
                    </a:lnTo>
                    <a:cubicBezTo>
                      <a:pt x="958399" y="135364"/>
                      <a:pt x="949370" y="137285"/>
                      <a:pt x="939893" y="137285"/>
                    </a:cubicBezTo>
                    <a:cubicBezTo>
                      <a:pt x="930415" y="137285"/>
                      <a:pt x="921386" y="135364"/>
                      <a:pt x="913174" y="131891"/>
                    </a:cubicBezTo>
                    <a:close/>
                    <a:moveTo>
                      <a:pt x="939893" y="0"/>
                    </a:moveTo>
                    <a:cubicBezTo>
                      <a:pt x="977802" y="0"/>
                      <a:pt x="1008535" y="30732"/>
                      <a:pt x="1008535" y="68643"/>
                    </a:cubicBezTo>
                    <a:lnTo>
                      <a:pt x="1007047" y="76016"/>
                    </a:lnTo>
                    <a:lnTo>
                      <a:pt x="1739379" y="492025"/>
                    </a:lnTo>
                    <a:lnTo>
                      <a:pt x="1748466" y="478547"/>
                    </a:lnTo>
                    <a:cubicBezTo>
                      <a:pt x="1760888" y="466125"/>
                      <a:pt x="1778049" y="458442"/>
                      <a:pt x="1797004" y="458442"/>
                    </a:cubicBezTo>
                    <a:cubicBezTo>
                      <a:pt x="1834913" y="458442"/>
                      <a:pt x="1865646" y="489174"/>
                      <a:pt x="1865646" y="527085"/>
                    </a:cubicBezTo>
                    <a:cubicBezTo>
                      <a:pt x="1865646" y="555517"/>
                      <a:pt x="1848359" y="579912"/>
                      <a:pt x="1823722" y="590333"/>
                    </a:cubicBezTo>
                    <a:lnTo>
                      <a:pt x="1817981" y="591492"/>
                    </a:lnTo>
                    <a:lnTo>
                      <a:pt x="1824186" y="1479093"/>
                    </a:lnTo>
                    <a:lnTo>
                      <a:pt x="1836832" y="1487619"/>
                    </a:lnTo>
                    <a:cubicBezTo>
                      <a:pt x="1849254" y="1500041"/>
                      <a:pt x="1856937" y="1517201"/>
                      <a:pt x="1856937" y="1536156"/>
                    </a:cubicBezTo>
                    <a:cubicBezTo>
                      <a:pt x="1856937" y="1574066"/>
                      <a:pt x="1826204" y="1604798"/>
                      <a:pt x="1788295" y="1604798"/>
                    </a:cubicBezTo>
                    <a:cubicBezTo>
                      <a:pt x="1778818" y="1604798"/>
                      <a:pt x="1769789" y="1602878"/>
                      <a:pt x="1761577" y="1599404"/>
                    </a:cubicBezTo>
                    <a:lnTo>
                      <a:pt x="1753830" y="1594181"/>
                    </a:lnTo>
                    <a:lnTo>
                      <a:pt x="1006959" y="2032364"/>
                    </a:lnTo>
                    <a:lnTo>
                      <a:pt x="1008535" y="2040171"/>
                    </a:lnTo>
                    <a:cubicBezTo>
                      <a:pt x="1008535" y="2078080"/>
                      <a:pt x="977803" y="2108813"/>
                      <a:pt x="939893" y="2108813"/>
                    </a:cubicBezTo>
                    <a:cubicBezTo>
                      <a:pt x="901983" y="2108813"/>
                      <a:pt x="871250" y="2078080"/>
                      <a:pt x="871250" y="2040171"/>
                    </a:cubicBezTo>
                    <a:lnTo>
                      <a:pt x="874343" y="2024852"/>
                    </a:lnTo>
                    <a:lnTo>
                      <a:pt x="109094" y="1590145"/>
                    </a:lnTo>
                    <a:lnTo>
                      <a:pt x="95362" y="1599404"/>
                    </a:lnTo>
                    <a:cubicBezTo>
                      <a:pt x="87149" y="1602877"/>
                      <a:pt x="78120" y="1604798"/>
                      <a:pt x="68643" y="1604798"/>
                    </a:cubicBezTo>
                    <a:cubicBezTo>
                      <a:pt x="30732" y="1604798"/>
                      <a:pt x="0" y="1574065"/>
                      <a:pt x="0" y="1536156"/>
                    </a:cubicBezTo>
                    <a:cubicBezTo>
                      <a:pt x="0" y="1507723"/>
                      <a:pt x="17287" y="1483328"/>
                      <a:pt x="41923" y="1472907"/>
                    </a:cubicBezTo>
                    <a:lnTo>
                      <a:pt x="63975" y="1468456"/>
                    </a:lnTo>
                    <a:lnTo>
                      <a:pt x="57847" y="591789"/>
                    </a:lnTo>
                    <a:lnTo>
                      <a:pt x="50633" y="590333"/>
                    </a:lnTo>
                    <a:cubicBezTo>
                      <a:pt x="25997" y="579912"/>
                      <a:pt x="8710" y="555518"/>
                      <a:pt x="8710" y="527085"/>
                    </a:cubicBezTo>
                    <a:cubicBezTo>
                      <a:pt x="8710" y="489175"/>
                      <a:pt x="39442" y="458443"/>
                      <a:pt x="77352" y="458443"/>
                    </a:cubicBezTo>
                    <a:cubicBezTo>
                      <a:pt x="96307" y="458443"/>
                      <a:pt x="113468" y="466126"/>
                      <a:pt x="125890" y="478548"/>
                    </a:cubicBezTo>
                    <a:lnTo>
                      <a:pt x="140435" y="500122"/>
                    </a:lnTo>
                    <a:lnTo>
                      <a:pt x="871741" y="71071"/>
                    </a:lnTo>
                    <a:lnTo>
                      <a:pt x="871250" y="68643"/>
                    </a:lnTo>
                    <a:cubicBezTo>
                      <a:pt x="871250" y="30732"/>
                      <a:pt x="901982" y="0"/>
                      <a:pt x="93989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41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1401" name="Freeform: Shape 57"/>
              <p:cNvSpPr/>
              <p:nvPr/>
            </p:nvSpPr>
            <p:spPr>
              <a:xfrm>
                <a:off x="2190960" y="4603680"/>
                <a:ext cx="735840" cy="835920"/>
              </a:xfrm>
              <a:custGeom>
                <a:avLst/>
                <a:gdLst>
                  <a:gd name="textAreaLeft" fmla="*/ 0 w 735840"/>
                  <a:gd name="textAreaRight" fmla="*/ 736200 w 735840"/>
                  <a:gd name="textAreaTop" fmla="*/ 0 h 835920"/>
                  <a:gd name="textAreaBottom" fmla="*/ 836280 h 835920"/>
                </a:gdLst>
                <a:ahLst/>
                <a:rect l="textAreaLeft" t="textAreaTop" r="textAreaRight" b="textAreaBottom"/>
                <a:pathLst>
                  <a:path w="1850884" h="2102455">
                    <a:moveTo>
                      <a:pt x="885279" y="117464"/>
                    </a:moveTo>
                    <a:lnTo>
                      <a:pt x="134185" y="551124"/>
                    </a:lnTo>
                    <a:lnTo>
                      <a:pt x="137285" y="566477"/>
                    </a:lnTo>
                    <a:cubicBezTo>
                      <a:pt x="137285" y="585432"/>
                      <a:pt x="129602" y="602593"/>
                      <a:pt x="117180" y="615015"/>
                    </a:cubicBezTo>
                    <a:lnTo>
                      <a:pt x="96375" y="629042"/>
                    </a:lnTo>
                    <a:lnTo>
                      <a:pt x="96375" y="1504603"/>
                    </a:lnTo>
                    <a:lnTo>
                      <a:pt x="117180" y="1518631"/>
                    </a:lnTo>
                    <a:cubicBezTo>
                      <a:pt x="123391" y="1524842"/>
                      <a:pt x="128418" y="1532237"/>
                      <a:pt x="131891" y="1540450"/>
                    </a:cubicBezTo>
                    <a:lnTo>
                      <a:pt x="133209" y="1546976"/>
                    </a:lnTo>
                    <a:lnTo>
                      <a:pt x="888308" y="1982948"/>
                    </a:lnTo>
                    <a:lnTo>
                      <a:pt x="906675" y="1970565"/>
                    </a:lnTo>
                    <a:cubicBezTo>
                      <a:pt x="914887" y="1967092"/>
                      <a:pt x="923916" y="1965171"/>
                      <a:pt x="933393" y="1965171"/>
                    </a:cubicBezTo>
                    <a:cubicBezTo>
                      <a:pt x="942871" y="1965171"/>
                      <a:pt x="951900" y="1967092"/>
                      <a:pt x="960112" y="1970565"/>
                    </a:cubicBezTo>
                    <a:lnTo>
                      <a:pt x="967465" y="1975523"/>
                    </a:lnTo>
                    <a:lnTo>
                      <a:pt x="1718728" y="1541766"/>
                    </a:lnTo>
                    <a:lnTo>
                      <a:pt x="1718993" y="1540450"/>
                    </a:lnTo>
                    <a:cubicBezTo>
                      <a:pt x="1722467" y="1532237"/>
                      <a:pt x="1727493" y="1524842"/>
                      <a:pt x="1733704" y="1518631"/>
                    </a:cubicBezTo>
                    <a:lnTo>
                      <a:pt x="1746537" y="1509979"/>
                    </a:lnTo>
                    <a:lnTo>
                      <a:pt x="1746537" y="623788"/>
                    </a:lnTo>
                    <a:lnTo>
                      <a:pt x="1733525" y="615015"/>
                    </a:lnTo>
                    <a:cubicBezTo>
                      <a:pt x="1721103" y="602593"/>
                      <a:pt x="1713420" y="585433"/>
                      <a:pt x="1713420" y="566477"/>
                    </a:cubicBezTo>
                    <a:lnTo>
                      <a:pt x="1715706" y="555154"/>
                    </a:lnTo>
                    <a:lnTo>
                      <a:pt x="970494" y="124890"/>
                    </a:lnTo>
                    <a:lnTo>
                      <a:pt x="960112" y="131890"/>
                    </a:lnTo>
                    <a:cubicBezTo>
                      <a:pt x="951900" y="135363"/>
                      <a:pt x="942871" y="137284"/>
                      <a:pt x="933393" y="137284"/>
                    </a:cubicBezTo>
                    <a:cubicBezTo>
                      <a:pt x="923916" y="137284"/>
                      <a:pt x="914887" y="135363"/>
                      <a:pt x="906675" y="131890"/>
                    </a:cubicBezTo>
                    <a:close/>
                    <a:moveTo>
                      <a:pt x="933393" y="0"/>
                    </a:moveTo>
                    <a:cubicBezTo>
                      <a:pt x="971303" y="0"/>
                      <a:pt x="1002035" y="30732"/>
                      <a:pt x="1002035" y="68642"/>
                    </a:cubicBezTo>
                    <a:lnTo>
                      <a:pt x="1000044" y="78503"/>
                    </a:lnTo>
                    <a:lnTo>
                      <a:pt x="1746256" y="509357"/>
                    </a:lnTo>
                    <a:lnTo>
                      <a:pt x="1755344" y="503229"/>
                    </a:lnTo>
                    <a:cubicBezTo>
                      <a:pt x="1763556" y="499756"/>
                      <a:pt x="1772585" y="497835"/>
                      <a:pt x="1782063" y="497835"/>
                    </a:cubicBezTo>
                    <a:cubicBezTo>
                      <a:pt x="1819973" y="497835"/>
                      <a:pt x="1850705" y="528567"/>
                      <a:pt x="1850705" y="566477"/>
                    </a:cubicBezTo>
                    <a:cubicBezTo>
                      <a:pt x="1850705" y="594910"/>
                      <a:pt x="1833418" y="619305"/>
                      <a:pt x="1808782" y="629726"/>
                    </a:cubicBezTo>
                    <a:lnTo>
                      <a:pt x="1801510" y="631194"/>
                    </a:lnTo>
                    <a:lnTo>
                      <a:pt x="1801510" y="1502416"/>
                    </a:lnTo>
                    <a:lnTo>
                      <a:pt x="1808960" y="1503920"/>
                    </a:lnTo>
                    <a:cubicBezTo>
                      <a:pt x="1833597" y="1514341"/>
                      <a:pt x="1850884" y="1538736"/>
                      <a:pt x="1850884" y="1567169"/>
                    </a:cubicBezTo>
                    <a:cubicBezTo>
                      <a:pt x="1850884" y="1605079"/>
                      <a:pt x="1820151" y="1635811"/>
                      <a:pt x="1782242" y="1635811"/>
                    </a:cubicBezTo>
                    <a:cubicBezTo>
                      <a:pt x="1763286" y="1635811"/>
                      <a:pt x="1746126" y="1628128"/>
                      <a:pt x="1733704" y="1615706"/>
                    </a:cubicBezTo>
                    <a:lnTo>
                      <a:pt x="1724436" y="1601960"/>
                    </a:lnTo>
                    <a:lnTo>
                      <a:pt x="999360" y="2020561"/>
                    </a:lnTo>
                    <a:lnTo>
                      <a:pt x="1002035" y="2033813"/>
                    </a:lnTo>
                    <a:cubicBezTo>
                      <a:pt x="1002035" y="2071723"/>
                      <a:pt x="971303" y="2102455"/>
                      <a:pt x="933393" y="2102455"/>
                    </a:cubicBezTo>
                    <a:cubicBezTo>
                      <a:pt x="895483" y="2102455"/>
                      <a:pt x="864751" y="2071723"/>
                      <a:pt x="864751" y="2033813"/>
                    </a:cubicBezTo>
                    <a:lnTo>
                      <a:pt x="864934" y="2032906"/>
                    </a:lnTo>
                    <a:lnTo>
                      <a:pt x="124214" y="1605273"/>
                    </a:lnTo>
                    <a:lnTo>
                      <a:pt x="117180" y="1615706"/>
                    </a:lnTo>
                    <a:cubicBezTo>
                      <a:pt x="104759" y="1628128"/>
                      <a:pt x="87598" y="1635811"/>
                      <a:pt x="68643" y="1635811"/>
                    </a:cubicBezTo>
                    <a:cubicBezTo>
                      <a:pt x="30732" y="1635811"/>
                      <a:pt x="0" y="1605079"/>
                      <a:pt x="0" y="1567169"/>
                    </a:cubicBezTo>
                    <a:cubicBezTo>
                      <a:pt x="0" y="1548213"/>
                      <a:pt x="7683" y="1531053"/>
                      <a:pt x="20105" y="1518631"/>
                    </a:cubicBezTo>
                    <a:lnTo>
                      <a:pt x="41401" y="1504273"/>
                    </a:lnTo>
                    <a:lnTo>
                      <a:pt x="41401" y="629373"/>
                    </a:lnTo>
                    <a:lnTo>
                      <a:pt x="20105" y="615015"/>
                    </a:lnTo>
                    <a:cubicBezTo>
                      <a:pt x="7683" y="602593"/>
                      <a:pt x="0" y="585432"/>
                      <a:pt x="0" y="566477"/>
                    </a:cubicBezTo>
                    <a:cubicBezTo>
                      <a:pt x="0" y="528567"/>
                      <a:pt x="30732" y="497835"/>
                      <a:pt x="68643" y="497835"/>
                    </a:cubicBezTo>
                    <a:cubicBezTo>
                      <a:pt x="78120" y="497835"/>
                      <a:pt x="87149" y="499756"/>
                      <a:pt x="95362" y="503229"/>
                    </a:cubicBezTo>
                    <a:lnTo>
                      <a:pt x="100854" y="506932"/>
                    </a:lnTo>
                    <a:lnTo>
                      <a:pt x="865385" y="65502"/>
                    </a:lnTo>
                    <a:lnTo>
                      <a:pt x="870145" y="41923"/>
                    </a:lnTo>
                    <a:cubicBezTo>
                      <a:pt x="880566" y="17287"/>
                      <a:pt x="904961" y="0"/>
                      <a:pt x="93339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41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1402" name="Freeform: Shape 58"/>
              <p:cNvSpPr/>
              <p:nvPr/>
            </p:nvSpPr>
            <p:spPr>
              <a:xfrm>
                <a:off x="2636280" y="4856760"/>
                <a:ext cx="738000" cy="838080"/>
              </a:xfrm>
              <a:custGeom>
                <a:avLst/>
                <a:gdLst>
                  <a:gd name="textAreaLeft" fmla="*/ 0 w 738000"/>
                  <a:gd name="textAreaRight" fmla="*/ 738360 w 738000"/>
                  <a:gd name="textAreaTop" fmla="*/ 0 h 838080"/>
                  <a:gd name="textAreaBottom" fmla="*/ 838440 h 838080"/>
                </a:gdLst>
                <a:ahLst/>
                <a:rect l="textAreaLeft" t="textAreaTop" r="textAreaRight" b="textAreaBottom"/>
                <a:pathLst>
                  <a:path w="1856937" h="2108217">
                    <a:moveTo>
                      <a:pt x="906556" y="132313"/>
                    </a:moveTo>
                    <a:lnTo>
                      <a:pt x="135496" y="584744"/>
                    </a:lnTo>
                    <a:lnTo>
                      <a:pt x="131891" y="602599"/>
                    </a:lnTo>
                    <a:cubicBezTo>
                      <a:pt x="128418" y="610812"/>
                      <a:pt x="123391" y="618207"/>
                      <a:pt x="117180" y="624418"/>
                    </a:cubicBezTo>
                    <a:lnTo>
                      <a:pt x="104171" y="633189"/>
                    </a:lnTo>
                    <a:lnTo>
                      <a:pt x="110432" y="1525480"/>
                    </a:lnTo>
                    <a:lnTo>
                      <a:pt x="117181" y="1530030"/>
                    </a:lnTo>
                    <a:cubicBezTo>
                      <a:pt x="123391" y="1536241"/>
                      <a:pt x="128418" y="1543636"/>
                      <a:pt x="131891" y="1551848"/>
                    </a:cubicBezTo>
                    <a:lnTo>
                      <a:pt x="135577" y="1570104"/>
                    </a:lnTo>
                    <a:lnTo>
                      <a:pt x="880994" y="1993488"/>
                    </a:lnTo>
                    <a:lnTo>
                      <a:pt x="882646" y="1991037"/>
                    </a:lnTo>
                    <a:cubicBezTo>
                      <a:pt x="895068" y="1978615"/>
                      <a:pt x="912229" y="1970932"/>
                      <a:pt x="931184" y="1970932"/>
                    </a:cubicBezTo>
                    <a:cubicBezTo>
                      <a:pt x="950139" y="1970932"/>
                      <a:pt x="967299" y="1978615"/>
                      <a:pt x="979721" y="1991037"/>
                    </a:cubicBezTo>
                    <a:lnTo>
                      <a:pt x="985317" y="1999337"/>
                    </a:lnTo>
                    <a:lnTo>
                      <a:pt x="1721968" y="1567095"/>
                    </a:lnTo>
                    <a:lnTo>
                      <a:pt x="1725046" y="1551848"/>
                    </a:lnTo>
                    <a:cubicBezTo>
                      <a:pt x="1728520" y="1543635"/>
                      <a:pt x="1733546" y="1536240"/>
                      <a:pt x="1739757" y="1530029"/>
                    </a:cubicBezTo>
                    <a:lnTo>
                      <a:pt x="1760609" y="1515970"/>
                    </a:lnTo>
                    <a:lnTo>
                      <a:pt x="1754422" y="634305"/>
                    </a:lnTo>
                    <a:lnTo>
                      <a:pt x="1739758" y="624418"/>
                    </a:lnTo>
                    <a:cubicBezTo>
                      <a:pt x="1727336" y="611997"/>
                      <a:pt x="1719653" y="594836"/>
                      <a:pt x="1719653" y="575881"/>
                    </a:cubicBezTo>
                    <a:lnTo>
                      <a:pt x="1720351" y="572427"/>
                    </a:lnTo>
                    <a:lnTo>
                      <a:pt x="948186" y="133852"/>
                    </a:lnTo>
                    <a:lnTo>
                      <a:pt x="931184" y="137285"/>
                    </a:lnTo>
                    <a:close/>
                    <a:moveTo>
                      <a:pt x="931184" y="0"/>
                    </a:moveTo>
                    <a:cubicBezTo>
                      <a:pt x="969094" y="0"/>
                      <a:pt x="999826" y="30732"/>
                      <a:pt x="999826" y="68643"/>
                    </a:cubicBezTo>
                    <a:cubicBezTo>
                      <a:pt x="999826" y="78120"/>
                      <a:pt x="997906" y="87149"/>
                      <a:pt x="994432" y="95361"/>
                    </a:cubicBezTo>
                    <a:lnTo>
                      <a:pt x="993705" y="96440"/>
                    </a:lnTo>
                    <a:lnTo>
                      <a:pt x="1745473" y="523490"/>
                    </a:lnTo>
                    <a:lnTo>
                      <a:pt x="1761577" y="512633"/>
                    </a:lnTo>
                    <a:cubicBezTo>
                      <a:pt x="1769789" y="509160"/>
                      <a:pt x="1778818" y="507239"/>
                      <a:pt x="1788295" y="507239"/>
                    </a:cubicBezTo>
                    <a:cubicBezTo>
                      <a:pt x="1826204" y="507239"/>
                      <a:pt x="1856937" y="537971"/>
                      <a:pt x="1856937" y="575881"/>
                    </a:cubicBezTo>
                    <a:cubicBezTo>
                      <a:pt x="1856937" y="604314"/>
                      <a:pt x="1839650" y="628708"/>
                      <a:pt x="1815013" y="639129"/>
                    </a:cubicBezTo>
                    <a:lnTo>
                      <a:pt x="1809427" y="640257"/>
                    </a:lnTo>
                    <a:lnTo>
                      <a:pt x="1815598" y="1515712"/>
                    </a:lnTo>
                    <a:lnTo>
                      <a:pt x="1836832" y="1530029"/>
                    </a:lnTo>
                    <a:cubicBezTo>
                      <a:pt x="1849254" y="1542451"/>
                      <a:pt x="1856937" y="1559611"/>
                      <a:pt x="1856937" y="1578567"/>
                    </a:cubicBezTo>
                    <a:cubicBezTo>
                      <a:pt x="1856937" y="1616477"/>
                      <a:pt x="1826204" y="1647209"/>
                      <a:pt x="1788295" y="1647209"/>
                    </a:cubicBezTo>
                    <a:cubicBezTo>
                      <a:pt x="1769340" y="1647209"/>
                      <a:pt x="1752179" y="1639526"/>
                      <a:pt x="1739757" y="1627104"/>
                    </a:cubicBezTo>
                    <a:lnTo>
                      <a:pt x="1736513" y="1622293"/>
                    </a:lnTo>
                    <a:lnTo>
                      <a:pt x="996396" y="2056566"/>
                    </a:lnTo>
                    <a:lnTo>
                      <a:pt x="994432" y="2066293"/>
                    </a:lnTo>
                    <a:cubicBezTo>
                      <a:pt x="984011" y="2090930"/>
                      <a:pt x="959616" y="2108217"/>
                      <a:pt x="931184" y="2108217"/>
                    </a:cubicBezTo>
                    <a:cubicBezTo>
                      <a:pt x="902751" y="2108217"/>
                      <a:pt x="878356" y="2090930"/>
                      <a:pt x="867936" y="2066293"/>
                    </a:cubicBezTo>
                    <a:lnTo>
                      <a:pt x="864047" y="2047034"/>
                    </a:lnTo>
                    <a:lnTo>
                      <a:pt x="119294" y="1623969"/>
                    </a:lnTo>
                    <a:lnTo>
                      <a:pt x="117181" y="1627104"/>
                    </a:lnTo>
                    <a:cubicBezTo>
                      <a:pt x="104759" y="1639526"/>
                      <a:pt x="87598" y="1647209"/>
                      <a:pt x="68643" y="1647209"/>
                    </a:cubicBezTo>
                    <a:cubicBezTo>
                      <a:pt x="30733" y="1647209"/>
                      <a:pt x="1" y="1616477"/>
                      <a:pt x="1" y="1578567"/>
                    </a:cubicBezTo>
                    <a:cubicBezTo>
                      <a:pt x="1" y="1550134"/>
                      <a:pt x="17288" y="1525740"/>
                      <a:pt x="41924" y="1515319"/>
                    </a:cubicBezTo>
                    <a:lnTo>
                      <a:pt x="55440" y="1512591"/>
                    </a:lnTo>
                    <a:lnTo>
                      <a:pt x="49293" y="640616"/>
                    </a:lnTo>
                    <a:lnTo>
                      <a:pt x="41923" y="639129"/>
                    </a:lnTo>
                    <a:cubicBezTo>
                      <a:pt x="17287" y="628708"/>
                      <a:pt x="0" y="604313"/>
                      <a:pt x="0" y="575881"/>
                    </a:cubicBezTo>
                    <a:cubicBezTo>
                      <a:pt x="0" y="537970"/>
                      <a:pt x="30732" y="507238"/>
                      <a:pt x="68643" y="507238"/>
                    </a:cubicBezTo>
                    <a:cubicBezTo>
                      <a:pt x="87598" y="507238"/>
                      <a:pt x="104759" y="514921"/>
                      <a:pt x="117180" y="527343"/>
                    </a:cubicBezTo>
                    <a:lnTo>
                      <a:pt x="119302" y="530489"/>
                    </a:lnTo>
                    <a:lnTo>
                      <a:pt x="867188" y="91658"/>
                    </a:lnTo>
                    <a:lnTo>
                      <a:pt x="862541" y="68643"/>
                    </a:lnTo>
                    <a:cubicBezTo>
                      <a:pt x="862541" y="30732"/>
                      <a:pt x="893274" y="0"/>
                      <a:pt x="93118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41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1403" name="Freeform: Shape 59"/>
              <p:cNvSpPr/>
              <p:nvPr/>
            </p:nvSpPr>
            <p:spPr>
              <a:xfrm>
                <a:off x="1740960" y="5385240"/>
                <a:ext cx="740160" cy="838440"/>
              </a:xfrm>
              <a:custGeom>
                <a:avLst/>
                <a:gdLst>
                  <a:gd name="textAreaLeft" fmla="*/ 0 w 740160"/>
                  <a:gd name="textAreaRight" fmla="*/ 740520 w 740160"/>
                  <a:gd name="textAreaTop" fmla="*/ 0 h 838440"/>
                  <a:gd name="textAreaBottom" fmla="*/ 838800 h 838440"/>
                </a:gdLst>
                <a:ahLst/>
                <a:rect l="textAreaLeft" t="textAreaTop" r="textAreaRight" b="textAreaBottom"/>
                <a:pathLst>
                  <a:path w="1861709" h="2108813">
                    <a:moveTo>
                      <a:pt x="883302" y="114259"/>
                    </a:moveTo>
                    <a:lnTo>
                      <a:pt x="141458" y="549547"/>
                    </a:lnTo>
                    <a:lnTo>
                      <a:pt x="140599" y="553803"/>
                    </a:lnTo>
                    <a:cubicBezTo>
                      <a:pt x="133652" y="570228"/>
                      <a:pt x="120494" y="583386"/>
                      <a:pt x="104069" y="590333"/>
                    </a:cubicBezTo>
                    <a:lnTo>
                      <a:pt x="89500" y="593274"/>
                    </a:lnTo>
                    <a:lnTo>
                      <a:pt x="95674" y="1473120"/>
                    </a:lnTo>
                    <a:lnTo>
                      <a:pt x="117179" y="1487619"/>
                    </a:lnTo>
                    <a:cubicBezTo>
                      <a:pt x="129601" y="1500041"/>
                      <a:pt x="137284" y="1517201"/>
                      <a:pt x="137284" y="1536156"/>
                    </a:cubicBezTo>
                    <a:lnTo>
                      <a:pt x="133657" y="1554120"/>
                    </a:lnTo>
                    <a:lnTo>
                      <a:pt x="893813" y="1985874"/>
                    </a:lnTo>
                    <a:lnTo>
                      <a:pt x="907090" y="1976922"/>
                    </a:lnTo>
                    <a:cubicBezTo>
                      <a:pt x="915302" y="1973449"/>
                      <a:pt x="924331" y="1971528"/>
                      <a:pt x="933809" y="1971528"/>
                    </a:cubicBezTo>
                    <a:cubicBezTo>
                      <a:pt x="943286" y="1971528"/>
                      <a:pt x="952315" y="1973449"/>
                      <a:pt x="960528" y="1976922"/>
                    </a:cubicBezTo>
                    <a:lnTo>
                      <a:pt x="964699" y="1979735"/>
                    </a:lnTo>
                    <a:lnTo>
                      <a:pt x="1718163" y="1537628"/>
                    </a:lnTo>
                    <a:lnTo>
                      <a:pt x="1717866" y="1536156"/>
                    </a:lnTo>
                    <a:cubicBezTo>
                      <a:pt x="1717866" y="1517201"/>
                      <a:pt x="1725549" y="1500040"/>
                      <a:pt x="1737971" y="1487618"/>
                    </a:cubicBezTo>
                    <a:lnTo>
                      <a:pt x="1745981" y="1482218"/>
                    </a:lnTo>
                    <a:lnTo>
                      <a:pt x="1739569" y="568449"/>
                    </a:lnTo>
                    <a:lnTo>
                      <a:pt x="965295" y="128677"/>
                    </a:lnTo>
                    <a:lnTo>
                      <a:pt x="960528" y="131891"/>
                    </a:lnTo>
                    <a:cubicBezTo>
                      <a:pt x="952315" y="135364"/>
                      <a:pt x="943286" y="137285"/>
                      <a:pt x="933809" y="137285"/>
                    </a:cubicBezTo>
                    <a:cubicBezTo>
                      <a:pt x="914854" y="137285"/>
                      <a:pt x="897693" y="129602"/>
                      <a:pt x="885271" y="117180"/>
                    </a:cubicBezTo>
                    <a:close/>
                    <a:moveTo>
                      <a:pt x="933809" y="0"/>
                    </a:moveTo>
                    <a:cubicBezTo>
                      <a:pt x="971719" y="0"/>
                      <a:pt x="1002451" y="30732"/>
                      <a:pt x="1002451" y="68643"/>
                    </a:cubicBezTo>
                    <a:lnTo>
                      <a:pt x="999208" y="84708"/>
                    </a:lnTo>
                    <a:lnTo>
                      <a:pt x="1730125" y="499913"/>
                    </a:lnTo>
                    <a:lnTo>
                      <a:pt x="1744530" y="478548"/>
                    </a:lnTo>
                    <a:cubicBezTo>
                      <a:pt x="1756952" y="466126"/>
                      <a:pt x="1774112" y="458443"/>
                      <a:pt x="1793067" y="458443"/>
                    </a:cubicBezTo>
                    <a:cubicBezTo>
                      <a:pt x="1830977" y="458443"/>
                      <a:pt x="1861709" y="489175"/>
                      <a:pt x="1861709" y="527085"/>
                    </a:cubicBezTo>
                    <a:cubicBezTo>
                      <a:pt x="1861709" y="555518"/>
                      <a:pt x="1844422" y="579912"/>
                      <a:pt x="1819786" y="590333"/>
                    </a:cubicBezTo>
                    <a:lnTo>
                      <a:pt x="1794661" y="595405"/>
                    </a:lnTo>
                    <a:lnTo>
                      <a:pt x="1800828" y="1470404"/>
                    </a:lnTo>
                    <a:lnTo>
                      <a:pt x="1813228" y="1472907"/>
                    </a:lnTo>
                    <a:cubicBezTo>
                      <a:pt x="1837864" y="1483328"/>
                      <a:pt x="1855151" y="1507723"/>
                      <a:pt x="1855151" y="1536156"/>
                    </a:cubicBezTo>
                    <a:cubicBezTo>
                      <a:pt x="1855151" y="1574066"/>
                      <a:pt x="1824419" y="1604798"/>
                      <a:pt x="1786509" y="1604798"/>
                    </a:cubicBezTo>
                    <a:cubicBezTo>
                      <a:pt x="1777031" y="1604798"/>
                      <a:pt x="1768002" y="1602878"/>
                      <a:pt x="1759790" y="1599404"/>
                    </a:cubicBezTo>
                    <a:lnTo>
                      <a:pt x="1741991" y="1587404"/>
                    </a:lnTo>
                    <a:lnTo>
                      <a:pt x="999052" y="2023332"/>
                    </a:lnTo>
                    <a:lnTo>
                      <a:pt x="1002451" y="2040171"/>
                    </a:lnTo>
                    <a:cubicBezTo>
                      <a:pt x="1002451" y="2078081"/>
                      <a:pt x="971719" y="2108813"/>
                      <a:pt x="933809" y="2108813"/>
                    </a:cubicBezTo>
                    <a:cubicBezTo>
                      <a:pt x="895898" y="2108813"/>
                      <a:pt x="865166" y="2078081"/>
                      <a:pt x="865166" y="2040171"/>
                    </a:cubicBezTo>
                    <a:lnTo>
                      <a:pt x="866489" y="2033621"/>
                    </a:lnTo>
                    <a:lnTo>
                      <a:pt x="98444" y="1597326"/>
                    </a:lnTo>
                    <a:lnTo>
                      <a:pt x="95361" y="1599404"/>
                    </a:lnTo>
                    <a:cubicBezTo>
                      <a:pt x="87149" y="1602878"/>
                      <a:pt x="78120" y="1604798"/>
                      <a:pt x="68642" y="1604798"/>
                    </a:cubicBezTo>
                    <a:cubicBezTo>
                      <a:pt x="30732" y="1604798"/>
                      <a:pt x="0" y="1574066"/>
                      <a:pt x="0" y="1536156"/>
                    </a:cubicBezTo>
                    <a:cubicBezTo>
                      <a:pt x="0" y="1517201"/>
                      <a:pt x="7683" y="1500041"/>
                      <a:pt x="20105" y="1487619"/>
                    </a:cubicBezTo>
                    <a:lnTo>
                      <a:pt x="40715" y="1473723"/>
                    </a:lnTo>
                    <a:lnTo>
                      <a:pt x="34411" y="579397"/>
                    </a:lnTo>
                    <a:lnTo>
                      <a:pt x="28813" y="575622"/>
                    </a:lnTo>
                    <a:cubicBezTo>
                      <a:pt x="16391" y="563200"/>
                      <a:pt x="8708" y="546040"/>
                      <a:pt x="8708" y="527085"/>
                    </a:cubicBezTo>
                    <a:cubicBezTo>
                      <a:pt x="8708" y="489174"/>
                      <a:pt x="39440" y="458442"/>
                      <a:pt x="77351" y="458442"/>
                    </a:cubicBezTo>
                    <a:cubicBezTo>
                      <a:pt x="96306" y="458442"/>
                      <a:pt x="113466" y="466125"/>
                      <a:pt x="125888" y="478547"/>
                    </a:cubicBezTo>
                    <a:lnTo>
                      <a:pt x="133809" y="490296"/>
                    </a:lnTo>
                    <a:lnTo>
                      <a:pt x="866890" y="60102"/>
                    </a:lnTo>
                    <a:lnTo>
                      <a:pt x="870561" y="41924"/>
                    </a:lnTo>
                    <a:cubicBezTo>
                      <a:pt x="880981" y="17287"/>
                      <a:pt x="905376" y="0"/>
                      <a:pt x="93380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41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1404" name="Freeform: Shape 60"/>
              <p:cNvSpPr/>
              <p:nvPr/>
            </p:nvSpPr>
            <p:spPr>
              <a:xfrm>
                <a:off x="2190960" y="5640480"/>
                <a:ext cx="737640" cy="837000"/>
              </a:xfrm>
              <a:custGeom>
                <a:avLst/>
                <a:gdLst>
                  <a:gd name="textAreaLeft" fmla="*/ 0 w 737640"/>
                  <a:gd name="textAreaRight" fmla="*/ 738000 w 737640"/>
                  <a:gd name="textAreaTop" fmla="*/ 0 h 837000"/>
                  <a:gd name="textAreaBottom" fmla="*/ 837360 h 837000"/>
                </a:gdLst>
                <a:ahLst/>
                <a:rect l="textAreaLeft" t="textAreaTop" r="textAreaRight" b="textAreaBottom"/>
                <a:pathLst>
                  <a:path w="1855599" h="2105439">
                    <a:moveTo>
                      <a:pt x="888594" y="119700"/>
                    </a:moveTo>
                    <a:lnTo>
                      <a:pt x="134265" y="555227"/>
                    </a:lnTo>
                    <a:lnTo>
                      <a:pt x="131891" y="566988"/>
                    </a:lnTo>
                    <a:cubicBezTo>
                      <a:pt x="128418" y="575200"/>
                      <a:pt x="123391" y="582596"/>
                      <a:pt x="117180" y="588806"/>
                    </a:cubicBezTo>
                    <a:lnTo>
                      <a:pt x="96375" y="602834"/>
                    </a:lnTo>
                    <a:lnTo>
                      <a:pt x="96375" y="1474068"/>
                    </a:lnTo>
                    <a:lnTo>
                      <a:pt x="117180" y="1488095"/>
                    </a:lnTo>
                    <a:cubicBezTo>
                      <a:pt x="129602" y="1500517"/>
                      <a:pt x="137285" y="1517678"/>
                      <a:pt x="137285" y="1536633"/>
                    </a:cubicBezTo>
                    <a:lnTo>
                      <a:pt x="134239" y="1551721"/>
                    </a:lnTo>
                    <a:lnTo>
                      <a:pt x="887376" y="1986561"/>
                    </a:lnTo>
                    <a:lnTo>
                      <a:pt x="906675" y="1973549"/>
                    </a:lnTo>
                    <a:cubicBezTo>
                      <a:pt x="914887" y="1970076"/>
                      <a:pt x="923916" y="1968155"/>
                      <a:pt x="933393" y="1968155"/>
                    </a:cubicBezTo>
                    <a:cubicBezTo>
                      <a:pt x="942871" y="1968155"/>
                      <a:pt x="951900" y="1970076"/>
                      <a:pt x="960112" y="1973549"/>
                    </a:cubicBezTo>
                    <a:lnTo>
                      <a:pt x="968397" y="1979135"/>
                    </a:lnTo>
                    <a:lnTo>
                      <a:pt x="1720036" y="1545161"/>
                    </a:lnTo>
                    <a:lnTo>
                      <a:pt x="1718314" y="1536633"/>
                    </a:lnTo>
                    <a:cubicBezTo>
                      <a:pt x="1718314" y="1517678"/>
                      <a:pt x="1725998" y="1500517"/>
                      <a:pt x="1738419" y="1488095"/>
                    </a:cubicBezTo>
                    <a:lnTo>
                      <a:pt x="1746537" y="1482622"/>
                    </a:lnTo>
                    <a:lnTo>
                      <a:pt x="1746537" y="592877"/>
                    </a:lnTo>
                    <a:lnTo>
                      <a:pt x="1737046" y="586478"/>
                    </a:lnTo>
                    <a:cubicBezTo>
                      <a:pt x="1730835" y="580267"/>
                      <a:pt x="1725809" y="572871"/>
                      <a:pt x="1722335" y="564659"/>
                    </a:cubicBezTo>
                    <a:lnTo>
                      <a:pt x="1721986" y="562929"/>
                    </a:lnTo>
                    <a:lnTo>
                      <a:pt x="967179" y="127125"/>
                    </a:lnTo>
                    <a:lnTo>
                      <a:pt x="960112" y="131890"/>
                    </a:lnTo>
                    <a:cubicBezTo>
                      <a:pt x="951900" y="135364"/>
                      <a:pt x="942871" y="137284"/>
                      <a:pt x="933393" y="137284"/>
                    </a:cubicBezTo>
                    <a:cubicBezTo>
                      <a:pt x="923916" y="137284"/>
                      <a:pt x="914887" y="135364"/>
                      <a:pt x="906675" y="131890"/>
                    </a:cubicBezTo>
                    <a:close/>
                    <a:moveTo>
                      <a:pt x="933393" y="0"/>
                    </a:moveTo>
                    <a:cubicBezTo>
                      <a:pt x="971303" y="0"/>
                      <a:pt x="1002035" y="30732"/>
                      <a:pt x="1002035" y="68642"/>
                    </a:cubicBezTo>
                    <a:lnTo>
                      <a:pt x="999295" y="82214"/>
                    </a:lnTo>
                    <a:lnTo>
                      <a:pt x="1727956" y="502885"/>
                    </a:lnTo>
                    <a:lnTo>
                      <a:pt x="1737046" y="489403"/>
                    </a:lnTo>
                    <a:cubicBezTo>
                      <a:pt x="1749468" y="476981"/>
                      <a:pt x="1766629" y="469298"/>
                      <a:pt x="1785584" y="469298"/>
                    </a:cubicBezTo>
                    <a:cubicBezTo>
                      <a:pt x="1823493" y="469298"/>
                      <a:pt x="1854226" y="500030"/>
                      <a:pt x="1854226" y="537941"/>
                    </a:cubicBezTo>
                    <a:cubicBezTo>
                      <a:pt x="1854226" y="566373"/>
                      <a:pt x="1836939" y="590768"/>
                      <a:pt x="1812302" y="601189"/>
                    </a:cubicBezTo>
                    <a:lnTo>
                      <a:pt x="1801510" y="603368"/>
                    </a:lnTo>
                    <a:lnTo>
                      <a:pt x="1801510" y="1470929"/>
                    </a:lnTo>
                    <a:lnTo>
                      <a:pt x="1813676" y="1473385"/>
                    </a:lnTo>
                    <a:cubicBezTo>
                      <a:pt x="1838313" y="1483805"/>
                      <a:pt x="1855599" y="1508201"/>
                      <a:pt x="1855599" y="1536633"/>
                    </a:cubicBezTo>
                    <a:cubicBezTo>
                      <a:pt x="1855599" y="1574543"/>
                      <a:pt x="1824867" y="1605275"/>
                      <a:pt x="1786957" y="1605275"/>
                    </a:cubicBezTo>
                    <a:cubicBezTo>
                      <a:pt x="1777479" y="1605275"/>
                      <a:pt x="1768451" y="1603355"/>
                      <a:pt x="1760238" y="1599881"/>
                    </a:cubicBezTo>
                    <a:lnTo>
                      <a:pt x="1748653" y="1592070"/>
                    </a:lnTo>
                    <a:lnTo>
                      <a:pt x="999560" y="2024536"/>
                    </a:lnTo>
                    <a:lnTo>
                      <a:pt x="1002035" y="2036797"/>
                    </a:lnTo>
                    <a:cubicBezTo>
                      <a:pt x="1002035" y="2074707"/>
                      <a:pt x="971303" y="2105439"/>
                      <a:pt x="933393" y="2105439"/>
                    </a:cubicBezTo>
                    <a:cubicBezTo>
                      <a:pt x="904961" y="2105439"/>
                      <a:pt x="880566" y="2088152"/>
                      <a:pt x="870146" y="2063516"/>
                    </a:cubicBezTo>
                    <a:lnTo>
                      <a:pt x="864773" y="2036903"/>
                    </a:lnTo>
                    <a:lnTo>
                      <a:pt x="101094" y="1596016"/>
                    </a:lnTo>
                    <a:lnTo>
                      <a:pt x="95362" y="1599881"/>
                    </a:lnTo>
                    <a:cubicBezTo>
                      <a:pt x="87149" y="1603354"/>
                      <a:pt x="78120" y="1605275"/>
                      <a:pt x="68643" y="1605275"/>
                    </a:cubicBezTo>
                    <a:cubicBezTo>
                      <a:pt x="30732" y="1605275"/>
                      <a:pt x="0" y="1574542"/>
                      <a:pt x="0" y="1536633"/>
                    </a:cubicBezTo>
                    <a:cubicBezTo>
                      <a:pt x="0" y="1517678"/>
                      <a:pt x="7683" y="1500517"/>
                      <a:pt x="20105" y="1488095"/>
                    </a:cubicBezTo>
                    <a:lnTo>
                      <a:pt x="41401" y="1473737"/>
                    </a:lnTo>
                    <a:lnTo>
                      <a:pt x="41401" y="603165"/>
                    </a:lnTo>
                    <a:lnTo>
                      <a:pt x="20105" y="588806"/>
                    </a:lnTo>
                    <a:cubicBezTo>
                      <a:pt x="7683" y="576385"/>
                      <a:pt x="0" y="559224"/>
                      <a:pt x="0" y="540269"/>
                    </a:cubicBezTo>
                    <a:cubicBezTo>
                      <a:pt x="0" y="502358"/>
                      <a:pt x="30732" y="471626"/>
                      <a:pt x="68643" y="471626"/>
                    </a:cubicBezTo>
                    <a:cubicBezTo>
                      <a:pt x="87598" y="471626"/>
                      <a:pt x="104759" y="479309"/>
                      <a:pt x="117180" y="491731"/>
                    </a:cubicBezTo>
                    <a:lnTo>
                      <a:pt x="121970" y="498835"/>
                    </a:lnTo>
                    <a:lnTo>
                      <a:pt x="864999" y="69870"/>
                    </a:lnTo>
                    <a:lnTo>
                      <a:pt x="864751" y="68642"/>
                    </a:lnTo>
                    <a:cubicBezTo>
                      <a:pt x="864751" y="30732"/>
                      <a:pt x="895483" y="0"/>
                      <a:pt x="93339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41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Arial"/>
                  <a:ea typeface="Arial Unicode MS"/>
                </a:endParaRPr>
              </a:p>
            </p:txBody>
          </p:sp>
        </p:grpSp>
        <p:sp>
          <p:nvSpPr>
            <p:cNvPr id="1405" name="Freeform: Shape 61"/>
            <p:cNvSpPr/>
            <p:nvPr/>
          </p:nvSpPr>
          <p:spPr>
            <a:xfrm>
              <a:off x="270360" y="5373720"/>
              <a:ext cx="1376640" cy="312840"/>
            </a:xfrm>
            <a:custGeom>
              <a:avLst/>
              <a:gdLst>
                <a:gd name="textAreaLeft" fmla="*/ 0 w 1376640"/>
                <a:gd name="textAreaRight" fmla="*/ 1377000 w 1376640"/>
                <a:gd name="textAreaTop" fmla="*/ 0 h 312840"/>
                <a:gd name="textAreaBottom" fmla="*/ 313200 h 312840"/>
              </a:gdLst>
              <a:ahLst/>
              <a:rect l="textAreaLeft" t="textAreaTop" r="textAreaRight" b="textAreaBottom"/>
              <a:pathLst>
                <a:path w="1903511" h="433090">
                  <a:moveTo>
                    <a:pt x="105668" y="252413"/>
                  </a:moveTo>
                  <a:lnTo>
                    <a:pt x="105668" y="338138"/>
                  </a:lnTo>
                  <a:lnTo>
                    <a:pt x="129113" y="338138"/>
                  </a:lnTo>
                  <a:cubicBezTo>
                    <a:pt x="156016" y="338138"/>
                    <a:pt x="174811" y="334963"/>
                    <a:pt x="185495" y="328613"/>
                  </a:cubicBezTo>
                  <a:cubicBezTo>
                    <a:pt x="197563" y="321469"/>
                    <a:pt x="203596" y="310555"/>
                    <a:pt x="203596" y="295870"/>
                  </a:cubicBezTo>
                  <a:cubicBezTo>
                    <a:pt x="203596" y="272256"/>
                    <a:pt x="191430" y="258366"/>
                    <a:pt x="167096" y="254198"/>
                  </a:cubicBezTo>
                  <a:cubicBezTo>
                    <a:pt x="159379" y="253008"/>
                    <a:pt x="146124" y="252413"/>
                    <a:pt x="127331" y="252413"/>
                  </a:cubicBezTo>
                  <a:close/>
                  <a:moveTo>
                    <a:pt x="873323" y="102394"/>
                  </a:moveTo>
                  <a:cubicBezTo>
                    <a:pt x="849052" y="102394"/>
                    <a:pt x="827068" y="109208"/>
                    <a:pt x="807371" y="122837"/>
                  </a:cubicBezTo>
                  <a:cubicBezTo>
                    <a:pt x="787675" y="136465"/>
                    <a:pt x="773648" y="154620"/>
                    <a:pt x="765292" y="177301"/>
                  </a:cubicBezTo>
                  <a:cubicBezTo>
                    <a:pt x="760518" y="190233"/>
                    <a:pt x="758130" y="203364"/>
                    <a:pt x="758130" y="216694"/>
                  </a:cubicBezTo>
                  <a:cubicBezTo>
                    <a:pt x="758130" y="244149"/>
                    <a:pt x="767282" y="268720"/>
                    <a:pt x="785584" y="290406"/>
                  </a:cubicBezTo>
                  <a:cubicBezTo>
                    <a:pt x="808265" y="317266"/>
                    <a:pt x="837511" y="330696"/>
                    <a:pt x="873323" y="330696"/>
                  </a:cubicBezTo>
                  <a:cubicBezTo>
                    <a:pt x="909135" y="330696"/>
                    <a:pt x="938480" y="317367"/>
                    <a:pt x="961359" y="290708"/>
                  </a:cubicBezTo>
                  <a:cubicBezTo>
                    <a:pt x="979662" y="269419"/>
                    <a:pt x="988814" y="244748"/>
                    <a:pt x="988814" y="216694"/>
                  </a:cubicBezTo>
                  <a:cubicBezTo>
                    <a:pt x="988814" y="188044"/>
                    <a:pt x="979662" y="163274"/>
                    <a:pt x="961359" y="142382"/>
                  </a:cubicBezTo>
                  <a:cubicBezTo>
                    <a:pt x="937882" y="115723"/>
                    <a:pt x="908536" y="102394"/>
                    <a:pt x="873323" y="102394"/>
                  </a:cubicBezTo>
                  <a:close/>
                  <a:moveTo>
                    <a:pt x="105668" y="92571"/>
                  </a:moveTo>
                  <a:lnTo>
                    <a:pt x="105668" y="172045"/>
                  </a:lnTo>
                  <a:lnTo>
                    <a:pt x="124932" y="172045"/>
                  </a:lnTo>
                  <a:cubicBezTo>
                    <a:pt x="143107" y="172045"/>
                    <a:pt x="156147" y="167581"/>
                    <a:pt x="164050" y="158651"/>
                  </a:cubicBezTo>
                  <a:cubicBezTo>
                    <a:pt x="170372" y="151507"/>
                    <a:pt x="173533" y="142677"/>
                    <a:pt x="173533" y="132159"/>
                  </a:cubicBezTo>
                  <a:cubicBezTo>
                    <a:pt x="173533" y="113705"/>
                    <a:pt x="165234" y="101501"/>
                    <a:pt x="148637" y="95548"/>
                  </a:cubicBezTo>
                  <a:cubicBezTo>
                    <a:pt x="142712" y="93563"/>
                    <a:pt x="134810" y="92571"/>
                    <a:pt x="124932" y="92571"/>
                  </a:cubicBezTo>
                  <a:close/>
                  <a:moveTo>
                    <a:pt x="1524000" y="12204"/>
                  </a:moveTo>
                  <a:lnTo>
                    <a:pt x="1629667" y="12204"/>
                  </a:lnTo>
                  <a:lnTo>
                    <a:pt x="1629667" y="179784"/>
                  </a:lnTo>
                  <a:lnTo>
                    <a:pt x="1758553" y="12204"/>
                  </a:lnTo>
                  <a:lnTo>
                    <a:pt x="1888628" y="12204"/>
                  </a:lnTo>
                  <a:lnTo>
                    <a:pt x="1727596" y="204490"/>
                  </a:lnTo>
                  <a:lnTo>
                    <a:pt x="1903511" y="418505"/>
                  </a:lnTo>
                  <a:lnTo>
                    <a:pt x="1766887" y="418505"/>
                  </a:lnTo>
                  <a:lnTo>
                    <a:pt x="1629667" y="242292"/>
                  </a:lnTo>
                  <a:lnTo>
                    <a:pt x="1629667" y="418505"/>
                  </a:lnTo>
                  <a:lnTo>
                    <a:pt x="1524000" y="418505"/>
                  </a:lnTo>
                  <a:close/>
                  <a:moveTo>
                    <a:pt x="381000" y="12204"/>
                  </a:moveTo>
                  <a:lnTo>
                    <a:pt x="486668" y="12204"/>
                  </a:lnTo>
                  <a:lnTo>
                    <a:pt x="486668" y="330398"/>
                  </a:lnTo>
                  <a:lnTo>
                    <a:pt x="613469" y="330398"/>
                  </a:lnTo>
                  <a:lnTo>
                    <a:pt x="613469" y="418505"/>
                  </a:lnTo>
                  <a:lnTo>
                    <a:pt x="381000" y="418505"/>
                  </a:lnTo>
                  <a:close/>
                  <a:moveTo>
                    <a:pt x="0" y="12204"/>
                  </a:moveTo>
                  <a:lnTo>
                    <a:pt x="157162" y="12204"/>
                  </a:lnTo>
                  <a:cubicBezTo>
                    <a:pt x="233362" y="12204"/>
                    <a:pt x="271462" y="47526"/>
                    <a:pt x="271462" y="118170"/>
                  </a:cubicBezTo>
                  <a:cubicBezTo>
                    <a:pt x="271462" y="139402"/>
                    <a:pt x="267295" y="157163"/>
                    <a:pt x="258961" y="171450"/>
                  </a:cubicBezTo>
                  <a:cubicBezTo>
                    <a:pt x="252015" y="183555"/>
                    <a:pt x="241300" y="193873"/>
                    <a:pt x="226814" y="202406"/>
                  </a:cubicBezTo>
                  <a:cubicBezTo>
                    <a:pt x="259240" y="209153"/>
                    <a:pt x="281384" y="222151"/>
                    <a:pt x="293247" y="241399"/>
                  </a:cubicBezTo>
                  <a:cubicBezTo>
                    <a:pt x="303925" y="259060"/>
                    <a:pt x="309264" y="279598"/>
                    <a:pt x="309264" y="303014"/>
                  </a:cubicBezTo>
                  <a:cubicBezTo>
                    <a:pt x="309264" y="333375"/>
                    <a:pt x="300632" y="358080"/>
                    <a:pt x="283368" y="377130"/>
                  </a:cubicBezTo>
                  <a:cubicBezTo>
                    <a:pt x="258365" y="404713"/>
                    <a:pt x="220265" y="418505"/>
                    <a:pt x="169068" y="418505"/>
                  </a:cubicBezTo>
                  <a:lnTo>
                    <a:pt x="0" y="418505"/>
                  </a:lnTo>
                  <a:close/>
                  <a:moveTo>
                    <a:pt x="1359693" y="3572"/>
                  </a:moveTo>
                  <a:cubicBezTo>
                    <a:pt x="1387871" y="3572"/>
                    <a:pt x="1419522" y="10418"/>
                    <a:pt x="1454646" y="24110"/>
                  </a:cubicBezTo>
                  <a:lnTo>
                    <a:pt x="1454646" y="150614"/>
                  </a:lnTo>
                  <a:cubicBezTo>
                    <a:pt x="1444708" y="138429"/>
                    <a:pt x="1434572" y="129239"/>
                    <a:pt x="1424238" y="123044"/>
                  </a:cubicBezTo>
                  <a:cubicBezTo>
                    <a:pt x="1405359" y="111658"/>
                    <a:pt x="1385089" y="105966"/>
                    <a:pt x="1363428" y="105966"/>
                  </a:cubicBezTo>
                  <a:cubicBezTo>
                    <a:pt x="1336003" y="105966"/>
                    <a:pt x="1312155" y="114223"/>
                    <a:pt x="1291883" y="130736"/>
                  </a:cubicBezTo>
                  <a:cubicBezTo>
                    <a:pt x="1266248" y="151628"/>
                    <a:pt x="1253430" y="180281"/>
                    <a:pt x="1253430" y="216694"/>
                  </a:cubicBezTo>
                  <a:cubicBezTo>
                    <a:pt x="1253430" y="252909"/>
                    <a:pt x="1266248" y="281462"/>
                    <a:pt x="1291883" y="302354"/>
                  </a:cubicBezTo>
                  <a:cubicBezTo>
                    <a:pt x="1312155" y="318867"/>
                    <a:pt x="1336003" y="327124"/>
                    <a:pt x="1363428" y="327124"/>
                  </a:cubicBezTo>
                  <a:cubicBezTo>
                    <a:pt x="1385089" y="327124"/>
                    <a:pt x="1405359" y="321432"/>
                    <a:pt x="1424238" y="310046"/>
                  </a:cubicBezTo>
                  <a:cubicBezTo>
                    <a:pt x="1434374" y="304053"/>
                    <a:pt x="1444510" y="294863"/>
                    <a:pt x="1454646" y="282476"/>
                  </a:cubicBezTo>
                  <a:lnTo>
                    <a:pt x="1454646" y="408980"/>
                  </a:lnTo>
                  <a:cubicBezTo>
                    <a:pt x="1420117" y="422672"/>
                    <a:pt x="1388169" y="429518"/>
                    <a:pt x="1358800" y="429518"/>
                  </a:cubicBezTo>
                  <a:cubicBezTo>
                    <a:pt x="1307603" y="429518"/>
                    <a:pt x="1261764" y="413147"/>
                    <a:pt x="1221283" y="380405"/>
                  </a:cubicBezTo>
                  <a:cubicBezTo>
                    <a:pt x="1169689" y="338534"/>
                    <a:pt x="1143892" y="283964"/>
                    <a:pt x="1143892" y="216694"/>
                  </a:cubicBezTo>
                  <a:cubicBezTo>
                    <a:pt x="1143892" y="149225"/>
                    <a:pt x="1169689" y="94556"/>
                    <a:pt x="1221283" y="52685"/>
                  </a:cubicBezTo>
                  <a:cubicBezTo>
                    <a:pt x="1261764" y="19943"/>
                    <a:pt x="1307901" y="3572"/>
                    <a:pt x="1359693" y="3572"/>
                  </a:cubicBezTo>
                  <a:close/>
                  <a:moveTo>
                    <a:pt x="873323" y="0"/>
                  </a:moveTo>
                  <a:cubicBezTo>
                    <a:pt x="944760" y="0"/>
                    <a:pt x="1001414" y="23713"/>
                    <a:pt x="1043285" y="71140"/>
                  </a:cubicBezTo>
                  <a:cubicBezTo>
                    <a:pt x="1079996" y="112812"/>
                    <a:pt x="1098351" y="161330"/>
                    <a:pt x="1098351" y="216694"/>
                  </a:cubicBezTo>
                  <a:cubicBezTo>
                    <a:pt x="1098351" y="271859"/>
                    <a:pt x="1079996" y="320278"/>
                    <a:pt x="1043285" y="361950"/>
                  </a:cubicBezTo>
                  <a:cubicBezTo>
                    <a:pt x="1001414" y="409377"/>
                    <a:pt x="944760" y="433090"/>
                    <a:pt x="873323" y="433090"/>
                  </a:cubicBezTo>
                  <a:cubicBezTo>
                    <a:pt x="802084" y="433090"/>
                    <a:pt x="745529" y="409377"/>
                    <a:pt x="703659" y="361950"/>
                  </a:cubicBezTo>
                  <a:cubicBezTo>
                    <a:pt x="666948" y="320278"/>
                    <a:pt x="648593" y="271859"/>
                    <a:pt x="648593" y="216694"/>
                  </a:cubicBezTo>
                  <a:cubicBezTo>
                    <a:pt x="648593" y="191492"/>
                    <a:pt x="653554" y="165646"/>
                    <a:pt x="663475" y="139154"/>
                  </a:cubicBezTo>
                  <a:cubicBezTo>
                    <a:pt x="673397" y="112663"/>
                    <a:pt x="686693" y="89991"/>
                    <a:pt x="703361" y="71140"/>
                  </a:cubicBezTo>
                  <a:cubicBezTo>
                    <a:pt x="745232" y="23713"/>
                    <a:pt x="801885" y="0"/>
                    <a:pt x="8733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406" name="Freeform: Shape 62"/>
            <p:cNvSpPr/>
            <p:nvPr/>
          </p:nvSpPr>
          <p:spPr>
            <a:xfrm>
              <a:off x="3530160" y="5372640"/>
              <a:ext cx="1339560" cy="307800"/>
            </a:xfrm>
            <a:custGeom>
              <a:avLst/>
              <a:gdLst>
                <a:gd name="textAreaLeft" fmla="*/ 0 w 1339560"/>
                <a:gd name="textAreaRight" fmla="*/ 1339920 w 1339560"/>
                <a:gd name="textAreaTop" fmla="*/ 0 h 307800"/>
                <a:gd name="textAreaBottom" fmla="*/ 308160 h 307800"/>
              </a:gdLst>
              <a:ahLst/>
              <a:rect l="textAreaLeft" t="textAreaTop" r="textAreaRight" b="textAreaBottom"/>
              <a:pathLst>
                <a:path w="1852613" h="425946">
                  <a:moveTo>
                    <a:pt x="1002507" y="134243"/>
                  </a:moveTo>
                  <a:lnTo>
                    <a:pt x="958156" y="263723"/>
                  </a:lnTo>
                  <a:lnTo>
                    <a:pt x="1046262" y="263723"/>
                  </a:lnTo>
                  <a:close/>
                  <a:moveTo>
                    <a:pt x="1446907" y="8632"/>
                  </a:moveTo>
                  <a:lnTo>
                    <a:pt x="1552575" y="8632"/>
                  </a:lnTo>
                  <a:lnTo>
                    <a:pt x="1746945" y="257175"/>
                  </a:lnTo>
                  <a:lnTo>
                    <a:pt x="1746945" y="8632"/>
                  </a:lnTo>
                  <a:lnTo>
                    <a:pt x="1852613" y="8632"/>
                  </a:lnTo>
                  <a:lnTo>
                    <a:pt x="1852613" y="414933"/>
                  </a:lnTo>
                  <a:lnTo>
                    <a:pt x="1746945" y="414933"/>
                  </a:lnTo>
                  <a:lnTo>
                    <a:pt x="1552575" y="166092"/>
                  </a:lnTo>
                  <a:lnTo>
                    <a:pt x="1552575" y="414933"/>
                  </a:lnTo>
                  <a:lnTo>
                    <a:pt x="1446907" y="414933"/>
                  </a:lnTo>
                  <a:close/>
                  <a:moveTo>
                    <a:pt x="1256407" y="8632"/>
                  </a:moveTo>
                  <a:lnTo>
                    <a:pt x="1362075" y="8632"/>
                  </a:lnTo>
                  <a:lnTo>
                    <a:pt x="1362075" y="414933"/>
                  </a:lnTo>
                  <a:lnTo>
                    <a:pt x="1256407" y="414933"/>
                  </a:lnTo>
                  <a:close/>
                  <a:moveTo>
                    <a:pt x="945654" y="8632"/>
                  </a:moveTo>
                  <a:lnTo>
                    <a:pt x="1060847" y="8632"/>
                  </a:lnTo>
                  <a:lnTo>
                    <a:pt x="1213843" y="414933"/>
                  </a:lnTo>
                  <a:lnTo>
                    <a:pt x="1101031" y="414933"/>
                  </a:lnTo>
                  <a:lnTo>
                    <a:pt x="1074837" y="344091"/>
                  </a:lnTo>
                  <a:lnTo>
                    <a:pt x="928985" y="344091"/>
                  </a:lnTo>
                  <a:lnTo>
                    <a:pt x="901006" y="414933"/>
                  </a:lnTo>
                  <a:lnTo>
                    <a:pt x="789385" y="414933"/>
                  </a:lnTo>
                  <a:close/>
                  <a:moveTo>
                    <a:pt x="380107" y="8632"/>
                  </a:moveTo>
                  <a:lnTo>
                    <a:pt x="485775" y="8632"/>
                  </a:lnTo>
                  <a:lnTo>
                    <a:pt x="485775" y="165497"/>
                  </a:lnTo>
                  <a:lnTo>
                    <a:pt x="638175" y="165497"/>
                  </a:lnTo>
                  <a:lnTo>
                    <a:pt x="638175" y="8632"/>
                  </a:lnTo>
                  <a:lnTo>
                    <a:pt x="743843" y="8632"/>
                  </a:lnTo>
                  <a:lnTo>
                    <a:pt x="743843" y="414933"/>
                  </a:lnTo>
                  <a:lnTo>
                    <a:pt x="638175" y="414933"/>
                  </a:lnTo>
                  <a:lnTo>
                    <a:pt x="638175" y="245864"/>
                  </a:lnTo>
                  <a:lnTo>
                    <a:pt x="485775" y="245864"/>
                  </a:lnTo>
                  <a:lnTo>
                    <a:pt x="485775" y="414933"/>
                  </a:lnTo>
                  <a:lnTo>
                    <a:pt x="380107" y="414933"/>
                  </a:lnTo>
                  <a:close/>
                  <a:moveTo>
                    <a:pt x="215801" y="0"/>
                  </a:moveTo>
                  <a:cubicBezTo>
                    <a:pt x="243979" y="0"/>
                    <a:pt x="275630" y="6846"/>
                    <a:pt x="310753" y="20538"/>
                  </a:cubicBezTo>
                  <a:lnTo>
                    <a:pt x="310753" y="147042"/>
                  </a:lnTo>
                  <a:cubicBezTo>
                    <a:pt x="300816" y="134857"/>
                    <a:pt x="290680" y="125667"/>
                    <a:pt x="280346" y="119472"/>
                  </a:cubicBezTo>
                  <a:cubicBezTo>
                    <a:pt x="261467" y="108086"/>
                    <a:pt x="241196" y="102394"/>
                    <a:pt x="219536" y="102394"/>
                  </a:cubicBezTo>
                  <a:cubicBezTo>
                    <a:pt x="192111" y="102394"/>
                    <a:pt x="168263" y="110651"/>
                    <a:pt x="147991" y="127164"/>
                  </a:cubicBezTo>
                  <a:cubicBezTo>
                    <a:pt x="122356" y="148056"/>
                    <a:pt x="109538" y="176709"/>
                    <a:pt x="109538" y="213122"/>
                  </a:cubicBezTo>
                  <a:cubicBezTo>
                    <a:pt x="109538" y="249337"/>
                    <a:pt x="122356" y="277890"/>
                    <a:pt x="147991" y="298782"/>
                  </a:cubicBezTo>
                  <a:cubicBezTo>
                    <a:pt x="168263" y="315295"/>
                    <a:pt x="192111" y="323552"/>
                    <a:pt x="219536" y="323552"/>
                  </a:cubicBezTo>
                  <a:cubicBezTo>
                    <a:pt x="241196" y="323552"/>
                    <a:pt x="261467" y="317860"/>
                    <a:pt x="280346" y="306474"/>
                  </a:cubicBezTo>
                  <a:cubicBezTo>
                    <a:pt x="290482" y="300481"/>
                    <a:pt x="300618" y="291291"/>
                    <a:pt x="310753" y="278904"/>
                  </a:cubicBezTo>
                  <a:lnTo>
                    <a:pt x="310753" y="405408"/>
                  </a:lnTo>
                  <a:cubicBezTo>
                    <a:pt x="276225" y="419100"/>
                    <a:pt x="244277" y="425946"/>
                    <a:pt x="214908" y="425946"/>
                  </a:cubicBezTo>
                  <a:cubicBezTo>
                    <a:pt x="163711" y="425946"/>
                    <a:pt x="117872" y="409575"/>
                    <a:pt x="77391" y="376833"/>
                  </a:cubicBezTo>
                  <a:cubicBezTo>
                    <a:pt x="25797" y="334962"/>
                    <a:pt x="0" y="280392"/>
                    <a:pt x="0" y="213122"/>
                  </a:cubicBezTo>
                  <a:cubicBezTo>
                    <a:pt x="0" y="145653"/>
                    <a:pt x="25797" y="90984"/>
                    <a:pt x="77391" y="49113"/>
                  </a:cubicBezTo>
                  <a:cubicBezTo>
                    <a:pt x="117872" y="16371"/>
                    <a:pt x="164009" y="0"/>
                    <a:pt x="2158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pic>
        <p:nvPicPr>
          <p:cNvPr id="1407" name="Graphic 64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398640" y="1753920"/>
            <a:ext cx="3855600" cy="4984560"/>
          </a:xfrm>
          <a:prstGeom prst="rect">
            <a:avLst/>
          </a:prstGeom>
          <a:ln w="0">
            <a:noFill/>
          </a:ln>
        </p:spPr>
      </p:pic>
      <p:pic>
        <p:nvPicPr>
          <p:cNvPr id="1408" name="Graphic 65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237320" y="425520"/>
            <a:ext cx="1310760" cy="6210360"/>
          </a:xfrm>
          <a:prstGeom prst="rect">
            <a:avLst/>
          </a:prstGeom>
          <a:ln w="0">
            <a:noFill/>
          </a:ln>
        </p:spPr>
      </p:pic>
      <p:grpSp>
        <p:nvGrpSpPr>
          <p:cNvPr id="1409" name="Group 69"/>
          <p:cNvGrpSpPr/>
          <p:nvPr/>
        </p:nvGrpSpPr>
        <p:grpSpPr>
          <a:xfrm>
            <a:off x="2598840" y="3718440"/>
            <a:ext cx="4408200" cy="577080"/>
            <a:chOff x="2598840" y="3718440"/>
            <a:chExt cx="4408200" cy="577080"/>
          </a:xfrm>
        </p:grpSpPr>
        <p:sp>
          <p:nvSpPr>
            <p:cNvPr id="1410" name="Rounded Rectangle 4"/>
            <p:cNvSpPr/>
            <p:nvPr/>
          </p:nvSpPr>
          <p:spPr>
            <a:xfrm rot="5400000">
              <a:off x="5914800" y="3203280"/>
              <a:ext cx="577080" cy="1607040"/>
            </a:xfrm>
            <a:prstGeom prst="roundRect">
              <a:avLst>
                <a:gd name="adj" fmla="val 50000"/>
              </a:avLst>
            </a:prstGeom>
            <a:noFill/>
            <a:ln w="241300">
              <a:solidFill>
                <a:srgbClr val="15c3f8"/>
              </a:solidFill>
            </a:ln>
            <a:scene3d>
              <a:camera prst="orthographicFront"/>
              <a:lightRig dir="t" rig="threeP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411" name="Rounded Rectangle 4"/>
            <p:cNvSpPr/>
            <p:nvPr/>
          </p:nvSpPr>
          <p:spPr>
            <a:xfrm rot="5400000">
              <a:off x="3113640" y="3203280"/>
              <a:ext cx="577080" cy="1607040"/>
            </a:xfrm>
            <a:prstGeom prst="roundRect">
              <a:avLst>
                <a:gd name="adj" fmla="val 50000"/>
              </a:avLst>
            </a:prstGeom>
            <a:noFill/>
            <a:ln w="241300">
              <a:solidFill>
                <a:srgbClr val="2b99da"/>
              </a:solidFill>
            </a:ln>
            <a:scene3d>
              <a:camera prst="orthographicFront"/>
              <a:lightRig dir="t" rig="threeP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412" name="Rounded Rectangle 11"/>
            <p:cNvSpPr/>
            <p:nvPr/>
          </p:nvSpPr>
          <p:spPr>
            <a:xfrm rot="5400000">
              <a:off x="4701240" y="3092400"/>
              <a:ext cx="217440" cy="184500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e0e0e0"/>
                </a:gs>
                <a:gs pos="48000">
                  <a:srgbClr val="bfbfbf"/>
                </a:gs>
              </a:gsLst>
              <a:lin ang="3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PlaceHolder 1"/>
          <p:cNvSpPr>
            <a:spLocks noGrp="1"/>
          </p:cNvSpPr>
          <p:nvPr>
            <p:ph/>
          </p:nvPr>
        </p:nvSpPr>
        <p:spPr>
          <a:xfrm>
            <a:off x="323640" y="33264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Fully Editable Shapes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414" name="Group 20"/>
          <p:cNvGrpSpPr/>
          <p:nvPr/>
        </p:nvGrpSpPr>
        <p:grpSpPr>
          <a:xfrm>
            <a:off x="907200" y="2004840"/>
            <a:ext cx="2146680" cy="3773880"/>
            <a:chOff x="907200" y="2004840"/>
            <a:chExt cx="2146680" cy="3773880"/>
          </a:xfrm>
        </p:grpSpPr>
        <p:sp>
          <p:nvSpPr>
            <p:cNvPr id="1415" name="Rounded Rectangle 21"/>
            <p:cNvSpPr/>
            <p:nvPr/>
          </p:nvSpPr>
          <p:spPr>
            <a:xfrm>
              <a:off x="907200" y="2004840"/>
              <a:ext cx="2146680" cy="377388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scene3d>
              <a:camera prst="perspectiveFront"/>
              <a:lightRig dir="t" rig="threeP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416" name="Rectangle 22"/>
            <p:cNvSpPr/>
            <p:nvPr/>
          </p:nvSpPr>
          <p:spPr>
            <a:xfrm>
              <a:off x="1856520" y="2198520"/>
              <a:ext cx="219240" cy="3276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11880" bIns="-1188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grpSp>
          <p:nvGrpSpPr>
            <p:cNvPr id="1417" name="Group 23"/>
            <p:cNvGrpSpPr/>
            <p:nvPr/>
          </p:nvGrpSpPr>
          <p:grpSpPr>
            <a:xfrm>
              <a:off x="1884600" y="5464080"/>
              <a:ext cx="214920" cy="203400"/>
              <a:chOff x="1884600" y="5464080"/>
              <a:chExt cx="214920" cy="203400"/>
            </a:xfrm>
          </p:grpSpPr>
          <p:sp>
            <p:nvSpPr>
              <p:cNvPr id="1418" name="Oval 24"/>
              <p:cNvSpPr/>
              <p:nvPr/>
            </p:nvSpPr>
            <p:spPr>
              <a:xfrm>
                <a:off x="1884600" y="5464080"/>
                <a:ext cx="214920" cy="203400"/>
              </a:xfrm>
              <a:prstGeom prst="ellipse">
                <a:avLst/>
              </a:prstGeom>
              <a:gradFill rotWithShape="0">
                <a:gsLst>
                  <a:gs pos="0">
                    <a:srgbClr val="0f0f0f"/>
                  </a:gs>
                  <a:gs pos="56000">
                    <a:srgbClr val="595959"/>
                  </a:gs>
                  <a:gs pos="91000">
                    <a:srgbClr val="808080"/>
                  </a:gs>
                  <a:gs pos="100000">
                    <a:srgbClr val="bfbfbf"/>
                  </a:gs>
                </a:gsLst>
                <a:lin ang="10800000"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dir="t" rig="threeP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  <p:sp>
            <p:nvSpPr>
              <p:cNvPr id="1419" name="Rounded Rectangle 25"/>
              <p:cNvSpPr/>
              <p:nvPr/>
            </p:nvSpPr>
            <p:spPr>
              <a:xfrm>
                <a:off x="1942920" y="5519160"/>
                <a:ext cx="98280" cy="93600"/>
              </a:xfrm>
              <a:prstGeom prst="roundRect">
                <a:avLst>
                  <a:gd name="adj" fmla="val 16667"/>
                </a:avLst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39960" bIns="3996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Arial"/>
                  <a:ea typeface="Arial Unicode MS"/>
                </a:endParaRPr>
              </a:p>
            </p:txBody>
          </p:sp>
        </p:grpSp>
      </p:grpSp>
      <p:grpSp>
        <p:nvGrpSpPr>
          <p:cNvPr id="1420" name="Group 8"/>
          <p:cNvGrpSpPr/>
          <p:nvPr/>
        </p:nvGrpSpPr>
        <p:grpSpPr>
          <a:xfrm>
            <a:off x="7775640" y="1849680"/>
            <a:ext cx="4160520" cy="4169520"/>
            <a:chOff x="7775640" y="1849680"/>
            <a:chExt cx="4160520" cy="4169520"/>
          </a:xfrm>
        </p:grpSpPr>
        <p:pic>
          <p:nvPicPr>
            <p:cNvPr id="1421" name="Picture 2" descr="E:\002-KIMS BUSINESS\007-02-MaxPPT-Contents\151119-com-Computer Desk\png\노트북.png"/>
            <p:cNvPicPr/>
            <p:nvPr/>
          </p:nvPicPr>
          <p:blipFill>
            <a:blip r:embed="rId1"/>
            <a:stretch/>
          </p:blipFill>
          <p:spPr>
            <a:xfrm rot="2748000">
              <a:off x="8271360" y="2573280"/>
              <a:ext cx="3168720" cy="27219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22" name="Freeform 2"/>
            <p:cNvSpPr/>
            <p:nvPr/>
          </p:nvSpPr>
          <p:spPr>
            <a:xfrm>
              <a:off x="9534960" y="2030400"/>
              <a:ext cx="2255040" cy="2437920"/>
            </a:xfrm>
            <a:custGeom>
              <a:avLst/>
              <a:gdLst>
                <a:gd name="textAreaLeft" fmla="*/ 0 w 2255040"/>
                <a:gd name="textAreaRight" fmla="*/ 2255400 w 2255040"/>
                <a:gd name="textAreaTop" fmla="*/ 0 h 2437920"/>
                <a:gd name="textAreaBottom" fmla="*/ 2438280 h 2437920"/>
              </a:gdLst>
              <a:ahLst/>
              <a:rect l="textAreaLeft" t="textAreaTop" r="textAreaRight" b="textAreaBottom"/>
              <a:pathLst>
                <a:path w="2255520" h="2438400">
                  <a:moveTo>
                    <a:pt x="223520" y="0"/>
                  </a:moveTo>
                  <a:lnTo>
                    <a:pt x="2255520" y="2052320"/>
                  </a:lnTo>
                  <a:lnTo>
                    <a:pt x="1696720" y="2438400"/>
                  </a:lnTo>
                  <a:lnTo>
                    <a:pt x="0" y="716280"/>
                  </a:lnTo>
                  <a:lnTo>
                    <a:pt x="223520" y="0"/>
                  </a:lnTo>
                  <a:close/>
                </a:path>
              </a:pathLst>
            </a:custGeom>
            <a:solidFill>
              <a:schemeClr val="tx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grpSp>
        <p:nvGrpSpPr>
          <p:cNvPr id="1423" name="Graphic 14"/>
          <p:cNvGrpSpPr/>
          <p:nvPr/>
        </p:nvGrpSpPr>
        <p:grpSpPr>
          <a:xfrm>
            <a:off x="3473280" y="2198520"/>
            <a:ext cx="4568040" cy="3686760"/>
            <a:chOff x="3473280" y="2198520"/>
            <a:chExt cx="4568040" cy="3686760"/>
          </a:xfrm>
        </p:grpSpPr>
        <p:sp>
          <p:nvSpPr>
            <p:cNvPr id="1424" name="Freeform: Shape 12"/>
            <p:cNvSpPr/>
            <p:nvPr/>
          </p:nvSpPr>
          <p:spPr>
            <a:xfrm>
              <a:off x="5054040" y="5346000"/>
              <a:ext cx="1359720" cy="526320"/>
            </a:xfrm>
            <a:custGeom>
              <a:avLst/>
              <a:gdLst>
                <a:gd name="textAreaLeft" fmla="*/ 0 w 1359720"/>
                <a:gd name="textAreaRight" fmla="*/ 1360080 w 1359720"/>
                <a:gd name="textAreaTop" fmla="*/ 0 h 526320"/>
                <a:gd name="textAreaBottom" fmla="*/ 526680 h 526320"/>
              </a:gdLst>
              <a:ahLst/>
              <a:rect l="textAreaLeft" t="textAreaTop" r="textAreaRight" b="textAreaBottom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 rotWithShape="0">
              <a:gsLst>
                <a:gs pos="0">
                  <a:srgbClr val="bfbfbf"/>
                </a:gs>
                <a:gs pos="53000">
                  <a:srgbClr val="d9d9d9"/>
                </a:gs>
                <a:gs pos="83000">
                  <a:srgbClr val="bfbfbf"/>
                </a:gs>
                <a:gs pos="100000">
                  <a:srgbClr val="bfbfbf"/>
                </a:gs>
              </a:gsLst>
              <a:lin ang="16200000"/>
            </a:gra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425" name="Freeform: Shape 13"/>
            <p:cNvSpPr/>
            <p:nvPr/>
          </p:nvSpPr>
          <p:spPr>
            <a:xfrm>
              <a:off x="3473280" y="2198520"/>
              <a:ext cx="4568040" cy="3186360"/>
            </a:xfrm>
            <a:custGeom>
              <a:avLst/>
              <a:gdLst>
                <a:gd name="textAreaLeft" fmla="*/ 0 w 4568040"/>
                <a:gd name="textAreaRight" fmla="*/ 4568400 w 4568040"/>
                <a:gd name="textAreaTop" fmla="*/ 0 h 3186360"/>
                <a:gd name="textAreaBottom" fmla="*/ 3186720 h 3186360"/>
              </a:gdLst>
              <a:ahLst/>
              <a:rect l="textAreaLeft" t="textAreaTop" r="textAreaRight" b="textAreaBottom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426" name="Freeform: Shape 14"/>
            <p:cNvSpPr/>
            <p:nvPr/>
          </p:nvSpPr>
          <p:spPr>
            <a:xfrm>
              <a:off x="7401600" y="5340600"/>
              <a:ext cx="307800" cy="5220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52200"/>
                <a:gd name="textAreaBottom" fmla="*/ 52560 h 52200"/>
              </a:gdLst>
              <a:ahLst/>
              <a:rect l="textAreaLeft" t="textAreaTop" r="textAreaRight" b="textAreaBottom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560" bIns="75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427" name="Freeform: Shape 15"/>
            <p:cNvSpPr/>
            <p:nvPr/>
          </p:nvSpPr>
          <p:spPr>
            <a:xfrm>
              <a:off x="3496320" y="2225160"/>
              <a:ext cx="4516560" cy="2791440"/>
            </a:xfrm>
            <a:custGeom>
              <a:avLst/>
              <a:gdLst>
                <a:gd name="textAreaLeft" fmla="*/ 0 w 4516560"/>
                <a:gd name="textAreaRight" fmla="*/ 4516920 w 4516560"/>
                <a:gd name="textAreaTop" fmla="*/ 0 h 2791440"/>
                <a:gd name="textAreaBottom" fmla="*/ 2791800 h 2791440"/>
              </a:gdLst>
              <a:ahLst/>
              <a:rect l="textAreaLeft" t="textAreaTop" r="textAreaRight" b="textAreaBottom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428" name="Freeform: Shape 16"/>
            <p:cNvSpPr/>
            <p:nvPr/>
          </p:nvSpPr>
          <p:spPr>
            <a:xfrm>
              <a:off x="5056920" y="5806800"/>
              <a:ext cx="1359720" cy="78480"/>
            </a:xfrm>
            <a:custGeom>
              <a:avLst/>
              <a:gdLst>
                <a:gd name="textAreaLeft" fmla="*/ 0 w 1359720"/>
                <a:gd name="textAreaRight" fmla="*/ 1360080 w 1359720"/>
                <a:gd name="textAreaTop" fmla="*/ 0 h 78480"/>
                <a:gd name="textAreaBottom" fmla="*/ 78840 h 78480"/>
              </a:gdLst>
              <a:ahLst/>
              <a:rect l="textAreaLeft" t="textAreaTop" r="textAreaRight" b="textAreaBottom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3840" bIns="338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429" name="Freeform: Shape 17"/>
            <p:cNvSpPr/>
            <p:nvPr/>
          </p:nvSpPr>
          <p:spPr>
            <a:xfrm>
              <a:off x="3496320" y="4998240"/>
              <a:ext cx="4516560" cy="368280"/>
            </a:xfrm>
            <a:custGeom>
              <a:avLst/>
              <a:gdLst>
                <a:gd name="textAreaLeft" fmla="*/ 0 w 4516560"/>
                <a:gd name="textAreaRight" fmla="*/ 4516920 w 4516560"/>
                <a:gd name="textAreaTop" fmla="*/ 0 h 368280"/>
                <a:gd name="textAreaBottom" fmla="*/ 368640 h 368280"/>
              </a:gdLst>
              <a:ahLst/>
              <a:rect l="textAreaLeft" t="textAreaTop" r="textAreaRight" b="textAreaBottom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430" name="Freeform: Shape 18"/>
            <p:cNvSpPr/>
            <p:nvPr/>
          </p:nvSpPr>
          <p:spPr>
            <a:xfrm>
              <a:off x="3663360" y="2427840"/>
              <a:ext cx="4187880" cy="2422800"/>
            </a:xfrm>
            <a:custGeom>
              <a:avLst/>
              <a:gdLst>
                <a:gd name="textAreaLeft" fmla="*/ 0 w 4187880"/>
                <a:gd name="textAreaRight" fmla="*/ 4188240 w 4187880"/>
                <a:gd name="textAreaTop" fmla="*/ 0 h 2422800"/>
                <a:gd name="textAreaBottom" fmla="*/ 2423160 h 2422800"/>
              </a:gdLst>
              <a:ahLst/>
              <a:rect l="textAreaLeft" t="textAreaTop" r="textAreaRight" b="textAreaBottom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431" name="Freeform: Shape 19"/>
            <p:cNvSpPr/>
            <p:nvPr/>
          </p:nvSpPr>
          <p:spPr>
            <a:xfrm>
              <a:off x="5486760" y="2446200"/>
              <a:ext cx="2364120" cy="2405160"/>
            </a:xfrm>
            <a:custGeom>
              <a:avLst/>
              <a:gdLst>
                <a:gd name="textAreaLeft" fmla="*/ 0 w 2364120"/>
                <a:gd name="textAreaRight" fmla="*/ 2364480 w 2364120"/>
                <a:gd name="textAreaTop" fmla="*/ 0 h 2405160"/>
                <a:gd name="textAreaBottom" fmla="*/ 2405520 h 2405160"/>
              </a:gdLst>
              <a:ahLst/>
              <a:rect l="textAreaLeft" t="textAreaTop" r="textAreaRight" b="textAreaBottom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</p:grpSp>
      <p:grpSp>
        <p:nvGrpSpPr>
          <p:cNvPr id="1432" name="Group 22"/>
          <p:cNvGrpSpPr/>
          <p:nvPr/>
        </p:nvGrpSpPr>
        <p:grpSpPr>
          <a:xfrm>
            <a:off x="1026000" y="2351520"/>
            <a:ext cx="1915920" cy="3057480"/>
            <a:chOff x="1026000" y="2351520"/>
            <a:chExt cx="1915920" cy="3057480"/>
          </a:xfrm>
        </p:grpSpPr>
        <p:sp>
          <p:nvSpPr>
            <p:cNvPr id="1433" name="Freeform: Shape 20"/>
            <p:cNvSpPr/>
            <p:nvPr/>
          </p:nvSpPr>
          <p:spPr>
            <a:xfrm>
              <a:off x="1026000" y="2351520"/>
              <a:ext cx="1915920" cy="3056400"/>
            </a:xfrm>
            <a:custGeom>
              <a:avLst/>
              <a:gdLst>
                <a:gd name="textAreaLeft" fmla="*/ 0 w 1915920"/>
                <a:gd name="textAreaRight" fmla="*/ 1916280 w 1915920"/>
                <a:gd name="textAreaTop" fmla="*/ 0 h 3056400"/>
                <a:gd name="textAreaBottom" fmla="*/ 3056760 h 3056400"/>
              </a:gdLst>
              <a:ahLst/>
              <a:rect l="textAreaLeft" t="textAreaTop" r="textAreaRight" b="textAreaBottom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434" name="Freeform: Shape 21"/>
            <p:cNvSpPr/>
            <p:nvPr/>
          </p:nvSpPr>
          <p:spPr>
            <a:xfrm>
              <a:off x="1860480" y="2374920"/>
              <a:ext cx="1081440" cy="3034080"/>
            </a:xfrm>
            <a:custGeom>
              <a:avLst/>
              <a:gdLst>
                <a:gd name="textAreaLeft" fmla="*/ 0 w 1081440"/>
                <a:gd name="textAreaRight" fmla="*/ 1081800 w 1081440"/>
                <a:gd name="textAreaTop" fmla="*/ 0 h 3034080"/>
                <a:gd name="textAreaBottom" fmla="*/ 3034440 h 3034080"/>
              </a:gdLst>
              <a:ahLst/>
              <a:rect l="textAreaLeft" t="textAreaTop" r="textAreaRight" b="textAreaBottom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Arial Unicode M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PlaceHolder 1"/>
          <p:cNvSpPr>
            <a:spLocks noGrp="1"/>
          </p:cNvSpPr>
          <p:nvPr>
            <p:ph/>
          </p:nvPr>
        </p:nvSpPr>
        <p:spPr>
          <a:xfrm>
            <a:off x="323640" y="123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87407"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Fully Editable Icon Sets: A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36" name="Diamond 5"/>
          <p:cNvSpPr/>
          <p:nvPr/>
        </p:nvSpPr>
        <p:spPr>
          <a:xfrm>
            <a:off x="6112080" y="1492200"/>
            <a:ext cx="522720" cy="524160"/>
          </a:xfrm>
          <a:custGeom>
            <a:avLst/>
            <a:gdLst>
              <a:gd name="textAreaLeft" fmla="*/ 0 w 522720"/>
              <a:gd name="textAreaRight" fmla="*/ 523080 w 522720"/>
              <a:gd name="textAreaTop" fmla="*/ 0 h 524160"/>
              <a:gd name="textAreaBottom" fmla="*/ 524520 h 524160"/>
            </a:gdLst>
            <a:ahLst/>
            <a:rect l="textAreaLeft" t="textAreaTop" r="textAreaRight" b="textAreaBottom"/>
            <a:pathLst>
              <a:path w="3240001" h="3249575">
                <a:moveTo>
                  <a:pt x="1275349" y="2002569"/>
                </a:moveTo>
                <a:lnTo>
                  <a:pt x="1625117" y="2233002"/>
                </a:lnTo>
                <a:lnTo>
                  <a:pt x="1968772" y="2006596"/>
                </a:lnTo>
                <a:lnTo>
                  <a:pt x="3240001" y="3249575"/>
                </a:lnTo>
                <a:lnTo>
                  <a:pt x="0" y="3249575"/>
                </a:lnTo>
                <a:close/>
                <a:moveTo>
                  <a:pt x="1067116" y="1473605"/>
                </a:moveTo>
                <a:lnTo>
                  <a:pt x="1067116" y="1581605"/>
                </a:lnTo>
                <a:lnTo>
                  <a:pt x="2183116" y="1581605"/>
                </a:lnTo>
                <a:lnTo>
                  <a:pt x="2183116" y="1473605"/>
                </a:lnTo>
                <a:close/>
                <a:moveTo>
                  <a:pt x="1067116" y="1267205"/>
                </a:moveTo>
                <a:lnTo>
                  <a:pt x="1067116" y="1375205"/>
                </a:lnTo>
                <a:lnTo>
                  <a:pt x="2183116" y="1375205"/>
                </a:lnTo>
                <a:lnTo>
                  <a:pt x="2183116" y="1267205"/>
                </a:lnTo>
                <a:close/>
                <a:moveTo>
                  <a:pt x="3240001" y="1172196"/>
                </a:moveTo>
                <a:lnTo>
                  <a:pt x="3240001" y="3142550"/>
                </a:lnTo>
                <a:lnTo>
                  <a:pt x="2026252" y="1968728"/>
                </a:lnTo>
                <a:lnTo>
                  <a:pt x="3049854" y="1294362"/>
                </a:lnTo>
                <a:close/>
                <a:moveTo>
                  <a:pt x="0" y="1172196"/>
                </a:moveTo>
                <a:lnTo>
                  <a:pt x="602850" y="1559516"/>
                </a:lnTo>
                <a:lnTo>
                  <a:pt x="1217896" y="1964719"/>
                </a:lnTo>
                <a:lnTo>
                  <a:pt x="0" y="3142550"/>
                </a:lnTo>
                <a:close/>
                <a:moveTo>
                  <a:pt x="1067116" y="1060805"/>
                </a:moveTo>
                <a:lnTo>
                  <a:pt x="1067116" y="1168805"/>
                </a:lnTo>
                <a:lnTo>
                  <a:pt x="2183116" y="1168805"/>
                </a:lnTo>
                <a:lnTo>
                  <a:pt x="2183116" y="1060805"/>
                </a:lnTo>
                <a:close/>
                <a:moveTo>
                  <a:pt x="869032" y="816137"/>
                </a:moveTo>
                <a:lnTo>
                  <a:pt x="2381200" y="816137"/>
                </a:lnTo>
                <a:lnTo>
                  <a:pt x="2381200" y="1623491"/>
                </a:lnTo>
                <a:lnTo>
                  <a:pt x="1668045" y="2093329"/>
                </a:lnTo>
                <a:lnTo>
                  <a:pt x="1625116" y="2121611"/>
                </a:lnTo>
                <a:lnTo>
                  <a:pt x="869032" y="1623491"/>
                </a:lnTo>
                <a:close/>
                <a:moveTo>
                  <a:pt x="1625116" y="0"/>
                </a:moveTo>
                <a:lnTo>
                  <a:pt x="3235286" y="1060806"/>
                </a:lnTo>
                <a:lnTo>
                  <a:pt x="2489212" y="1552331"/>
                </a:lnTo>
                <a:lnTo>
                  <a:pt x="2489212" y="708008"/>
                </a:lnTo>
                <a:lnTo>
                  <a:pt x="761020" y="708008"/>
                </a:lnTo>
                <a:lnTo>
                  <a:pt x="761020" y="1552331"/>
                </a:lnTo>
                <a:lnTo>
                  <a:pt x="14946" y="1060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37" name="Isosceles Triangle 51"/>
          <p:cNvSpPr/>
          <p:nvPr/>
        </p:nvSpPr>
        <p:spPr>
          <a:xfrm>
            <a:off x="5273280" y="1562760"/>
            <a:ext cx="522720" cy="383400"/>
          </a:xfrm>
          <a:custGeom>
            <a:avLst/>
            <a:gdLst>
              <a:gd name="textAreaLeft" fmla="*/ 0 w 522720"/>
              <a:gd name="textAreaRight" fmla="*/ 523080 w 522720"/>
              <a:gd name="textAreaTop" fmla="*/ 0 h 383400"/>
              <a:gd name="textAreaBottom" fmla="*/ 383760 h 383400"/>
            </a:gdLst>
            <a:ahLst/>
            <a:rect l="textAreaLeft" t="textAreaTop" r="textAreaRight" b="textAreaBottom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38" name="Isosceles Triangle 57"/>
          <p:cNvSpPr/>
          <p:nvPr/>
        </p:nvSpPr>
        <p:spPr>
          <a:xfrm>
            <a:off x="6114240" y="4520160"/>
            <a:ext cx="312840" cy="707400"/>
          </a:xfrm>
          <a:custGeom>
            <a:avLst/>
            <a:gdLst>
              <a:gd name="textAreaLeft" fmla="*/ 0 w 312840"/>
              <a:gd name="textAreaRight" fmla="*/ 313200 w 312840"/>
              <a:gd name="textAreaTop" fmla="*/ 0 h 707400"/>
              <a:gd name="textAreaBottom" fmla="*/ 707760 h 707400"/>
            </a:gdLst>
            <a:ahLst/>
            <a:rect l="textAreaLeft" t="textAreaTop" r="textAreaRight" b="textAreaBottom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39" name="Rectangle 7"/>
          <p:cNvSpPr/>
          <p:nvPr/>
        </p:nvSpPr>
        <p:spPr>
          <a:xfrm rot="18900000">
            <a:off x="9585360" y="3654720"/>
            <a:ext cx="225360" cy="502200"/>
          </a:xfrm>
          <a:custGeom>
            <a:avLst/>
            <a:gdLst>
              <a:gd name="textAreaLeft" fmla="*/ 0 w 225360"/>
              <a:gd name="textAreaRight" fmla="*/ 225720 w 225360"/>
              <a:gd name="textAreaTop" fmla="*/ 0 h 502200"/>
              <a:gd name="textAreaBottom" fmla="*/ 502560 h 502200"/>
            </a:gdLst>
            <a:ahLst/>
            <a:rect l="textAreaLeft" t="textAreaTop" r="textAreaRight" b="textAreaBottom"/>
            <a:pathLst>
              <a:path w="154109" h="343323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40" name="Parallelogram 15"/>
          <p:cNvSpPr/>
          <p:nvPr/>
        </p:nvSpPr>
        <p:spPr>
          <a:xfrm flipH="1">
            <a:off x="5266440" y="4641840"/>
            <a:ext cx="464040" cy="464040"/>
          </a:xfrm>
          <a:custGeom>
            <a:avLst/>
            <a:gdLst>
              <a:gd name="textAreaLeft" fmla="*/ -360 w 464040"/>
              <a:gd name="textAreaRight" fmla="*/ 464040 w 464040"/>
              <a:gd name="textAreaTop" fmla="*/ 0 h 464040"/>
              <a:gd name="textAreaBottom" fmla="*/ 464400 h 464040"/>
            </a:gdLst>
            <a:ahLst/>
            <a:rect l="textAreaLeft" t="textAreaTop" r="textAreaRight" b="textAreaBottom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41" name="Freeform 19"/>
          <p:cNvSpPr/>
          <p:nvPr/>
        </p:nvSpPr>
        <p:spPr>
          <a:xfrm>
            <a:off x="7745400" y="3642480"/>
            <a:ext cx="460440" cy="452880"/>
          </a:xfrm>
          <a:custGeom>
            <a:avLst/>
            <a:gdLst>
              <a:gd name="textAreaLeft" fmla="*/ 0 w 460440"/>
              <a:gd name="textAreaRight" fmla="*/ 460800 w 460440"/>
              <a:gd name="textAreaTop" fmla="*/ 0 h 452880"/>
              <a:gd name="textAreaBottom" fmla="*/ 453240 h 452880"/>
            </a:gdLst>
            <a:ahLst/>
            <a:rect l="textAreaLeft" t="textAreaTop" r="textAreaRight" b="textAreaBottom"/>
            <a:pathLst>
              <a:path w="3214097" h="3162551">
                <a:moveTo>
                  <a:pt x="1014592" y="2306036"/>
                </a:moveTo>
                <a:cubicBezTo>
                  <a:pt x="854868" y="2306036"/>
                  <a:pt x="725386" y="2435518"/>
                  <a:pt x="725386" y="2595242"/>
                </a:cubicBezTo>
                <a:cubicBezTo>
                  <a:pt x="725386" y="2754966"/>
                  <a:pt x="854868" y="2884448"/>
                  <a:pt x="1014592" y="2884448"/>
                </a:cubicBezTo>
                <a:cubicBezTo>
                  <a:pt x="1174316" y="2884448"/>
                  <a:pt x="1303798" y="2754966"/>
                  <a:pt x="1303798" y="2595242"/>
                </a:cubicBezTo>
                <a:cubicBezTo>
                  <a:pt x="1303798" y="2435518"/>
                  <a:pt x="1174316" y="2306036"/>
                  <a:pt x="1014592" y="2306036"/>
                </a:cubicBezTo>
                <a:close/>
                <a:moveTo>
                  <a:pt x="481275" y="1691816"/>
                </a:moveTo>
                <a:cubicBezTo>
                  <a:pt x="321551" y="1691816"/>
                  <a:pt x="192069" y="1821298"/>
                  <a:pt x="192069" y="1981022"/>
                </a:cubicBezTo>
                <a:cubicBezTo>
                  <a:pt x="192069" y="2140746"/>
                  <a:pt x="321551" y="2270228"/>
                  <a:pt x="481275" y="2270228"/>
                </a:cubicBezTo>
                <a:cubicBezTo>
                  <a:pt x="640999" y="2270228"/>
                  <a:pt x="770481" y="2140746"/>
                  <a:pt x="770481" y="1981022"/>
                </a:cubicBezTo>
                <a:cubicBezTo>
                  <a:pt x="770481" y="1821298"/>
                  <a:pt x="640999" y="1691816"/>
                  <a:pt x="481275" y="1691816"/>
                </a:cubicBezTo>
                <a:close/>
                <a:moveTo>
                  <a:pt x="2764751" y="1113404"/>
                </a:moveTo>
                <a:cubicBezTo>
                  <a:pt x="2605027" y="1113404"/>
                  <a:pt x="2475545" y="1242886"/>
                  <a:pt x="2475545" y="1402610"/>
                </a:cubicBezTo>
                <a:cubicBezTo>
                  <a:pt x="2475545" y="1562334"/>
                  <a:pt x="2605027" y="1691816"/>
                  <a:pt x="2764751" y="1691816"/>
                </a:cubicBezTo>
                <a:cubicBezTo>
                  <a:pt x="2924475" y="1691816"/>
                  <a:pt x="3053957" y="1562334"/>
                  <a:pt x="3053957" y="1402610"/>
                </a:cubicBezTo>
                <a:cubicBezTo>
                  <a:pt x="3053957" y="1242886"/>
                  <a:pt x="2924475" y="1113404"/>
                  <a:pt x="2764751" y="1113404"/>
                </a:cubicBezTo>
                <a:close/>
                <a:moveTo>
                  <a:pt x="532503" y="881964"/>
                </a:moveTo>
                <a:cubicBezTo>
                  <a:pt x="372779" y="881964"/>
                  <a:pt x="243297" y="1011446"/>
                  <a:pt x="243297" y="1171170"/>
                </a:cubicBezTo>
                <a:cubicBezTo>
                  <a:pt x="243297" y="1330894"/>
                  <a:pt x="372779" y="1460376"/>
                  <a:pt x="532503" y="1460376"/>
                </a:cubicBezTo>
                <a:cubicBezTo>
                  <a:pt x="692227" y="1460376"/>
                  <a:pt x="821709" y="1330894"/>
                  <a:pt x="821709" y="1171170"/>
                </a:cubicBezTo>
                <a:cubicBezTo>
                  <a:pt x="821709" y="1011446"/>
                  <a:pt x="692227" y="881964"/>
                  <a:pt x="532503" y="881964"/>
                </a:cubicBezTo>
                <a:close/>
                <a:moveTo>
                  <a:pt x="1162143" y="321316"/>
                </a:moveTo>
                <a:cubicBezTo>
                  <a:pt x="1002419" y="321316"/>
                  <a:pt x="872937" y="450798"/>
                  <a:pt x="872937" y="610522"/>
                </a:cubicBezTo>
                <a:cubicBezTo>
                  <a:pt x="872937" y="770246"/>
                  <a:pt x="1002419" y="899728"/>
                  <a:pt x="1162143" y="899728"/>
                </a:cubicBezTo>
                <a:cubicBezTo>
                  <a:pt x="1321867" y="899728"/>
                  <a:pt x="1451349" y="770246"/>
                  <a:pt x="1451349" y="610522"/>
                </a:cubicBezTo>
                <a:cubicBezTo>
                  <a:pt x="1451349" y="450798"/>
                  <a:pt x="1321867" y="321316"/>
                  <a:pt x="1162143" y="321316"/>
                </a:cubicBezTo>
                <a:close/>
                <a:moveTo>
                  <a:pt x="1963447" y="177300"/>
                </a:moveTo>
                <a:cubicBezTo>
                  <a:pt x="1803723" y="177300"/>
                  <a:pt x="1674241" y="306782"/>
                  <a:pt x="1674241" y="466506"/>
                </a:cubicBezTo>
                <a:cubicBezTo>
                  <a:pt x="1674241" y="626230"/>
                  <a:pt x="1803723" y="755712"/>
                  <a:pt x="1963447" y="755712"/>
                </a:cubicBezTo>
                <a:cubicBezTo>
                  <a:pt x="2123171" y="755712"/>
                  <a:pt x="2252653" y="626230"/>
                  <a:pt x="2252653" y="466506"/>
                </a:cubicBezTo>
                <a:cubicBezTo>
                  <a:pt x="2252653" y="306782"/>
                  <a:pt x="2123171" y="177300"/>
                  <a:pt x="1963447" y="177300"/>
                </a:cubicBezTo>
                <a:close/>
                <a:moveTo>
                  <a:pt x="1752672" y="312"/>
                </a:moveTo>
                <a:cubicBezTo>
                  <a:pt x="1817888" y="-690"/>
                  <a:pt x="1885249" y="703"/>
                  <a:pt x="1954799" y="4657"/>
                </a:cubicBezTo>
                <a:cubicBezTo>
                  <a:pt x="2504015" y="53541"/>
                  <a:pt x="2975590" y="412975"/>
                  <a:pt x="3145244" y="944937"/>
                </a:cubicBezTo>
                <a:cubicBezTo>
                  <a:pt x="3412664" y="2126757"/>
                  <a:pt x="2837568" y="2017487"/>
                  <a:pt x="2506889" y="1867964"/>
                </a:cubicBezTo>
                <a:cubicBezTo>
                  <a:pt x="1580987" y="1673869"/>
                  <a:pt x="2725425" y="3197869"/>
                  <a:pt x="1014520" y="3161925"/>
                </a:cubicBezTo>
                <a:cubicBezTo>
                  <a:pt x="-14898" y="3061283"/>
                  <a:pt x="-138545" y="1873713"/>
                  <a:pt x="108747" y="1100212"/>
                </a:cubicBezTo>
                <a:cubicBezTo>
                  <a:pt x="278579" y="569148"/>
                  <a:pt x="774429" y="15339"/>
                  <a:pt x="1752672" y="3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42" name="Rectangle 30"/>
          <p:cNvSpPr/>
          <p:nvPr/>
        </p:nvSpPr>
        <p:spPr>
          <a:xfrm>
            <a:off x="11063880" y="3600720"/>
            <a:ext cx="464040" cy="462600"/>
          </a:xfrm>
          <a:custGeom>
            <a:avLst/>
            <a:gdLst>
              <a:gd name="textAreaLeft" fmla="*/ 0 w 464040"/>
              <a:gd name="textAreaRight" fmla="*/ 464400 w 464040"/>
              <a:gd name="textAreaTop" fmla="*/ 0 h 462600"/>
              <a:gd name="textAreaBottom" fmla="*/ 462960 h 462600"/>
            </a:gdLst>
            <a:ahLst/>
            <a:rect l="textAreaLeft" t="textAreaTop" r="textAreaRight" b="textAreaBottom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43" name="Rectangle 7"/>
          <p:cNvSpPr/>
          <p:nvPr/>
        </p:nvSpPr>
        <p:spPr>
          <a:xfrm>
            <a:off x="6950880" y="1518840"/>
            <a:ext cx="471240" cy="471240"/>
          </a:xfrm>
          <a:custGeom>
            <a:avLst/>
            <a:gdLst>
              <a:gd name="textAreaLeft" fmla="*/ 0 w 471240"/>
              <a:gd name="textAreaRight" fmla="*/ 471600 w 471240"/>
              <a:gd name="textAreaTop" fmla="*/ 0 h 471240"/>
              <a:gd name="textAreaBottom" fmla="*/ 471600 h 471240"/>
            </a:gdLst>
            <a:ahLst/>
            <a:rect l="textAreaLeft" t="textAreaTop" r="textAreaRight" b="textAreaBottom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44" name="Rectangle 15"/>
          <p:cNvSpPr/>
          <p:nvPr/>
        </p:nvSpPr>
        <p:spPr>
          <a:xfrm rot="5400000">
            <a:off x="7737840" y="1518840"/>
            <a:ext cx="471960" cy="471240"/>
          </a:xfrm>
          <a:custGeom>
            <a:avLst/>
            <a:gdLst>
              <a:gd name="textAreaLeft" fmla="*/ 0 w 471960"/>
              <a:gd name="textAreaRight" fmla="*/ 472320 w 471960"/>
              <a:gd name="textAreaTop" fmla="*/ 0 h 471240"/>
              <a:gd name="textAreaBottom" fmla="*/ 471600 h 471240"/>
            </a:gdLst>
            <a:ahLst/>
            <a:rect l="textAreaLeft" t="textAreaTop" r="textAreaRight" b="textAreaBottom"/>
            <a:pathLst>
              <a:path w="3244313" h="3240000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45" name="Pie 24"/>
          <p:cNvSpPr/>
          <p:nvPr/>
        </p:nvSpPr>
        <p:spPr>
          <a:xfrm>
            <a:off x="6809760" y="4619160"/>
            <a:ext cx="513000" cy="510120"/>
          </a:xfrm>
          <a:custGeom>
            <a:avLst/>
            <a:gdLst>
              <a:gd name="textAreaLeft" fmla="*/ 0 w 513000"/>
              <a:gd name="textAreaRight" fmla="*/ 513360 w 513000"/>
              <a:gd name="textAreaTop" fmla="*/ 0 h 510120"/>
              <a:gd name="textAreaBottom" fmla="*/ 510480 h 510120"/>
            </a:gdLst>
            <a:ahLst/>
            <a:rect l="textAreaLeft" t="textAreaTop" r="textAreaRight" b="textAreaBottom"/>
            <a:pathLst>
              <a:path w="3228711" h="3210836">
                <a:moveTo>
                  <a:pt x="351626" y="695968"/>
                </a:moveTo>
                <a:lnTo>
                  <a:pt x="1548007" y="1678300"/>
                </a:lnTo>
                <a:lnTo>
                  <a:pt x="236194" y="2500159"/>
                </a:lnTo>
                <a:cubicBezTo>
                  <a:pt x="-116985" y="1936431"/>
                  <a:pt x="-70514" y="1210092"/>
                  <a:pt x="351626" y="695968"/>
                </a:cubicBezTo>
                <a:close/>
                <a:moveTo>
                  <a:pt x="1957429" y="262366"/>
                </a:moveTo>
                <a:cubicBezTo>
                  <a:pt x="2634256" y="359480"/>
                  <a:pt x="3156733" y="907132"/>
                  <a:pt x="3221913" y="1587776"/>
                </a:cubicBezTo>
                <a:cubicBezTo>
                  <a:pt x="3287093" y="2268421"/>
                  <a:pt x="2878048" y="2905277"/>
                  <a:pt x="2231953" y="3129078"/>
                </a:cubicBezTo>
                <a:cubicBezTo>
                  <a:pt x="1585858" y="3352879"/>
                  <a:pt x="870522" y="3105497"/>
                  <a:pt x="500715" y="2530372"/>
                </a:cubicBezTo>
                <a:lnTo>
                  <a:pt x="1746987" y="1729019"/>
                </a:lnTo>
                <a:close/>
                <a:moveTo>
                  <a:pt x="1604447" y="200"/>
                </a:moveTo>
                <a:cubicBezTo>
                  <a:pt x="1665125" y="-778"/>
                  <a:pt x="1726175" y="1809"/>
                  <a:pt x="1787307" y="8072"/>
                </a:cubicBezTo>
                <a:lnTo>
                  <a:pt x="1629532" y="1548011"/>
                </a:lnTo>
                <a:lnTo>
                  <a:pt x="483856" y="506987"/>
                </a:lnTo>
                <a:cubicBezTo>
                  <a:pt x="773141" y="188622"/>
                  <a:pt x="1179697" y="7051"/>
                  <a:pt x="1604447" y="20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446" name="Parallelogram 30"/>
          <p:cNvSpPr/>
          <p:nvPr/>
        </p:nvSpPr>
        <p:spPr>
          <a:xfrm flipH="1">
            <a:off x="11037600" y="2527920"/>
            <a:ext cx="514440" cy="515880"/>
          </a:xfrm>
          <a:custGeom>
            <a:avLst/>
            <a:gdLst>
              <a:gd name="textAreaLeft" fmla="*/ -360 w 514440"/>
              <a:gd name="textAreaRight" fmla="*/ 514440 w 514440"/>
              <a:gd name="textAreaTop" fmla="*/ 0 h 515880"/>
              <a:gd name="textAreaBottom" fmla="*/ 516240 h 515880"/>
            </a:gdLst>
            <a:ahLst/>
            <a:rect l="textAreaLeft" t="textAreaTop" r="textAreaRight" b="textAreaBottom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47" name="Block Arc 14"/>
          <p:cNvSpPr/>
          <p:nvPr/>
        </p:nvSpPr>
        <p:spPr>
          <a:xfrm rot="16200000">
            <a:off x="8525160" y="1470960"/>
            <a:ext cx="567000" cy="567360"/>
          </a:xfrm>
          <a:custGeom>
            <a:avLst/>
            <a:gdLst>
              <a:gd name="textAreaLeft" fmla="*/ 0 w 567000"/>
              <a:gd name="textAreaRight" fmla="*/ 567360 w 567000"/>
              <a:gd name="textAreaTop" fmla="*/ 0 h 567360"/>
              <a:gd name="textAreaBottom" fmla="*/ 567720 h 567360"/>
            </a:gdLst>
            <a:ahLst/>
            <a:rect l="textAreaLeft" t="textAreaTop" r="textAreaRight" b="textAreaBottom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448" name="Block Arc 41"/>
          <p:cNvSpPr/>
          <p:nvPr/>
        </p:nvSpPr>
        <p:spPr>
          <a:xfrm>
            <a:off x="9408600" y="1424160"/>
            <a:ext cx="473040" cy="659880"/>
          </a:xfrm>
          <a:custGeom>
            <a:avLst/>
            <a:gdLst>
              <a:gd name="textAreaLeft" fmla="*/ 0 w 473040"/>
              <a:gd name="textAreaRight" fmla="*/ 473400 w 473040"/>
              <a:gd name="textAreaTop" fmla="*/ 0 h 659880"/>
              <a:gd name="textAreaBottom" fmla="*/ 660240 h 659880"/>
            </a:gdLst>
            <a:ahLst/>
            <a:rect l="textAreaLeft" t="textAreaTop" r="textAreaRight" b="textAreaBottom"/>
            <a:pathLst>
              <a:path w="2512265" h="3505352">
                <a:moveTo>
                  <a:pt x="1276582" y="2106401"/>
                </a:moveTo>
                <a:cubicBezTo>
                  <a:pt x="1154832" y="2195007"/>
                  <a:pt x="1018024" y="2262207"/>
                  <a:pt x="871321" y="2302645"/>
                </a:cubicBezTo>
                <a:cubicBezTo>
                  <a:pt x="1041049" y="2346709"/>
                  <a:pt x="1216984" y="2342691"/>
                  <a:pt x="1380867" y="2295542"/>
                </a:cubicBezTo>
                <a:cubicBezTo>
                  <a:pt x="1352791" y="2227964"/>
                  <a:pt x="1317377" y="2164934"/>
                  <a:pt x="1276582" y="2106401"/>
                </a:cubicBezTo>
                <a:close/>
                <a:moveTo>
                  <a:pt x="931061" y="1768598"/>
                </a:moveTo>
                <a:lnTo>
                  <a:pt x="785084" y="2021438"/>
                </a:lnTo>
                <a:lnTo>
                  <a:pt x="684448" y="2196711"/>
                </a:lnTo>
                <a:cubicBezTo>
                  <a:pt x="868931" y="2169533"/>
                  <a:pt x="1041385" y="2098006"/>
                  <a:pt x="1189228" y="1991290"/>
                </a:cubicBezTo>
                <a:cubicBezTo>
                  <a:pt x="1113839" y="1904543"/>
                  <a:pt x="1026949" y="1829435"/>
                  <a:pt x="931061" y="1768598"/>
                </a:cubicBezTo>
                <a:close/>
                <a:moveTo>
                  <a:pt x="1626242" y="1739577"/>
                </a:moveTo>
                <a:cubicBezTo>
                  <a:pt x="1556851" y="1850020"/>
                  <a:pt x="1471526" y="1947792"/>
                  <a:pt x="1374302" y="2030973"/>
                </a:cubicBezTo>
                <a:cubicBezTo>
                  <a:pt x="1422822" y="2099916"/>
                  <a:pt x="1464618" y="2174537"/>
                  <a:pt x="1497466" y="2254701"/>
                </a:cubicBezTo>
                <a:cubicBezTo>
                  <a:pt x="1664534" y="2184833"/>
                  <a:pt x="1813198" y="2068027"/>
                  <a:pt x="1922549" y="1910651"/>
                </a:cubicBezTo>
                <a:close/>
                <a:moveTo>
                  <a:pt x="531158" y="1601275"/>
                </a:moveTo>
                <a:cubicBezTo>
                  <a:pt x="514831" y="1769123"/>
                  <a:pt x="535254" y="1939877"/>
                  <a:pt x="594029" y="2101141"/>
                </a:cubicBezTo>
                <a:lnTo>
                  <a:pt x="822377" y="1705631"/>
                </a:lnTo>
                <a:cubicBezTo>
                  <a:pt x="730789" y="1658398"/>
                  <a:pt x="632873" y="1623335"/>
                  <a:pt x="531158" y="1601275"/>
                </a:cubicBezTo>
                <a:close/>
                <a:moveTo>
                  <a:pt x="270885" y="1572115"/>
                </a:moveTo>
                <a:cubicBezTo>
                  <a:pt x="231457" y="1572339"/>
                  <a:pt x="191799" y="1574812"/>
                  <a:pt x="152057" y="1579894"/>
                </a:cubicBezTo>
                <a:cubicBezTo>
                  <a:pt x="195418" y="1760005"/>
                  <a:pt x="289893" y="1927350"/>
                  <a:pt x="428945" y="2058945"/>
                </a:cubicBezTo>
                <a:cubicBezTo>
                  <a:pt x="384418" y="1901749"/>
                  <a:pt x="371313" y="1738504"/>
                  <a:pt x="388331" y="1577832"/>
                </a:cubicBezTo>
                <a:cubicBezTo>
                  <a:pt x="349511" y="1573916"/>
                  <a:pt x="310313" y="1571891"/>
                  <a:pt x="270885" y="1572115"/>
                </a:cubicBezTo>
                <a:close/>
                <a:moveTo>
                  <a:pt x="1117422" y="1445810"/>
                </a:moveTo>
                <a:lnTo>
                  <a:pt x="992684" y="1661863"/>
                </a:lnTo>
                <a:cubicBezTo>
                  <a:pt x="1102065" y="1730612"/>
                  <a:pt x="1200940" y="1816138"/>
                  <a:pt x="1286200" y="1915345"/>
                </a:cubicBezTo>
                <a:cubicBezTo>
                  <a:pt x="1368713" y="1844119"/>
                  <a:pt x="1441290" y="1760865"/>
                  <a:pt x="1500981" y="1667258"/>
                </a:cubicBezTo>
                <a:close/>
                <a:moveTo>
                  <a:pt x="2092402" y="1221082"/>
                </a:moveTo>
                <a:cubicBezTo>
                  <a:pt x="2001593" y="1234047"/>
                  <a:pt x="1911092" y="1235450"/>
                  <a:pt x="1822337" y="1227227"/>
                </a:cubicBezTo>
                <a:cubicBezTo>
                  <a:pt x="1800443" y="1366691"/>
                  <a:pt x="1756170" y="1503162"/>
                  <a:pt x="1688847" y="1630684"/>
                </a:cubicBezTo>
                <a:lnTo>
                  <a:pt x="1987299" y="1802996"/>
                </a:lnTo>
                <a:cubicBezTo>
                  <a:pt x="2084887" y="1618081"/>
                  <a:pt x="2117858" y="1415133"/>
                  <a:pt x="2092402" y="1221082"/>
                </a:cubicBezTo>
                <a:close/>
                <a:moveTo>
                  <a:pt x="649579" y="1175701"/>
                </a:moveTo>
                <a:cubicBezTo>
                  <a:pt x="600911" y="1272240"/>
                  <a:pt x="566994" y="1374279"/>
                  <a:pt x="548013" y="1478728"/>
                </a:cubicBezTo>
                <a:cubicBezTo>
                  <a:pt x="665588" y="1503392"/>
                  <a:pt x="778659" y="1543786"/>
                  <a:pt x="883938" y="1599004"/>
                </a:cubicBezTo>
                <a:lnTo>
                  <a:pt x="1008644" y="1383007"/>
                </a:lnTo>
                <a:close/>
                <a:moveTo>
                  <a:pt x="1325201" y="1085928"/>
                </a:moveTo>
                <a:lnTo>
                  <a:pt x="1180226" y="1337032"/>
                </a:lnTo>
                <a:lnTo>
                  <a:pt x="1563461" y="1558293"/>
                </a:lnTo>
                <a:cubicBezTo>
                  <a:pt x="1621429" y="1447029"/>
                  <a:pt x="1659763" y="1328223"/>
                  <a:pt x="1679185" y="1206861"/>
                </a:cubicBezTo>
                <a:cubicBezTo>
                  <a:pt x="1555153" y="1183834"/>
                  <a:pt x="1435895" y="1143161"/>
                  <a:pt x="1325201" y="1085928"/>
                </a:cubicBezTo>
                <a:close/>
                <a:moveTo>
                  <a:pt x="216369" y="925587"/>
                </a:moveTo>
                <a:cubicBezTo>
                  <a:pt x="135862" y="1096620"/>
                  <a:pt x="108667" y="1281041"/>
                  <a:pt x="130011" y="1458436"/>
                </a:cubicBezTo>
                <a:cubicBezTo>
                  <a:pt x="222591" y="1446071"/>
                  <a:pt x="314795" y="1446181"/>
                  <a:pt x="405131" y="1455463"/>
                </a:cubicBezTo>
                <a:cubicBezTo>
                  <a:pt x="426945" y="1333935"/>
                  <a:pt x="466667" y="1215249"/>
                  <a:pt x="524206" y="1103317"/>
                </a:cubicBezTo>
                <a:close/>
                <a:moveTo>
                  <a:pt x="943246" y="797103"/>
                </a:moveTo>
                <a:cubicBezTo>
                  <a:pt x="853400" y="873630"/>
                  <a:pt x="774733" y="963960"/>
                  <a:pt x="711316" y="1066306"/>
                </a:cubicBezTo>
                <a:lnTo>
                  <a:pt x="1071447" y="1274228"/>
                </a:lnTo>
                <a:lnTo>
                  <a:pt x="1215869" y="1024081"/>
                </a:lnTo>
                <a:cubicBezTo>
                  <a:pt x="1115458" y="961776"/>
                  <a:pt x="1023809" y="885272"/>
                  <a:pt x="943246" y="797103"/>
                </a:cubicBezTo>
                <a:close/>
                <a:moveTo>
                  <a:pt x="1777831" y="614825"/>
                </a:moveTo>
                <a:cubicBezTo>
                  <a:pt x="1828108" y="774217"/>
                  <a:pt x="1847177" y="940426"/>
                  <a:pt x="1835302" y="1104709"/>
                </a:cubicBezTo>
                <a:cubicBezTo>
                  <a:pt x="1912529" y="1111680"/>
                  <a:pt x="1991200" y="1110618"/>
                  <a:pt x="2070135" y="1099634"/>
                </a:cubicBezTo>
                <a:cubicBezTo>
                  <a:pt x="2023430" y="916066"/>
                  <a:pt x="1923963" y="746103"/>
                  <a:pt x="1777831" y="614825"/>
                </a:cubicBezTo>
                <a:close/>
                <a:moveTo>
                  <a:pt x="1613169" y="587153"/>
                </a:moveTo>
                <a:lnTo>
                  <a:pt x="1386789" y="979253"/>
                </a:lnTo>
                <a:cubicBezTo>
                  <a:pt x="1482593" y="1028182"/>
                  <a:pt x="1585369" y="1063521"/>
                  <a:pt x="1692132" y="1084514"/>
                </a:cubicBezTo>
                <a:cubicBezTo>
                  <a:pt x="1702376" y="916614"/>
                  <a:pt x="1676765" y="746730"/>
                  <a:pt x="1613169" y="587153"/>
                </a:cubicBezTo>
                <a:close/>
                <a:moveTo>
                  <a:pt x="1500307" y="531421"/>
                </a:moveTo>
                <a:cubicBezTo>
                  <a:pt x="1333628" y="560682"/>
                  <a:pt x="1177718" y="626786"/>
                  <a:pt x="1041762" y="721997"/>
                </a:cubicBezTo>
                <a:cubicBezTo>
                  <a:pt x="1111912" y="797410"/>
                  <a:pt x="1191076" y="863204"/>
                  <a:pt x="1277416" y="917480"/>
                </a:cubicBezTo>
                <a:close/>
                <a:moveTo>
                  <a:pt x="708730" y="442269"/>
                </a:moveTo>
                <a:cubicBezTo>
                  <a:pt x="536145" y="518354"/>
                  <a:pt x="384460" y="645249"/>
                  <a:pt x="277225" y="815684"/>
                </a:cubicBezTo>
                <a:lnTo>
                  <a:pt x="586010" y="993961"/>
                </a:lnTo>
                <a:cubicBezTo>
                  <a:pt x="658009" y="876621"/>
                  <a:pt x="747803" y="773217"/>
                  <a:pt x="850548" y="685844"/>
                </a:cubicBezTo>
                <a:cubicBezTo>
                  <a:pt x="795399" y="611028"/>
                  <a:pt x="747545" y="529652"/>
                  <a:pt x="708730" y="442269"/>
                </a:cubicBezTo>
                <a:close/>
                <a:moveTo>
                  <a:pt x="1114411" y="355452"/>
                </a:moveTo>
                <a:cubicBezTo>
                  <a:pt x="1016499" y="355167"/>
                  <a:pt x="919324" y="369705"/>
                  <a:pt x="826255" y="398131"/>
                </a:cubicBezTo>
                <a:cubicBezTo>
                  <a:pt x="858722" y="474940"/>
                  <a:pt x="900618" y="545829"/>
                  <a:pt x="948599" y="611249"/>
                </a:cubicBezTo>
                <a:cubicBezTo>
                  <a:pt x="1085375" y="512974"/>
                  <a:pt x="1240825" y="441488"/>
                  <a:pt x="1406980" y="401715"/>
                </a:cubicBezTo>
                <a:cubicBezTo>
                  <a:pt x="1310969" y="370847"/>
                  <a:pt x="1212322" y="355738"/>
                  <a:pt x="1114411" y="355452"/>
                </a:cubicBezTo>
                <a:close/>
                <a:moveTo>
                  <a:pt x="1776283" y="295101"/>
                </a:moveTo>
                <a:lnTo>
                  <a:pt x="1710896" y="408983"/>
                </a:lnTo>
                <a:cubicBezTo>
                  <a:pt x="2209777" y="726145"/>
                  <a:pt x="2373723" y="1383396"/>
                  <a:pt x="2075153" y="1900534"/>
                </a:cubicBezTo>
                <a:cubicBezTo>
                  <a:pt x="1777480" y="2416119"/>
                  <a:pt x="1129323" y="2603192"/>
                  <a:pt x="606057" y="2333243"/>
                </a:cubicBezTo>
                <a:lnTo>
                  <a:pt x="534769" y="2457402"/>
                </a:lnTo>
                <a:cubicBezTo>
                  <a:pt x="1115347" y="2755664"/>
                  <a:pt x="1834151" y="2554240"/>
                  <a:pt x="2173557" y="1987198"/>
                </a:cubicBezTo>
                <a:cubicBezTo>
                  <a:pt x="2520801" y="1407062"/>
                  <a:pt x="2343129" y="657734"/>
                  <a:pt x="1776283" y="295101"/>
                </a:cubicBezTo>
                <a:close/>
                <a:moveTo>
                  <a:pt x="1831804" y="0"/>
                </a:moveTo>
                <a:cubicBezTo>
                  <a:pt x="1881515" y="0"/>
                  <a:pt x="1921814" y="40299"/>
                  <a:pt x="1921814" y="90010"/>
                </a:cubicBezTo>
                <a:cubicBezTo>
                  <a:pt x="1921814" y="123853"/>
                  <a:pt x="1903137" y="153333"/>
                  <a:pt x="1874873" y="167531"/>
                </a:cubicBezTo>
                <a:cubicBezTo>
                  <a:pt x="2505724" y="579432"/>
                  <a:pt x="2701456" y="1419035"/>
                  <a:pt x="2311836" y="2069966"/>
                </a:cubicBezTo>
                <a:cubicBezTo>
                  <a:pt x="2067801" y="2477672"/>
                  <a:pt x="1650037" y="2717958"/>
                  <a:pt x="1209422" y="2750781"/>
                </a:cubicBezTo>
                <a:lnTo>
                  <a:pt x="1209422" y="3191198"/>
                </a:lnTo>
                <a:cubicBezTo>
                  <a:pt x="1228953" y="3190691"/>
                  <a:pt x="1248332" y="3191937"/>
                  <a:pt x="1267595" y="3193449"/>
                </a:cubicBezTo>
                <a:cubicBezTo>
                  <a:pt x="1660899" y="3224325"/>
                  <a:pt x="1926978" y="3358049"/>
                  <a:pt x="1884661" y="3503570"/>
                </a:cubicBezTo>
                <a:lnTo>
                  <a:pt x="318693" y="3505352"/>
                </a:lnTo>
                <a:cubicBezTo>
                  <a:pt x="273700" y="3359367"/>
                  <a:pt x="539657" y="3224666"/>
                  <a:pt x="934393" y="3193515"/>
                </a:cubicBezTo>
                <a:lnTo>
                  <a:pt x="993398" y="3191208"/>
                </a:lnTo>
                <a:lnTo>
                  <a:pt x="993398" y="2750894"/>
                </a:lnTo>
                <a:cubicBezTo>
                  <a:pt x="812915" y="2737642"/>
                  <a:pt x="632784" y="2688481"/>
                  <a:pt x="463078" y="2601537"/>
                </a:cubicBezTo>
                <a:cubicBezTo>
                  <a:pt x="463677" y="2602537"/>
                  <a:pt x="463694" y="2603560"/>
                  <a:pt x="463694" y="2604587"/>
                </a:cubicBezTo>
                <a:cubicBezTo>
                  <a:pt x="463694" y="2654298"/>
                  <a:pt x="423395" y="2694597"/>
                  <a:pt x="373684" y="2694597"/>
                </a:cubicBezTo>
                <a:cubicBezTo>
                  <a:pt x="323973" y="2694597"/>
                  <a:pt x="283674" y="2654298"/>
                  <a:pt x="283674" y="2604587"/>
                </a:cubicBezTo>
                <a:cubicBezTo>
                  <a:pt x="283674" y="2554876"/>
                  <a:pt x="323973" y="2514577"/>
                  <a:pt x="373684" y="2514577"/>
                </a:cubicBezTo>
                <a:lnTo>
                  <a:pt x="377019" y="2515250"/>
                </a:lnTo>
                <a:lnTo>
                  <a:pt x="511820" y="2280472"/>
                </a:lnTo>
                <a:lnTo>
                  <a:pt x="495824" y="2271237"/>
                </a:lnTo>
                <a:lnTo>
                  <a:pt x="496783" y="2269575"/>
                </a:lnTo>
                <a:cubicBezTo>
                  <a:pt x="34226" y="1964050"/>
                  <a:pt x="-130424" y="1362029"/>
                  <a:pt x="110016" y="864184"/>
                </a:cubicBezTo>
                <a:lnTo>
                  <a:pt x="106296" y="862036"/>
                </a:lnTo>
                <a:lnTo>
                  <a:pt x="148828" y="788370"/>
                </a:lnTo>
                <a:lnTo>
                  <a:pt x="169099" y="753258"/>
                </a:lnTo>
                <a:lnTo>
                  <a:pt x="170873" y="754281"/>
                </a:lnTo>
                <a:cubicBezTo>
                  <a:pt x="475914" y="264737"/>
                  <a:pt x="1106018" y="92008"/>
                  <a:pt x="1617242" y="355196"/>
                </a:cubicBezTo>
                <a:lnTo>
                  <a:pt x="1748044" y="127384"/>
                </a:lnTo>
                <a:lnTo>
                  <a:pt x="1751959" y="129632"/>
                </a:lnTo>
                <a:cubicBezTo>
                  <a:pt x="1745165" y="117975"/>
                  <a:pt x="1741794" y="104386"/>
                  <a:pt x="1741794" y="90010"/>
                </a:cubicBezTo>
                <a:cubicBezTo>
                  <a:pt x="1741794" y="40299"/>
                  <a:pt x="1782093" y="0"/>
                  <a:pt x="18318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449" name="Right Triangle 17"/>
          <p:cNvSpPr/>
          <p:nvPr/>
        </p:nvSpPr>
        <p:spPr>
          <a:xfrm>
            <a:off x="7705800" y="4600800"/>
            <a:ext cx="385560" cy="546120"/>
          </a:xfrm>
          <a:custGeom>
            <a:avLst/>
            <a:gdLst>
              <a:gd name="textAreaLeft" fmla="*/ 0 w 385560"/>
              <a:gd name="textAreaRight" fmla="*/ 385920 w 385560"/>
              <a:gd name="textAreaTop" fmla="*/ 0 h 546120"/>
              <a:gd name="textAreaBottom" fmla="*/ 546480 h 546120"/>
            </a:gdLst>
            <a:ahLst/>
            <a:rect l="textAreaLeft" t="textAreaTop" r="textAreaRight" b="textAreaBottom"/>
            <a:pathLst>
              <a:path w="2387678" h="3240000">
                <a:moveTo>
                  <a:pt x="1645041" y="17032"/>
                </a:moveTo>
                <a:lnTo>
                  <a:pt x="2376264" y="17032"/>
                </a:lnTo>
                <a:lnTo>
                  <a:pt x="2376264" y="17033"/>
                </a:lnTo>
                <a:lnTo>
                  <a:pt x="1645042" y="17033"/>
                </a:lnTo>
                <a:close/>
                <a:moveTo>
                  <a:pt x="0" y="17032"/>
                </a:moveTo>
                <a:lnTo>
                  <a:pt x="1379678" y="17032"/>
                </a:lnTo>
                <a:lnTo>
                  <a:pt x="1379678" y="996125"/>
                </a:lnTo>
                <a:lnTo>
                  <a:pt x="2376264" y="996125"/>
                </a:lnTo>
                <a:lnTo>
                  <a:pt x="2376264" y="3240000"/>
                </a:lnTo>
                <a:lnTo>
                  <a:pt x="0" y="3240000"/>
                </a:lnTo>
                <a:close/>
                <a:moveTo>
                  <a:pt x="1498869" y="0"/>
                </a:moveTo>
                <a:lnTo>
                  <a:pt x="2387678" y="888809"/>
                </a:lnTo>
                <a:lnTo>
                  <a:pt x="1498869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50" name="Oval 27"/>
          <p:cNvSpPr/>
          <p:nvPr/>
        </p:nvSpPr>
        <p:spPr>
          <a:xfrm>
            <a:off x="4418640" y="5469120"/>
            <a:ext cx="409320" cy="778680"/>
          </a:xfrm>
          <a:custGeom>
            <a:avLst/>
            <a:gdLst>
              <a:gd name="textAreaLeft" fmla="*/ 0 w 409320"/>
              <a:gd name="textAreaRight" fmla="*/ 409680 w 409320"/>
              <a:gd name="textAreaTop" fmla="*/ 0 h 778680"/>
              <a:gd name="textAreaBottom" fmla="*/ 779040 h 778680"/>
            </a:gdLst>
            <a:ahLst/>
            <a:rect l="textAreaLeft" t="textAreaTop" r="textAreaRight" b="textAreaBottom"/>
            <a:pathLst>
              <a:path w="1703664" h="3240001">
                <a:moveTo>
                  <a:pt x="952533" y="2024463"/>
                </a:moveTo>
                <a:lnTo>
                  <a:pt x="856710" y="2024464"/>
                </a:lnTo>
                <a:lnTo>
                  <a:pt x="649879" y="2143878"/>
                </a:lnTo>
                <a:lnTo>
                  <a:pt x="728753" y="2280491"/>
                </a:lnTo>
                <a:lnTo>
                  <a:pt x="800462" y="2239090"/>
                </a:lnTo>
                <a:lnTo>
                  <a:pt x="800462" y="2476837"/>
                </a:lnTo>
                <a:lnTo>
                  <a:pt x="649878" y="2476837"/>
                </a:lnTo>
                <a:lnTo>
                  <a:pt x="649878" y="2634602"/>
                </a:lnTo>
                <a:lnTo>
                  <a:pt x="1067658" y="2634602"/>
                </a:lnTo>
                <a:lnTo>
                  <a:pt x="1067657" y="2476837"/>
                </a:lnTo>
                <a:lnTo>
                  <a:pt x="952532" y="2476837"/>
                </a:lnTo>
                <a:lnTo>
                  <a:pt x="952532" y="2151292"/>
                </a:lnTo>
                <a:lnTo>
                  <a:pt x="952534" y="2151291"/>
                </a:lnTo>
                <a:close/>
                <a:moveTo>
                  <a:pt x="851832" y="1776101"/>
                </a:moveTo>
                <a:cubicBezTo>
                  <a:pt x="1189868" y="1776101"/>
                  <a:pt x="1463900" y="2050133"/>
                  <a:pt x="1463900" y="2388169"/>
                </a:cubicBezTo>
                <a:cubicBezTo>
                  <a:pt x="1463900" y="2726205"/>
                  <a:pt x="1189868" y="3000237"/>
                  <a:pt x="851832" y="3000237"/>
                </a:cubicBezTo>
                <a:cubicBezTo>
                  <a:pt x="513796" y="3000237"/>
                  <a:pt x="239764" y="2726205"/>
                  <a:pt x="239764" y="2388169"/>
                </a:cubicBezTo>
                <a:cubicBezTo>
                  <a:pt x="239764" y="2050133"/>
                  <a:pt x="513796" y="1776101"/>
                  <a:pt x="851832" y="1776101"/>
                </a:cubicBezTo>
                <a:close/>
                <a:moveTo>
                  <a:pt x="851832" y="1689019"/>
                </a:moveTo>
                <a:cubicBezTo>
                  <a:pt x="465702" y="1689019"/>
                  <a:pt x="152682" y="2002039"/>
                  <a:pt x="152682" y="2388169"/>
                </a:cubicBezTo>
                <a:cubicBezTo>
                  <a:pt x="152682" y="2774299"/>
                  <a:pt x="465702" y="3087319"/>
                  <a:pt x="851832" y="3087319"/>
                </a:cubicBezTo>
                <a:cubicBezTo>
                  <a:pt x="1237962" y="3087319"/>
                  <a:pt x="1550982" y="2774299"/>
                  <a:pt x="1550982" y="2388169"/>
                </a:cubicBezTo>
                <a:cubicBezTo>
                  <a:pt x="1550982" y="2002039"/>
                  <a:pt x="1237962" y="1689019"/>
                  <a:pt x="851832" y="1689019"/>
                </a:cubicBezTo>
                <a:close/>
                <a:moveTo>
                  <a:pt x="851832" y="1536337"/>
                </a:moveTo>
                <a:cubicBezTo>
                  <a:pt x="1322286" y="1536337"/>
                  <a:pt x="1703664" y="1917715"/>
                  <a:pt x="1703664" y="2388169"/>
                </a:cubicBezTo>
                <a:cubicBezTo>
                  <a:pt x="1703664" y="2858623"/>
                  <a:pt x="1322286" y="3240001"/>
                  <a:pt x="851832" y="3240001"/>
                </a:cubicBezTo>
                <a:cubicBezTo>
                  <a:pt x="381378" y="3240001"/>
                  <a:pt x="0" y="2858623"/>
                  <a:pt x="0" y="2388169"/>
                </a:cubicBezTo>
                <a:cubicBezTo>
                  <a:pt x="0" y="1917715"/>
                  <a:pt x="381378" y="1536337"/>
                  <a:pt x="851832" y="1536337"/>
                </a:cubicBezTo>
                <a:close/>
                <a:moveTo>
                  <a:pt x="1173126" y="1"/>
                </a:moveTo>
                <a:lnTo>
                  <a:pt x="1383673" y="1"/>
                </a:lnTo>
                <a:lnTo>
                  <a:pt x="1383673" y="954514"/>
                </a:lnTo>
                <a:lnTo>
                  <a:pt x="1173126" y="1187717"/>
                </a:lnTo>
                <a:close/>
                <a:moveTo>
                  <a:pt x="619488" y="0"/>
                </a:moveTo>
                <a:lnTo>
                  <a:pt x="1099698" y="0"/>
                </a:lnTo>
                <a:lnTo>
                  <a:pt x="1099698" y="1265464"/>
                </a:lnTo>
                <a:lnTo>
                  <a:pt x="859593" y="1532640"/>
                </a:lnTo>
                <a:lnTo>
                  <a:pt x="619488" y="1265464"/>
                </a:lnTo>
                <a:close/>
                <a:moveTo>
                  <a:pt x="335512" y="0"/>
                </a:moveTo>
                <a:lnTo>
                  <a:pt x="546059" y="0"/>
                </a:lnTo>
                <a:lnTo>
                  <a:pt x="546059" y="1166181"/>
                </a:lnTo>
                <a:lnTo>
                  <a:pt x="335512" y="92745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51" name="Parallelogram 15"/>
          <p:cNvSpPr/>
          <p:nvPr/>
        </p:nvSpPr>
        <p:spPr>
          <a:xfrm rot="16200000">
            <a:off x="8536680" y="3545280"/>
            <a:ext cx="598320" cy="647640"/>
          </a:xfrm>
          <a:custGeom>
            <a:avLst/>
            <a:gdLst>
              <a:gd name="textAreaLeft" fmla="*/ 0 w 598320"/>
              <a:gd name="textAreaRight" fmla="*/ 598680 w 598320"/>
              <a:gd name="textAreaTop" fmla="*/ 0 h 647640"/>
              <a:gd name="textAreaBottom" fmla="*/ 648000 h 647640"/>
            </a:gdLst>
            <a:ahLst/>
            <a:rect l="textAreaLeft" t="textAreaTop" r="textAreaRight" b="textAreaBottom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52" name="Round Same Side Corner Rectangle 21"/>
          <p:cNvSpPr/>
          <p:nvPr/>
        </p:nvSpPr>
        <p:spPr>
          <a:xfrm rot="10800000">
            <a:off x="9311400" y="2544120"/>
            <a:ext cx="386280" cy="436320"/>
          </a:xfrm>
          <a:custGeom>
            <a:avLst/>
            <a:gdLst>
              <a:gd name="textAreaLeft" fmla="*/ 0 w 386280"/>
              <a:gd name="textAreaRight" fmla="*/ 386640 w 386280"/>
              <a:gd name="textAreaTop" fmla="*/ 0 h 436320"/>
              <a:gd name="textAreaBottom" fmla="*/ 436680 h 436320"/>
            </a:gdLst>
            <a:ahLst/>
            <a:rect l="textAreaLeft" t="textAreaTop" r="textAreaRight" b="textAreaBottom"/>
            <a:pathLst>
              <a:path w="2880320" h="3252576">
                <a:moveTo>
                  <a:pt x="612726" y="2220771"/>
                </a:moveTo>
                <a:cubicBezTo>
                  <a:pt x="662432" y="2220771"/>
                  <a:pt x="702726" y="2180477"/>
                  <a:pt x="702726" y="2130771"/>
                </a:cubicBezTo>
                <a:lnTo>
                  <a:pt x="702726" y="438771"/>
                </a:lnTo>
                <a:cubicBezTo>
                  <a:pt x="702726" y="389065"/>
                  <a:pt x="662432" y="348771"/>
                  <a:pt x="612726" y="348771"/>
                </a:cubicBezTo>
                <a:cubicBezTo>
                  <a:pt x="563020" y="348771"/>
                  <a:pt x="522726" y="389065"/>
                  <a:pt x="522726" y="438771"/>
                </a:cubicBezTo>
                <a:lnTo>
                  <a:pt x="522726" y="2130771"/>
                </a:lnTo>
                <a:cubicBezTo>
                  <a:pt x="522726" y="2180477"/>
                  <a:pt x="563020" y="2220771"/>
                  <a:pt x="612726" y="2220771"/>
                </a:cubicBezTo>
                <a:close/>
                <a:moveTo>
                  <a:pt x="1188790" y="2220771"/>
                </a:moveTo>
                <a:cubicBezTo>
                  <a:pt x="1238496" y="2220771"/>
                  <a:pt x="1278790" y="2180477"/>
                  <a:pt x="1278790" y="2130771"/>
                </a:cubicBezTo>
                <a:lnTo>
                  <a:pt x="1278790" y="438771"/>
                </a:lnTo>
                <a:cubicBezTo>
                  <a:pt x="1278790" y="389065"/>
                  <a:pt x="1238496" y="348771"/>
                  <a:pt x="1188790" y="348771"/>
                </a:cubicBezTo>
                <a:cubicBezTo>
                  <a:pt x="1139084" y="348771"/>
                  <a:pt x="1098790" y="389065"/>
                  <a:pt x="1098790" y="438771"/>
                </a:cubicBezTo>
                <a:lnTo>
                  <a:pt x="1098790" y="2130771"/>
                </a:lnTo>
                <a:cubicBezTo>
                  <a:pt x="1098790" y="2180477"/>
                  <a:pt x="1139084" y="2220771"/>
                  <a:pt x="1188790" y="2220771"/>
                </a:cubicBezTo>
                <a:close/>
                <a:moveTo>
                  <a:pt x="1764854" y="2220771"/>
                </a:moveTo>
                <a:cubicBezTo>
                  <a:pt x="1814560" y="2220771"/>
                  <a:pt x="1854854" y="2180477"/>
                  <a:pt x="1854854" y="2130771"/>
                </a:cubicBezTo>
                <a:lnTo>
                  <a:pt x="1854854" y="438771"/>
                </a:lnTo>
                <a:cubicBezTo>
                  <a:pt x="1854854" y="389065"/>
                  <a:pt x="1814560" y="348771"/>
                  <a:pt x="1764854" y="348771"/>
                </a:cubicBezTo>
                <a:cubicBezTo>
                  <a:pt x="1715148" y="348771"/>
                  <a:pt x="1674854" y="389065"/>
                  <a:pt x="1674854" y="438771"/>
                </a:cubicBezTo>
                <a:lnTo>
                  <a:pt x="1674854" y="2130771"/>
                </a:lnTo>
                <a:cubicBezTo>
                  <a:pt x="1674854" y="2180477"/>
                  <a:pt x="1715148" y="2220771"/>
                  <a:pt x="1764854" y="2220771"/>
                </a:cubicBezTo>
                <a:close/>
                <a:moveTo>
                  <a:pt x="2340918" y="2220771"/>
                </a:moveTo>
                <a:cubicBezTo>
                  <a:pt x="2390624" y="2220771"/>
                  <a:pt x="2430918" y="2180477"/>
                  <a:pt x="2430918" y="2130771"/>
                </a:cubicBezTo>
                <a:lnTo>
                  <a:pt x="2430918" y="438771"/>
                </a:lnTo>
                <a:cubicBezTo>
                  <a:pt x="2430918" y="389065"/>
                  <a:pt x="2390624" y="348771"/>
                  <a:pt x="2340918" y="348771"/>
                </a:cubicBezTo>
                <a:cubicBezTo>
                  <a:pt x="2291212" y="348771"/>
                  <a:pt x="2250918" y="389065"/>
                  <a:pt x="2250918" y="438771"/>
                </a:cubicBezTo>
                <a:lnTo>
                  <a:pt x="2250918" y="2130771"/>
                </a:lnTo>
                <a:cubicBezTo>
                  <a:pt x="2250918" y="2180477"/>
                  <a:pt x="2291212" y="2220771"/>
                  <a:pt x="2340918" y="2220771"/>
                </a:cubicBezTo>
                <a:close/>
                <a:moveTo>
                  <a:pt x="2784182" y="2519920"/>
                </a:moveTo>
                <a:lnTo>
                  <a:pt x="96136" y="2519920"/>
                </a:lnTo>
                <a:lnTo>
                  <a:pt x="96136" y="419995"/>
                </a:lnTo>
                <a:cubicBezTo>
                  <a:pt x="96136" y="188038"/>
                  <a:pt x="284174" y="0"/>
                  <a:pt x="516131" y="0"/>
                </a:cubicBezTo>
                <a:lnTo>
                  <a:pt x="2364187" y="0"/>
                </a:lnTo>
                <a:cubicBezTo>
                  <a:pt x="2596144" y="0"/>
                  <a:pt x="2784182" y="188038"/>
                  <a:pt x="2784182" y="419995"/>
                </a:cubicBezTo>
                <a:close/>
                <a:moveTo>
                  <a:pt x="1687966" y="3252576"/>
                </a:moveTo>
                <a:lnTo>
                  <a:pt x="1192350" y="3252576"/>
                </a:lnTo>
                <a:cubicBezTo>
                  <a:pt x="1129224" y="3252576"/>
                  <a:pt x="1078050" y="3201402"/>
                  <a:pt x="1078050" y="3138276"/>
                </a:cubicBezTo>
                <a:lnTo>
                  <a:pt x="1078050" y="3023976"/>
                </a:lnTo>
                <a:lnTo>
                  <a:pt x="60008" y="3023976"/>
                </a:lnTo>
                <a:cubicBezTo>
                  <a:pt x="26866" y="3023976"/>
                  <a:pt x="0" y="2997110"/>
                  <a:pt x="0" y="2963968"/>
                </a:cubicBezTo>
                <a:lnTo>
                  <a:pt x="0" y="2723944"/>
                </a:lnTo>
                <a:cubicBezTo>
                  <a:pt x="0" y="2690802"/>
                  <a:pt x="26866" y="2663936"/>
                  <a:pt x="60008" y="2663936"/>
                </a:cubicBezTo>
                <a:lnTo>
                  <a:pt x="2820312" y="2663936"/>
                </a:lnTo>
                <a:cubicBezTo>
                  <a:pt x="2853454" y="2663936"/>
                  <a:pt x="2880320" y="2690802"/>
                  <a:pt x="2880320" y="2723944"/>
                </a:cubicBezTo>
                <a:lnTo>
                  <a:pt x="2880320" y="2963968"/>
                </a:lnTo>
                <a:cubicBezTo>
                  <a:pt x="2880320" y="2997110"/>
                  <a:pt x="2853454" y="3023976"/>
                  <a:pt x="2820312" y="3023976"/>
                </a:cubicBezTo>
                <a:lnTo>
                  <a:pt x="1802266" y="3023976"/>
                </a:lnTo>
                <a:lnTo>
                  <a:pt x="1802266" y="3138276"/>
                </a:lnTo>
                <a:cubicBezTo>
                  <a:pt x="1802266" y="3201402"/>
                  <a:pt x="1751092" y="3252576"/>
                  <a:pt x="1687966" y="325257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53" name="Oval 26"/>
          <p:cNvSpPr/>
          <p:nvPr/>
        </p:nvSpPr>
        <p:spPr>
          <a:xfrm>
            <a:off x="6967080" y="3587400"/>
            <a:ext cx="471960" cy="563400"/>
          </a:xfrm>
          <a:custGeom>
            <a:avLst/>
            <a:gdLst>
              <a:gd name="textAreaLeft" fmla="*/ 0 w 471960"/>
              <a:gd name="textAreaRight" fmla="*/ 472320 w 471960"/>
              <a:gd name="textAreaTop" fmla="*/ 0 h 563400"/>
              <a:gd name="textAreaBottom" fmla="*/ 563760 h 563400"/>
            </a:gdLst>
            <a:ahLst/>
            <a:rect l="textAreaLeft" t="textAreaTop" r="textAreaRight" b="textAreaBottom"/>
            <a:pathLst>
              <a:path w="2543357" h="3035197">
                <a:moveTo>
                  <a:pt x="1932497" y="885460"/>
                </a:moveTo>
                <a:lnTo>
                  <a:pt x="1858608" y="981586"/>
                </a:lnTo>
                <a:cubicBezTo>
                  <a:pt x="2087948" y="1157874"/>
                  <a:pt x="2221364" y="1431493"/>
                  <a:pt x="2219022" y="1720748"/>
                </a:cubicBezTo>
                <a:lnTo>
                  <a:pt x="2340261" y="1721729"/>
                </a:lnTo>
                <a:cubicBezTo>
                  <a:pt x="2342911" y="1394473"/>
                  <a:pt x="2191967" y="1084907"/>
                  <a:pt x="1932497" y="885460"/>
                </a:cubicBezTo>
                <a:close/>
                <a:moveTo>
                  <a:pt x="1028922" y="281987"/>
                </a:moveTo>
                <a:cubicBezTo>
                  <a:pt x="1157068" y="321344"/>
                  <a:pt x="1128134" y="299573"/>
                  <a:pt x="1193247" y="332230"/>
                </a:cubicBezTo>
                <a:cubicBezTo>
                  <a:pt x="1269854" y="451410"/>
                  <a:pt x="1301375" y="602654"/>
                  <a:pt x="1295736" y="739575"/>
                </a:cubicBezTo>
                <a:cubicBezTo>
                  <a:pt x="1418781" y="730097"/>
                  <a:pt x="1391656" y="622269"/>
                  <a:pt x="1842154" y="674175"/>
                </a:cubicBezTo>
                <a:cubicBezTo>
                  <a:pt x="2251963" y="725703"/>
                  <a:pt x="2543357" y="1202505"/>
                  <a:pt x="2543357" y="1911138"/>
                </a:cubicBezTo>
                <a:cubicBezTo>
                  <a:pt x="2543357" y="2619771"/>
                  <a:pt x="2228290" y="3174439"/>
                  <a:pt x="1189012" y="3004227"/>
                </a:cubicBezTo>
                <a:cubicBezTo>
                  <a:pt x="266689" y="3142266"/>
                  <a:pt x="99973" y="2479414"/>
                  <a:pt x="24671" y="2089269"/>
                </a:cubicBezTo>
                <a:cubicBezTo>
                  <a:pt x="-50631" y="1699124"/>
                  <a:pt x="9514" y="922425"/>
                  <a:pt x="737199" y="663358"/>
                </a:cubicBezTo>
                <a:cubicBezTo>
                  <a:pt x="1021153" y="585721"/>
                  <a:pt x="1093645" y="690425"/>
                  <a:pt x="1216376" y="728497"/>
                </a:cubicBezTo>
                <a:cubicBezTo>
                  <a:pt x="1183268" y="569368"/>
                  <a:pt x="1135766" y="458984"/>
                  <a:pt x="1028922" y="281987"/>
                </a:cubicBezTo>
                <a:close/>
                <a:moveTo>
                  <a:pt x="1919942" y="47"/>
                </a:moveTo>
                <a:cubicBezTo>
                  <a:pt x="2086542" y="1491"/>
                  <a:pt x="2263938" y="35583"/>
                  <a:pt x="2350876" y="60453"/>
                </a:cubicBezTo>
                <a:cubicBezTo>
                  <a:pt x="2672784" y="174000"/>
                  <a:pt x="2321773" y="213881"/>
                  <a:pt x="2220060" y="345654"/>
                </a:cubicBezTo>
                <a:cubicBezTo>
                  <a:pt x="2118347" y="477427"/>
                  <a:pt x="2005019" y="609932"/>
                  <a:pt x="1770740" y="609932"/>
                </a:cubicBezTo>
                <a:lnTo>
                  <a:pt x="1326444" y="614956"/>
                </a:lnTo>
                <a:lnTo>
                  <a:pt x="1346541" y="320533"/>
                </a:lnTo>
                <a:cubicBezTo>
                  <a:pt x="1401807" y="115484"/>
                  <a:pt x="1563158" y="44336"/>
                  <a:pt x="1760692" y="11037"/>
                </a:cubicBezTo>
                <a:cubicBezTo>
                  <a:pt x="1810076" y="2712"/>
                  <a:pt x="1864409" y="-434"/>
                  <a:pt x="1919942" y="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54" name="Freeform 32"/>
          <p:cNvSpPr/>
          <p:nvPr/>
        </p:nvSpPr>
        <p:spPr>
          <a:xfrm>
            <a:off x="4360320" y="1481040"/>
            <a:ext cx="597240" cy="546840"/>
          </a:xfrm>
          <a:custGeom>
            <a:avLst/>
            <a:gdLst>
              <a:gd name="textAreaLeft" fmla="*/ 0 w 597240"/>
              <a:gd name="textAreaRight" fmla="*/ 597600 w 597240"/>
              <a:gd name="textAreaTop" fmla="*/ 0 h 546840"/>
              <a:gd name="textAreaBottom" fmla="*/ 547200 h 546840"/>
            </a:gdLst>
            <a:ahLst/>
            <a:rect l="textAreaLeft" t="textAreaTop" r="textAreaRight" b="textAreaBottom"/>
            <a:pathLst>
              <a:path w="3210745" h="2940925">
                <a:moveTo>
                  <a:pt x="340528" y="2526682"/>
                </a:moveTo>
                <a:cubicBezTo>
                  <a:pt x="280875" y="2526682"/>
                  <a:pt x="232516" y="2575041"/>
                  <a:pt x="232516" y="2634694"/>
                </a:cubicBezTo>
                <a:cubicBezTo>
                  <a:pt x="232516" y="2694347"/>
                  <a:pt x="280875" y="2742706"/>
                  <a:pt x="340528" y="2742706"/>
                </a:cubicBezTo>
                <a:cubicBezTo>
                  <a:pt x="400181" y="2742706"/>
                  <a:pt x="448540" y="2694347"/>
                  <a:pt x="448540" y="2634694"/>
                </a:cubicBezTo>
                <a:cubicBezTo>
                  <a:pt x="448540" y="2575041"/>
                  <a:pt x="400181" y="2526682"/>
                  <a:pt x="340528" y="2526682"/>
                </a:cubicBezTo>
                <a:close/>
                <a:moveTo>
                  <a:pt x="1821636" y="152"/>
                </a:moveTo>
                <a:cubicBezTo>
                  <a:pt x="1920275" y="-4956"/>
                  <a:pt x="2051571" y="119306"/>
                  <a:pt x="2102482" y="278737"/>
                </a:cubicBezTo>
                <a:cubicBezTo>
                  <a:pt x="2192513" y="649582"/>
                  <a:pt x="1575154" y="1213351"/>
                  <a:pt x="2006019" y="1236931"/>
                </a:cubicBezTo>
                <a:cubicBezTo>
                  <a:pt x="2310412" y="1206920"/>
                  <a:pt x="2473326" y="1176910"/>
                  <a:pt x="2803442" y="1166192"/>
                </a:cubicBezTo>
                <a:cubicBezTo>
                  <a:pt x="3103547" y="1170479"/>
                  <a:pt x="3152850" y="1361260"/>
                  <a:pt x="3002798" y="1564903"/>
                </a:cubicBezTo>
                <a:cubicBezTo>
                  <a:pt x="3191435" y="1575621"/>
                  <a:pt x="3347919" y="1869296"/>
                  <a:pt x="3022090" y="1989338"/>
                </a:cubicBezTo>
                <a:cubicBezTo>
                  <a:pt x="3332913" y="2182262"/>
                  <a:pt x="3154994" y="2426634"/>
                  <a:pt x="2977074" y="2471650"/>
                </a:cubicBezTo>
                <a:cubicBezTo>
                  <a:pt x="3127127" y="2606697"/>
                  <a:pt x="3109978" y="2709590"/>
                  <a:pt x="2957782" y="2793191"/>
                </a:cubicBezTo>
                <a:cubicBezTo>
                  <a:pt x="2620164" y="2932526"/>
                  <a:pt x="1747715" y="3028988"/>
                  <a:pt x="1253613" y="2818914"/>
                </a:cubicBezTo>
                <a:cubicBezTo>
                  <a:pt x="1018944" y="2738561"/>
                  <a:pt x="869067" y="2654318"/>
                  <a:pt x="700568" y="2648441"/>
                </a:cubicBezTo>
                <a:lnTo>
                  <a:pt x="700568" y="2796242"/>
                </a:lnTo>
                <a:cubicBezTo>
                  <a:pt x="700568" y="2860729"/>
                  <a:pt x="648291" y="2913006"/>
                  <a:pt x="583804" y="2913006"/>
                </a:cubicBezTo>
                <a:lnTo>
                  <a:pt x="0" y="2913006"/>
                </a:lnTo>
                <a:lnTo>
                  <a:pt x="0" y="1400838"/>
                </a:lnTo>
                <a:lnTo>
                  <a:pt x="583804" y="1400838"/>
                </a:lnTo>
                <a:cubicBezTo>
                  <a:pt x="648291" y="1400838"/>
                  <a:pt x="700568" y="1453115"/>
                  <a:pt x="700568" y="1517602"/>
                </a:cubicBezTo>
                <a:lnTo>
                  <a:pt x="700568" y="1571674"/>
                </a:lnTo>
                <a:cubicBezTo>
                  <a:pt x="721537" y="1568378"/>
                  <a:pt x="746526" y="1559634"/>
                  <a:pt x="784162" y="1539180"/>
                </a:cubicBezTo>
                <a:cubicBezTo>
                  <a:pt x="831321" y="1421281"/>
                  <a:pt x="890271" y="1323747"/>
                  <a:pt x="1034964" y="1191915"/>
                </a:cubicBezTo>
                <a:cubicBezTo>
                  <a:pt x="1257900" y="851081"/>
                  <a:pt x="1628744" y="677449"/>
                  <a:pt x="1703770" y="169413"/>
                </a:cubicBezTo>
                <a:cubicBezTo>
                  <a:pt x="1715024" y="52855"/>
                  <a:pt x="1762452" y="3217"/>
                  <a:pt x="1821636" y="1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55" name="Rounded Rectangle 10"/>
          <p:cNvSpPr/>
          <p:nvPr/>
        </p:nvSpPr>
        <p:spPr>
          <a:xfrm>
            <a:off x="8534160" y="2516040"/>
            <a:ext cx="371880" cy="492120"/>
          </a:xfrm>
          <a:custGeom>
            <a:avLst/>
            <a:gdLst>
              <a:gd name="textAreaLeft" fmla="*/ 0 w 371880"/>
              <a:gd name="textAreaRight" fmla="*/ 372240 w 371880"/>
              <a:gd name="textAreaTop" fmla="*/ 0 h 492120"/>
              <a:gd name="textAreaBottom" fmla="*/ 492480 h 492120"/>
            </a:gdLst>
            <a:ahLst/>
            <a:rect l="textAreaLeft" t="textAreaTop" r="textAreaRight" b="textAreaBottom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56" name="Rounded Rectangle 32"/>
          <p:cNvSpPr/>
          <p:nvPr/>
        </p:nvSpPr>
        <p:spPr>
          <a:xfrm>
            <a:off x="10179720" y="3623400"/>
            <a:ext cx="491040" cy="491040"/>
          </a:xfrm>
          <a:custGeom>
            <a:avLst/>
            <a:gdLst>
              <a:gd name="textAreaLeft" fmla="*/ 0 w 491040"/>
              <a:gd name="textAreaRight" fmla="*/ 491400 w 491040"/>
              <a:gd name="textAreaTop" fmla="*/ 0 h 491040"/>
              <a:gd name="textAreaBottom" fmla="*/ 491400 h 491040"/>
            </a:gdLst>
            <a:ahLst/>
            <a:rect l="textAreaLeft" t="textAreaTop" r="textAreaRight" b="textAreaBottom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57" name="Trapezoid 13"/>
          <p:cNvSpPr/>
          <p:nvPr/>
        </p:nvSpPr>
        <p:spPr>
          <a:xfrm>
            <a:off x="5324040" y="2538360"/>
            <a:ext cx="529560" cy="447480"/>
          </a:xfrm>
          <a:custGeom>
            <a:avLst/>
            <a:gdLst>
              <a:gd name="textAreaLeft" fmla="*/ 0 w 529560"/>
              <a:gd name="textAreaRight" fmla="*/ 529920 w 529560"/>
              <a:gd name="textAreaTop" fmla="*/ 0 h 447480"/>
              <a:gd name="textAreaBottom" fmla="*/ 447840 h 447480"/>
            </a:gdLst>
            <a:ahLst/>
            <a:rect l="textAreaLeft" t="textAreaTop" r="textAreaRight" b="textAreaBottom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58" name="Rounded Rectangle 7"/>
          <p:cNvSpPr/>
          <p:nvPr/>
        </p:nvSpPr>
        <p:spPr>
          <a:xfrm>
            <a:off x="7858080" y="2527560"/>
            <a:ext cx="271080" cy="469080"/>
          </a:xfrm>
          <a:custGeom>
            <a:avLst/>
            <a:gdLst>
              <a:gd name="textAreaLeft" fmla="*/ 0 w 271080"/>
              <a:gd name="textAreaRight" fmla="*/ 271440 w 271080"/>
              <a:gd name="textAreaTop" fmla="*/ 0 h 469080"/>
              <a:gd name="textAreaBottom" fmla="*/ 469440 h 469080"/>
            </a:gdLst>
            <a:ahLst/>
            <a:rect l="textAreaLeft" t="textAreaTop" r="textAreaRight" b="textAreaBottom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59" name="Rectangle 18"/>
          <p:cNvSpPr/>
          <p:nvPr/>
        </p:nvSpPr>
        <p:spPr>
          <a:xfrm>
            <a:off x="6258600" y="2567160"/>
            <a:ext cx="490680" cy="389880"/>
          </a:xfrm>
          <a:custGeom>
            <a:avLst/>
            <a:gdLst>
              <a:gd name="textAreaLeft" fmla="*/ 0 w 490680"/>
              <a:gd name="textAreaRight" fmla="*/ 491040 w 490680"/>
              <a:gd name="textAreaTop" fmla="*/ 0 h 389880"/>
              <a:gd name="textAreaBottom" fmla="*/ 390240 h 389880"/>
            </a:gdLst>
            <a:ahLst/>
            <a:rect l="textAreaLeft" t="textAreaTop" r="textAreaRight" b="textAreaBottom"/>
            <a:pathLst>
              <a:path w="3240000" h="2574247">
                <a:moveTo>
                  <a:pt x="2393400" y="1814089"/>
                </a:moveTo>
                <a:cubicBezTo>
                  <a:pt x="2363577" y="1814089"/>
                  <a:pt x="2339400" y="1838266"/>
                  <a:pt x="2339400" y="1868089"/>
                </a:cubicBezTo>
                <a:cubicBezTo>
                  <a:pt x="2339400" y="1897912"/>
                  <a:pt x="2363577" y="1922089"/>
                  <a:pt x="2393400" y="1922089"/>
                </a:cubicBezTo>
                <a:lnTo>
                  <a:pt x="2573400" y="1922089"/>
                </a:lnTo>
                <a:cubicBezTo>
                  <a:pt x="2603223" y="1922089"/>
                  <a:pt x="2627400" y="1897912"/>
                  <a:pt x="2627400" y="1868089"/>
                </a:cubicBezTo>
                <a:cubicBezTo>
                  <a:pt x="2627400" y="1838266"/>
                  <a:pt x="2603223" y="1814089"/>
                  <a:pt x="2573400" y="1814089"/>
                </a:cubicBezTo>
                <a:close/>
                <a:moveTo>
                  <a:pt x="173344" y="1814089"/>
                </a:moveTo>
                <a:cubicBezTo>
                  <a:pt x="143521" y="1814089"/>
                  <a:pt x="119344" y="1838266"/>
                  <a:pt x="119344" y="1868089"/>
                </a:cubicBezTo>
                <a:cubicBezTo>
                  <a:pt x="119344" y="1897912"/>
                  <a:pt x="143521" y="1922089"/>
                  <a:pt x="173344" y="1922089"/>
                </a:cubicBezTo>
                <a:lnTo>
                  <a:pt x="353344" y="1922089"/>
                </a:lnTo>
                <a:cubicBezTo>
                  <a:pt x="383167" y="1922089"/>
                  <a:pt x="407344" y="1897912"/>
                  <a:pt x="407344" y="1868089"/>
                </a:cubicBezTo>
                <a:cubicBezTo>
                  <a:pt x="407344" y="1838266"/>
                  <a:pt x="383167" y="1814089"/>
                  <a:pt x="353344" y="1814089"/>
                </a:cubicBezTo>
                <a:close/>
                <a:moveTo>
                  <a:pt x="2933496" y="1796081"/>
                </a:moveTo>
                <a:cubicBezTo>
                  <a:pt x="2893727" y="1796081"/>
                  <a:pt x="2861488" y="1828320"/>
                  <a:pt x="2861488" y="1868089"/>
                </a:cubicBezTo>
                <a:cubicBezTo>
                  <a:pt x="2861488" y="1907858"/>
                  <a:pt x="2893727" y="1940097"/>
                  <a:pt x="2933496" y="1940097"/>
                </a:cubicBezTo>
                <a:cubicBezTo>
                  <a:pt x="2973265" y="1940097"/>
                  <a:pt x="3005504" y="1907858"/>
                  <a:pt x="3005504" y="1868089"/>
                </a:cubicBezTo>
                <a:cubicBezTo>
                  <a:pt x="3005504" y="1828320"/>
                  <a:pt x="2973265" y="1796081"/>
                  <a:pt x="2933496" y="1796081"/>
                </a:cubicBezTo>
                <a:close/>
                <a:moveTo>
                  <a:pt x="119344" y="122856"/>
                </a:moveTo>
                <a:lnTo>
                  <a:pt x="119344" y="1728192"/>
                </a:lnTo>
                <a:lnTo>
                  <a:pt x="3120656" y="1728192"/>
                </a:lnTo>
                <a:lnTo>
                  <a:pt x="3120656" y="122856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2016224"/>
                </a:lnTo>
                <a:lnTo>
                  <a:pt x="1812079" y="2016224"/>
                </a:lnTo>
                <a:lnTo>
                  <a:pt x="1857107" y="2320159"/>
                </a:lnTo>
                <a:lnTo>
                  <a:pt x="2357140" y="2320159"/>
                </a:lnTo>
                <a:cubicBezTo>
                  <a:pt x="2427304" y="2320159"/>
                  <a:pt x="2484184" y="2377039"/>
                  <a:pt x="2484184" y="2447203"/>
                </a:cubicBezTo>
                <a:lnTo>
                  <a:pt x="2484184" y="2574247"/>
                </a:lnTo>
                <a:lnTo>
                  <a:pt x="755992" y="2574247"/>
                </a:lnTo>
                <a:lnTo>
                  <a:pt x="755992" y="2447203"/>
                </a:lnTo>
                <a:cubicBezTo>
                  <a:pt x="755992" y="2377039"/>
                  <a:pt x="812872" y="2320159"/>
                  <a:pt x="883036" y="2320159"/>
                </a:cubicBezTo>
                <a:lnTo>
                  <a:pt x="1382894" y="2320159"/>
                </a:lnTo>
                <a:lnTo>
                  <a:pt x="1427922" y="2016224"/>
                </a:lnTo>
                <a:lnTo>
                  <a:pt x="0" y="201622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60" name="Rounded Rectangle 25"/>
          <p:cNvSpPr/>
          <p:nvPr/>
        </p:nvSpPr>
        <p:spPr>
          <a:xfrm>
            <a:off x="7154640" y="2552040"/>
            <a:ext cx="298800" cy="420120"/>
          </a:xfrm>
          <a:custGeom>
            <a:avLst/>
            <a:gdLst>
              <a:gd name="textAreaLeft" fmla="*/ 0 w 298800"/>
              <a:gd name="textAreaRight" fmla="*/ 299160 w 298800"/>
              <a:gd name="textAreaTop" fmla="*/ 0 h 420120"/>
              <a:gd name="textAreaBottom" fmla="*/ 420480 h 420120"/>
            </a:gdLst>
            <a:ahLst/>
            <a:rect l="textAreaLeft" t="textAreaTop" r="textAreaRight" b="textAreaBottom"/>
            <a:pathLst>
              <a:path w="2304256" h="3240000">
                <a:moveTo>
                  <a:pt x="954128" y="3024336"/>
                </a:moveTo>
                <a:cubicBezTo>
                  <a:pt x="924305" y="3024336"/>
                  <a:pt x="900128" y="3048513"/>
                  <a:pt x="900128" y="3078336"/>
                </a:cubicBezTo>
                <a:cubicBezTo>
                  <a:pt x="900128" y="3108159"/>
                  <a:pt x="924305" y="3132336"/>
                  <a:pt x="954128" y="3132336"/>
                </a:cubicBezTo>
                <a:lnTo>
                  <a:pt x="1350128" y="3132336"/>
                </a:lnTo>
                <a:cubicBezTo>
                  <a:pt x="1379951" y="3132336"/>
                  <a:pt x="1404128" y="3108159"/>
                  <a:pt x="1404128" y="3078336"/>
                </a:cubicBezTo>
                <a:cubicBezTo>
                  <a:pt x="1404128" y="3048513"/>
                  <a:pt x="1379951" y="3024336"/>
                  <a:pt x="1350128" y="3024336"/>
                </a:cubicBezTo>
                <a:close/>
                <a:moveTo>
                  <a:pt x="131531" y="224650"/>
                </a:moveTo>
                <a:lnTo>
                  <a:pt x="131531" y="2888946"/>
                </a:lnTo>
                <a:lnTo>
                  <a:pt x="2172725" y="2888946"/>
                </a:lnTo>
                <a:lnTo>
                  <a:pt x="2172725" y="224650"/>
                </a:lnTo>
                <a:close/>
                <a:moveTo>
                  <a:pt x="936128" y="73520"/>
                </a:moveTo>
                <a:cubicBezTo>
                  <a:pt x="916246" y="73520"/>
                  <a:pt x="900128" y="89638"/>
                  <a:pt x="900128" y="109520"/>
                </a:cubicBezTo>
                <a:cubicBezTo>
                  <a:pt x="900128" y="129402"/>
                  <a:pt x="916246" y="145520"/>
                  <a:pt x="936128" y="145520"/>
                </a:cubicBezTo>
                <a:lnTo>
                  <a:pt x="1368128" y="145520"/>
                </a:lnTo>
                <a:cubicBezTo>
                  <a:pt x="1388010" y="145520"/>
                  <a:pt x="1404128" y="129402"/>
                  <a:pt x="1404128" y="109520"/>
                </a:cubicBezTo>
                <a:cubicBezTo>
                  <a:pt x="1404128" y="89638"/>
                  <a:pt x="1388010" y="73520"/>
                  <a:pt x="1368128" y="73520"/>
                </a:cubicBezTo>
                <a:close/>
                <a:moveTo>
                  <a:pt x="155330" y="0"/>
                </a:moveTo>
                <a:lnTo>
                  <a:pt x="2148926" y="0"/>
                </a:lnTo>
                <a:cubicBezTo>
                  <a:pt x="2234712" y="0"/>
                  <a:pt x="2304256" y="69544"/>
                  <a:pt x="2304256" y="155330"/>
                </a:cubicBezTo>
                <a:lnTo>
                  <a:pt x="2304256" y="3084670"/>
                </a:lnTo>
                <a:cubicBezTo>
                  <a:pt x="2304256" y="3170456"/>
                  <a:pt x="2234712" y="3240000"/>
                  <a:pt x="2148926" y="3240000"/>
                </a:cubicBezTo>
                <a:lnTo>
                  <a:pt x="155330" y="3240000"/>
                </a:lnTo>
                <a:cubicBezTo>
                  <a:pt x="69544" y="3240000"/>
                  <a:pt x="0" y="3170456"/>
                  <a:pt x="0" y="3084670"/>
                </a:cubicBezTo>
                <a:lnTo>
                  <a:pt x="0" y="155330"/>
                </a:lnTo>
                <a:cubicBezTo>
                  <a:pt x="0" y="69544"/>
                  <a:pt x="69544" y="0"/>
                  <a:pt x="15533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61" name="Chord 14"/>
          <p:cNvSpPr/>
          <p:nvPr/>
        </p:nvSpPr>
        <p:spPr>
          <a:xfrm>
            <a:off x="5919840" y="5535360"/>
            <a:ext cx="512280" cy="646560"/>
          </a:xfrm>
          <a:custGeom>
            <a:avLst/>
            <a:gdLst>
              <a:gd name="textAreaLeft" fmla="*/ 0 w 512280"/>
              <a:gd name="textAreaRight" fmla="*/ 512640 w 512280"/>
              <a:gd name="textAreaTop" fmla="*/ 0 h 646560"/>
              <a:gd name="textAreaBottom" fmla="*/ 646920 h 646560"/>
            </a:gdLst>
            <a:ahLst/>
            <a:rect l="textAreaLeft" t="textAreaTop" r="textAreaRight" b="textAreaBottom"/>
            <a:pathLst>
              <a:path w="2120980" h="2676504">
                <a:moveTo>
                  <a:pt x="824057" y="2198115"/>
                </a:moveTo>
                <a:lnTo>
                  <a:pt x="824057" y="2229022"/>
                </a:lnTo>
                <a:lnTo>
                  <a:pt x="751177" y="2229022"/>
                </a:lnTo>
                <a:lnTo>
                  <a:pt x="751177" y="2510330"/>
                </a:lnTo>
                <a:lnTo>
                  <a:pt x="824057" y="2510330"/>
                </a:lnTo>
                <a:lnTo>
                  <a:pt x="824057" y="2541237"/>
                </a:lnTo>
                <a:lnTo>
                  <a:pt x="1298129" y="2541237"/>
                </a:lnTo>
                <a:lnTo>
                  <a:pt x="1298129" y="2510330"/>
                </a:lnTo>
                <a:lnTo>
                  <a:pt x="1371008" y="2510330"/>
                </a:lnTo>
                <a:lnTo>
                  <a:pt x="1371008" y="2229022"/>
                </a:lnTo>
                <a:lnTo>
                  <a:pt x="1298129" y="2229022"/>
                </a:lnTo>
                <a:lnTo>
                  <a:pt x="1298129" y="2198115"/>
                </a:lnTo>
                <a:close/>
                <a:moveTo>
                  <a:pt x="1933495" y="134375"/>
                </a:moveTo>
                <a:cubicBezTo>
                  <a:pt x="1872496" y="128267"/>
                  <a:pt x="1778964" y="206162"/>
                  <a:pt x="1655092" y="316398"/>
                </a:cubicBezTo>
                <a:lnTo>
                  <a:pt x="1655092" y="762581"/>
                </a:lnTo>
                <a:lnTo>
                  <a:pt x="1651862" y="762581"/>
                </a:lnTo>
                <a:cubicBezTo>
                  <a:pt x="1647824" y="843406"/>
                  <a:pt x="1633793" y="920606"/>
                  <a:pt x="1611266" y="992211"/>
                </a:cubicBezTo>
                <a:cubicBezTo>
                  <a:pt x="1739269" y="1047184"/>
                  <a:pt x="1828260" y="986425"/>
                  <a:pt x="1895778" y="900656"/>
                </a:cubicBezTo>
                <a:cubicBezTo>
                  <a:pt x="1964561" y="813279"/>
                  <a:pt x="2016746" y="624382"/>
                  <a:pt x="2016490" y="465292"/>
                </a:cubicBezTo>
                <a:cubicBezTo>
                  <a:pt x="2023696" y="232949"/>
                  <a:pt x="1995287" y="140561"/>
                  <a:pt x="1933495" y="134375"/>
                </a:cubicBezTo>
                <a:close/>
                <a:moveTo>
                  <a:pt x="187485" y="134375"/>
                </a:moveTo>
                <a:cubicBezTo>
                  <a:pt x="125693" y="140561"/>
                  <a:pt x="97284" y="232949"/>
                  <a:pt x="104490" y="465292"/>
                </a:cubicBezTo>
                <a:cubicBezTo>
                  <a:pt x="104234" y="624382"/>
                  <a:pt x="156419" y="813279"/>
                  <a:pt x="225202" y="900656"/>
                </a:cubicBezTo>
                <a:cubicBezTo>
                  <a:pt x="292944" y="986710"/>
                  <a:pt x="382303" y="1047587"/>
                  <a:pt x="511026" y="991745"/>
                </a:cubicBezTo>
                <a:cubicBezTo>
                  <a:pt x="488627" y="920189"/>
                  <a:pt x="474740" y="843131"/>
                  <a:pt x="470841" y="762581"/>
                </a:cubicBezTo>
                <a:lnTo>
                  <a:pt x="467092" y="762581"/>
                </a:lnTo>
                <a:lnTo>
                  <a:pt x="467092" y="317447"/>
                </a:lnTo>
                <a:cubicBezTo>
                  <a:pt x="342616" y="206663"/>
                  <a:pt x="248680" y="128248"/>
                  <a:pt x="187485" y="134375"/>
                </a:cubicBezTo>
                <a:close/>
                <a:moveTo>
                  <a:pt x="171293" y="338"/>
                </a:moveTo>
                <a:cubicBezTo>
                  <a:pt x="267101" y="7324"/>
                  <a:pt x="383647" y="121035"/>
                  <a:pt x="467092" y="183917"/>
                </a:cubicBezTo>
                <a:lnTo>
                  <a:pt x="467092" y="127304"/>
                </a:lnTo>
                <a:cubicBezTo>
                  <a:pt x="446033" y="120339"/>
                  <a:pt x="431092" y="100383"/>
                  <a:pt x="431092" y="76938"/>
                </a:cubicBezTo>
                <a:cubicBezTo>
                  <a:pt x="431092" y="47115"/>
                  <a:pt x="455269" y="22938"/>
                  <a:pt x="485092" y="22938"/>
                </a:cubicBezTo>
                <a:lnTo>
                  <a:pt x="1637092" y="22938"/>
                </a:lnTo>
                <a:cubicBezTo>
                  <a:pt x="1666915" y="22938"/>
                  <a:pt x="1691092" y="47115"/>
                  <a:pt x="1691092" y="76938"/>
                </a:cubicBezTo>
                <a:cubicBezTo>
                  <a:pt x="1691092" y="100383"/>
                  <a:pt x="1676151" y="120339"/>
                  <a:pt x="1655092" y="127304"/>
                </a:cubicBezTo>
                <a:lnTo>
                  <a:pt x="1655092" y="182958"/>
                </a:lnTo>
                <a:cubicBezTo>
                  <a:pt x="1738474" y="119924"/>
                  <a:pt x="1854348" y="7289"/>
                  <a:pt x="1949687" y="338"/>
                </a:cubicBezTo>
                <a:cubicBezTo>
                  <a:pt x="2046947" y="-6754"/>
                  <a:pt x="2122836" y="96139"/>
                  <a:pt x="2120946" y="473736"/>
                </a:cubicBezTo>
                <a:cubicBezTo>
                  <a:pt x="2117166" y="673942"/>
                  <a:pt x="2058714" y="872497"/>
                  <a:pt x="1966316" y="974360"/>
                </a:cubicBezTo>
                <a:cubicBezTo>
                  <a:pt x="1875288" y="1074712"/>
                  <a:pt x="1740706" y="1159472"/>
                  <a:pt x="1574365" y="1087619"/>
                </a:cubicBezTo>
                <a:cubicBezTo>
                  <a:pt x="1498402" y="1256706"/>
                  <a:pt x="1371540" y="1383225"/>
                  <a:pt x="1220432" y="1434843"/>
                </a:cubicBezTo>
                <a:lnTo>
                  <a:pt x="1220432" y="1524098"/>
                </a:lnTo>
                <a:cubicBezTo>
                  <a:pt x="1242816" y="1529237"/>
                  <a:pt x="1259092" y="1549488"/>
                  <a:pt x="1259092" y="1573540"/>
                </a:cubicBezTo>
                <a:lnTo>
                  <a:pt x="1259092" y="1782216"/>
                </a:lnTo>
                <a:cubicBezTo>
                  <a:pt x="1259092" y="1806269"/>
                  <a:pt x="1242816" y="1826519"/>
                  <a:pt x="1220432" y="1831659"/>
                </a:cubicBezTo>
                <a:lnTo>
                  <a:pt x="1220432" y="1899972"/>
                </a:lnTo>
                <a:cubicBezTo>
                  <a:pt x="1220432" y="1908643"/>
                  <a:pt x="1218317" y="1916820"/>
                  <a:pt x="1214011" y="1923722"/>
                </a:cubicBezTo>
                <a:cubicBezTo>
                  <a:pt x="1480406" y="1939701"/>
                  <a:pt x="1673079" y="1996147"/>
                  <a:pt x="1682229" y="2062848"/>
                </a:cubicBezTo>
                <a:lnTo>
                  <a:pt x="1925188" y="2062848"/>
                </a:lnTo>
                <a:lnTo>
                  <a:pt x="1925188" y="2676504"/>
                </a:lnTo>
                <a:lnTo>
                  <a:pt x="196996" y="2676504"/>
                </a:lnTo>
                <a:lnTo>
                  <a:pt x="196996" y="2062848"/>
                </a:lnTo>
                <a:lnTo>
                  <a:pt x="427501" y="2062848"/>
                </a:lnTo>
                <a:cubicBezTo>
                  <a:pt x="436455" y="1995236"/>
                  <a:pt x="634470" y="1937990"/>
                  <a:pt x="907722" y="1923052"/>
                </a:cubicBezTo>
                <a:cubicBezTo>
                  <a:pt x="903729" y="1916275"/>
                  <a:pt x="901752" y="1908354"/>
                  <a:pt x="901752" y="1899972"/>
                </a:cubicBezTo>
                <a:lnTo>
                  <a:pt x="901752" y="1831659"/>
                </a:lnTo>
                <a:cubicBezTo>
                  <a:pt x="879369" y="1826519"/>
                  <a:pt x="863092" y="1806269"/>
                  <a:pt x="863092" y="1782216"/>
                </a:cubicBezTo>
                <a:lnTo>
                  <a:pt x="863092" y="1573540"/>
                </a:lnTo>
                <a:cubicBezTo>
                  <a:pt x="863092" y="1549488"/>
                  <a:pt x="879369" y="1529237"/>
                  <a:pt x="901752" y="1524098"/>
                </a:cubicBezTo>
                <a:lnTo>
                  <a:pt x="901752" y="1435225"/>
                </a:lnTo>
                <a:cubicBezTo>
                  <a:pt x="750211" y="1383280"/>
                  <a:pt x="623484" y="1256276"/>
                  <a:pt x="547795" y="1087211"/>
                </a:cubicBezTo>
                <a:cubicBezTo>
                  <a:pt x="380891" y="1159861"/>
                  <a:pt x="245901" y="1074942"/>
                  <a:pt x="154664" y="974360"/>
                </a:cubicBezTo>
                <a:cubicBezTo>
                  <a:pt x="62266" y="872497"/>
                  <a:pt x="3814" y="673942"/>
                  <a:pt x="34" y="473736"/>
                </a:cubicBezTo>
                <a:cubicBezTo>
                  <a:pt x="-1856" y="96139"/>
                  <a:pt x="74033" y="-6754"/>
                  <a:pt x="171293" y="3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62" name="Rounded Rectangle 6"/>
          <p:cNvSpPr/>
          <p:nvPr/>
        </p:nvSpPr>
        <p:spPr>
          <a:xfrm>
            <a:off x="4411440" y="2471760"/>
            <a:ext cx="507960" cy="516240"/>
          </a:xfrm>
          <a:custGeom>
            <a:avLst/>
            <a:gdLst>
              <a:gd name="textAreaLeft" fmla="*/ 0 w 507960"/>
              <a:gd name="textAreaRight" fmla="*/ 508320 w 507960"/>
              <a:gd name="textAreaTop" fmla="*/ 0 h 516240"/>
              <a:gd name="textAreaBottom" fmla="*/ 516600 h 516240"/>
            </a:gdLst>
            <a:ahLst/>
            <a:rect l="textAreaLeft" t="textAreaTop" r="textAreaRight" b="textAreaBottom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63" name="Oval 66"/>
          <p:cNvSpPr/>
          <p:nvPr/>
        </p:nvSpPr>
        <p:spPr>
          <a:xfrm rot="20700000">
            <a:off x="6137280" y="3633840"/>
            <a:ext cx="548280" cy="469800"/>
          </a:xfrm>
          <a:custGeom>
            <a:avLst/>
            <a:gdLst>
              <a:gd name="textAreaLeft" fmla="*/ 0 w 548280"/>
              <a:gd name="textAreaRight" fmla="*/ 548640 w 548280"/>
              <a:gd name="textAreaTop" fmla="*/ 0 h 469800"/>
              <a:gd name="textAreaBottom" fmla="*/ 470160 h 469800"/>
            </a:gdLst>
            <a:ahLst/>
            <a:rect l="textAreaLeft" t="textAreaTop" r="textAreaRight" b="textAreaBottom"/>
            <a:pathLst>
              <a:path w="2901316" h="2485205">
                <a:moveTo>
                  <a:pt x="2901316" y="8833"/>
                </a:moveTo>
                <a:lnTo>
                  <a:pt x="2885407" y="69738"/>
                </a:lnTo>
                <a:lnTo>
                  <a:pt x="2890344" y="71061"/>
                </a:lnTo>
                <a:lnTo>
                  <a:pt x="2331295" y="2157461"/>
                </a:lnTo>
                <a:lnTo>
                  <a:pt x="2322295" y="2155049"/>
                </a:lnTo>
                <a:cubicBezTo>
                  <a:pt x="2311779" y="2339141"/>
                  <a:pt x="2127696" y="2485205"/>
                  <a:pt x="1902404" y="2485205"/>
                </a:cubicBezTo>
                <a:cubicBezTo>
                  <a:pt x="1669201" y="2485205"/>
                  <a:pt x="1480151" y="2328701"/>
                  <a:pt x="1480150" y="2135644"/>
                </a:cubicBezTo>
                <a:cubicBezTo>
                  <a:pt x="1480150" y="1942587"/>
                  <a:pt x="1669200" y="1786083"/>
                  <a:pt x="1902404" y="1786083"/>
                </a:cubicBezTo>
                <a:cubicBezTo>
                  <a:pt x="2026046" y="1786083"/>
                  <a:pt x="2137276" y="1830075"/>
                  <a:pt x="2213623" y="1901150"/>
                </a:cubicBezTo>
                <a:lnTo>
                  <a:pt x="2586815" y="508378"/>
                </a:lnTo>
                <a:lnTo>
                  <a:pt x="1283297" y="508378"/>
                </a:lnTo>
                <a:lnTo>
                  <a:pt x="847984" y="2132988"/>
                </a:lnTo>
                <a:lnTo>
                  <a:pt x="841776" y="2131324"/>
                </a:lnTo>
                <a:cubicBezTo>
                  <a:pt x="829584" y="2314002"/>
                  <a:pt x="646295" y="2458448"/>
                  <a:pt x="422254" y="2458448"/>
                </a:cubicBezTo>
                <a:cubicBezTo>
                  <a:pt x="189051" y="2458448"/>
                  <a:pt x="1" y="2301944"/>
                  <a:pt x="0" y="2108887"/>
                </a:cubicBezTo>
                <a:cubicBezTo>
                  <a:pt x="0" y="1915830"/>
                  <a:pt x="189051" y="1759326"/>
                  <a:pt x="422255" y="1759326"/>
                </a:cubicBezTo>
                <a:cubicBezTo>
                  <a:pt x="544771" y="1759326"/>
                  <a:pt x="655100" y="1802522"/>
                  <a:pt x="731465" y="1872378"/>
                </a:cubicBezTo>
                <a:lnTo>
                  <a:pt x="1233167" y="0"/>
                </a:lnTo>
                <a:lnTo>
                  <a:pt x="1266129" y="88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64" name="Isosceles Triangle 13"/>
          <p:cNvSpPr/>
          <p:nvPr/>
        </p:nvSpPr>
        <p:spPr>
          <a:xfrm rot="10800000">
            <a:off x="5188680" y="5486400"/>
            <a:ext cx="376200" cy="745200"/>
          </a:xfrm>
          <a:custGeom>
            <a:avLst/>
            <a:gdLst>
              <a:gd name="textAreaLeft" fmla="*/ 0 w 376200"/>
              <a:gd name="textAreaRight" fmla="*/ 376560 w 376200"/>
              <a:gd name="textAreaTop" fmla="*/ 0 h 745200"/>
              <a:gd name="textAreaBottom" fmla="*/ 745560 h 745200"/>
            </a:gdLst>
            <a:ahLst/>
            <a:rect l="textAreaLeft" t="textAreaTop" r="textAreaRight" b="textAreaBottom"/>
            <a:pathLst>
              <a:path w="1613569" h="3195455">
                <a:moveTo>
                  <a:pt x="1348422" y="2012960"/>
                </a:moveTo>
                <a:lnTo>
                  <a:pt x="264249" y="2012960"/>
                </a:lnTo>
                <a:cubicBezTo>
                  <a:pt x="99656" y="1932015"/>
                  <a:pt x="172" y="1814225"/>
                  <a:pt x="0" y="1686651"/>
                </a:cubicBezTo>
                <a:lnTo>
                  <a:pt x="716785" y="1678553"/>
                </a:lnTo>
                <a:lnTo>
                  <a:pt x="716785" y="360000"/>
                </a:lnTo>
                <a:lnTo>
                  <a:pt x="716785" y="355479"/>
                </a:lnTo>
                <a:lnTo>
                  <a:pt x="717916" y="355479"/>
                </a:lnTo>
                <a:lnTo>
                  <a:pt x="806785" y="0"/>
                </a:lnTo>
                <a:lnTo>
                  <a:pt x="895655" y="355479"/>
                </a:lnTo>
                <a:lnTo>
                  <a:pt x="896785" y="355479"/>
                </a:lnTo>
                <a:lnTo>
                  <a:pt x="896785" y="360000"/>
                </a:lnTo>
                <a:lnTo>
                  <a:pt x="896785" y="1676520"/>
                </a:lnTo>
                <a:lnTo>
                  <a:pt x="1612906" y="1668429"/>
                </a:lnTo>
                <a:cubicBezTo>
                  <a:pt x="1622778" y="1802631"/>
                  <a:pt x="1521918" y="1928220"/>
                  <a:pt x="1348422" y="2012960"/>
                </a:cubicBezTo>
                <a:close/>
                <a:moveTo>
                  <a:pt x="1175921" y="2908428"/>
                </a:moveTo>
                <a:lnTo>
                  <a:pt x="437641" y="2908428"/>
                </a:lnTo>
                <a:lnTo>
                  <a:pt x="250570" y="2083962"/>
                </a:lnTo>
                <a:lnTo>
                  <a:pt x="1362992" y="2083962"/>
                </a:lnTo>
                <a:close/>
                <a:moveTo>
                  <a:pt x="1155969" y="3195455"/>
                </a:moveTo>
                <a:lnTo>
                  <a:pt x="457593" y="3195455"/>
                </a:lnTo>
                <a:cubicBezTo>
                  <a:pt x="397940" y="3195455"/>
                  <a:pt x="349581" y="3147096"/>
                  <a:pt x="349581" y="3087443"/>
                </a:cubicBezTo>
                <a:cubicBezTo>
                  <a:pt x="349581" y="3027790"/>
                  <a:pt x="397940" y="2979431"/>
                  <a:pt x="457593" y="2979431"/>
                </a:cubicBezTo>
                <a:lnTo>
                  <a:pt x="1155969" y="2979431"/>
                </a:lnTo>
                <a:cubicBezTo>
                  <a:pt x="1215622" y="2979431"/>
                  <a:pt x="1263981" y="3027790"/>
                  <a:pt x="1263981" y="3087443"/>
                </a:cubicBezTo>
                <a:cubicBezTo>
                  <a:pt x="1263981" y="3147096"/>
                  <a:pt x="1215622" y="3195455"/>
                  <a:pt x="1155969" y="319545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65" name="Smiley Face 14"/>
          <p:cNvSpPr/>
          <p:nvPr/>
        </p:nvSpPr>
        <p:spPr>
          <a:xfrm>
            <a:off x="7616880" y="5578920"/>
            <a:ext cx="559440" cy="559440"/>
          </a:xfrm>
          <a:custGeom>
            <a:avLst/>
            <a:gdLst>
              <a:gd name="textAreaLeft" fmla="*/ 0 w 559440"/>
              <a:gd name="textAreaRight" fmla="*/ 559800 w 559440"/>
              <a:gd name="textAreaTop" fmla="*/ 0 h 559440"/>
              <a:gd name="textAreaBottom" fmla="*/ 559800 h 559440"/>
            </a:gdLst>
            <a:ahLst/>
            <a:rect l="textAreaLeft" t="textAreaTop" r="textAreaRight" b="textAreaBottom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66" name="Smiley Face 12"/>
          <p:cNvSpPr/>
          <p:nvPr/>
        </p:nvSpPr>
        <p:spPr>
          <a:xfrm>
            <a:off x="10160640" y="5578920"/>
            <a:ext cx="559440" cy="559440"/>
          </a:xfrm>
          <a:custGeom>
            <a:avLst/>
            <a:gdLst>
              <a:gd name="textAreaLeft" fmla="*/ 0 w 559440"/>
              <a:gd name="textAreaRight" fmla="*/ 559800 w 559440"/>
              <a:gd name="textAreaTop" fmla="*/ 0 h 559440"/>
              <a:gd name="textAreaBottom" fmla="*/ 559800 h 559440"/>
            </a:gdLst>
            <a:ahLst/>
            <a:rect l="textAreaLeft" t="textAreaTop" r="textAreaRight" b="textAreaBottom"/>
            <a:pathLst>
              <a:path w="3240000" h="3240000">
                <a:moveTo>
                  <a:pt x="1613470" y="2077417"/>
                </a:moveTo>
                <a:cubicBezTo>
                  <a:pt x="1358886" y="2080042"/>
                  <a:pt x="1130625" y="2234862"/>
                  <a:pt x="1034031" y="2470424"/>
                </a:cubicBezTo>
                <a:lnTo>
                  <a:pt x="1213303" y="2543936"/>
                </a:lnTo>
                <a:cubicBezTo>
                  <a:pt x="1280345" y="2380442"/>
                  <a:pt x="1438772" y="2272988"/>
                  <a:pt x="1615468" y="2271166"/>
                </a:cubicBezTo>
                <a:cubicBezTo>
                  <a:pt x="1792164" y="2269344"/>
                  <a:pt x="1952774" y="2373507"/>
                  <a:pt x="2023173" y="2535584"/>
                </a:cubicBezTo>
                <a:lnTo>
                  <a:pt x="2200891" y="2458391"/>
                </a:lnTo>
                <a:cubicBezTo>
                  <a:pt x="2099460" y="2224871"/>
                  <a:pt x="1868054" y="2074792"/>
                  <a:pt x="1613470" y="2077417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9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8" y="276671"/>
                </a:lnTo>
                <a:lnTo>
                  <a:pt x="2650471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30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30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1" y="2870071"/>
                </a:lnTo>
                <a:lnTo>
                  <a:pt x="2525758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9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3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4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3" y="2802158"/>
                  <a:pt x="474487" y="2765513"/>
                </a:cubicBezTo>
                <a:cubicBezTo>
                  <a:pt x="437842" y="2728868"/>
                  <a:pt x="402944" y="2690475"/>
                  <a:pt x="369930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5" y="2438097"/>
                  <a:pt x="195526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5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5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6" y="847812"/>
                </a:cubicBezTo>
                <a:cubicBezTo>
                  <a:pt x="220465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30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3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4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67" name="Smiley Face 15"/>
          <p:cNvSpPr/>
          <p:nvPr/>
        </p:nvSpPr>
        <p:spPr>
          <a:xfrm>
            <a:off x="8469000" y="5581800"/>
            <a:ext cx="553320" cy="553320"/>
          </a:xfrm>
          <a:custGeom>
            <a:avLst/>
            <a:gdLst>
              <a:gd name="textAreaLeft" fmla="*/ 0 w 553320"/>
              <a:gd name="textAreaRight" fmla="*/ 553680 w 553320"/>
              <a:gd name="textAreaTop" fmla="*/ 0 h 553320"/>
              <a:gd name="textAreaBottom" fmla="*/ 553680 h 553320"/>
            </a:gdLst>
            <a:ahLst/>
            <a:rect l="textAreaLeft" t="textAreaTop" r="textAreaRight" b="textAreaBottom"/>
            <a:pathLst>
              <a:path w="3240000" h="3240000">
                <a:moveTo>
                  <a:pt x="2298433" y="2114441"/>
                </a:moveTo>
                <a:lnTo>
                  <a:pt x="1355104" y="2367205"/>
                </a:lnTo>
                <a:lnTo>
                  <a:pt x="1411009" y="2575845"/>
                </a:lnTo>
                <a:lnTo>
                  <a:pt x="2354338" y="2323081"/>
                </a:ln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68" name="Oval 37"/>
          <p:cNvSpPr/>
          <p:nvPr/>
        </p:nvSpPr>
        <p:spPr>
          <a:xfrm>
            <a:off x="11012400" y="5575320"/>
            <a:ext cx="566280" cy="566280"/>
          </a:xfrm>
          <a:custGeom>
            <a:avLst/>
            <a:gdLst>
              <a:gd name="textAreaLeft" fmla="*/ 0 w 566280"/>
              <a:gd name="textAreaRight" fmla="*/ 566640 w 566280"/>
              <a:gd name="textAreaTop" fmla="*/ 0 h 566280"/>
              <a:gd name="textAreaBottom" fmla="*/ 566640 h 566280"/>
            </a:gdLst>
            <a:ahLst/>
            <a:rect l="textAreaLeft" t="textAreaTop" r="textAreaRight" b="textAreaBottom"/>
            <a:pathLst>
              <a:path w="3240000" h="3240000">
                <a:moveTo>
                  <a:pt x="2249999" y="2117384"/>
                </a:moveTo>
                <a:lnTo>
                  <a:pt x="990192" y="2131776"/>
                </a:lnTo>
                <a:cubicBezTo>
                  <a:pt x="998682" y="2476365"/>
                  <a:pt x="1282526" y="2750154"/>
                  <a:pt x="1627197" y="2746216"/>
                </a:cubicBezTo>
                <a:cubicBezTo>
                  <a:pt x="1971867" y="2742279"/>
                  <a:pt x="2249383" y="2462077"/>
                  <a:pt x="2249999" y="2117384"/>
                </a:cubicBezTo>
                <a:close/>
                <a:moveTo>
                  <a:pt x="2505352" y="784338"/>
                </a:moveTo>
                <a:lnTo>
                  <a:pt x="1869332" y="1428843"/>
                </a:lnTo>
                <a:lnTo>
                  <a:pt x="2505352" y="1522122"/>
                </a:lnTo>
                <a:lnTo>
                  <a:pt x="2505352" y="1378597"/>
                </a:lnTo>
                <a:lnTo>
                  <a:pt x="2187887" y="1332038"/>
                </a:lnTo>
                <a:lnTo>
                  <a:pt x="2505352" y="1010338"/>
                </a:lnTo>
                <a:close/>
                <a:moveTo>
                  <a:pt x="734649" y="784338"/>
                </a:moveTo>
                <a:lnTo>
                  <a:pt x="734649" y="1010338"/>
                </a:lnTo>
                <a:lnTo>
                  <a:pt x="1052115" y="1332038"/>
                </a:lnTo>
                <a:lnTo>
                  <a:pt x="734649" y="1378597"/>
                </a:lnTo>
                <a:lnTo>
                  <a:pt x="734649" y="1522122"/>
                </a:lnTo>
                <a:lnTo>
                  <a:pt x="1370670" y="1428843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69" name="Smiley Face 14"/>
          <p:cNvSpPr/>
          <p:nvPr/>
        </p:nvSpPr>
        <p:spPr>
          <a:xfrm>
            <a:off x="9314640" y="5581800"/>
            <a:ext cx="553320" cy="553320"/>
          </a:xfrm>
          <a:custGeom>
            <a:avLst/>
            <a:gdLst>
              <a:gd name="textAreaLeft" fmla="*/ 0 w 553320"/>
              <a:gd name="textAreaRight" fmla="*/ 553680 w 553320"/>
              <a:gd name="textAreaTop" fmla="*/ 0 h 553320"/>
              <a:gd name="textAreaBottom" fmla="*/ 553680 h 553320"/>
            </a:gdLst>
            <a:ahLst/>
            <a:rect l="textAreaLeft" t="textAreaTop" r="textAreaRight" b="textAreaBottom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937973" y="986566"/>
                </a:moveTo>
                <a:cubicBezTo>
                  <a:pt x="850807" y="983371"/>
                  <a:pt x="762813" y="1002775"/>
                  <a:pt x="683096" y="1045110"/>
                </a:cubicBezTo>
                <a:cubicBezTo>
                  <a:pt x="523662" y="1129780"/>
                  <a:pt x="421680" y="1293248"/>
                  <a:pt x="415731" y="1473672"/>
                </a:cubicBezTo>
                <a:lnTo>
                  <a:pt x="615852" y="1480270"/>
                </a:lnTo>
                <a:cubicBezTo>
                  <a:pt x="619438" y="1371518"/>
                  <a:pt x="680908" y="1272986"/>
                  <a:pt x="777009" y="1221950"/>
                </a:cubicBezTo>
                <a:cubicBezTo>
                  <a:pt x="873110" y="1170914"/>
                  <a:pt x="989166" y="1175167"/>
                  <a:pt x="1081273" y="1233100"/>
                </a:cubicBezTo>
                <a:cubicBezTo>
                  <a:pt x="1173381" y="1291033"/>
                  <a:pt x="1227475" y="1393800"/>
                  <a:pt x="1223091" y="1502523"/>
                </a:cubicBezTo>
                <a:lnTo>
                  <a:pt x="1423160" y="1510590"/>
                </a:lnTo>
                <a:cubicBezTo>
                  <a:pt x="1430433" y="1330214"/>
                  <a:pt x="1340689" y="1159721"/>
                  <a:pt x="1187880" y="1063608"/>
                </a:cubicBezTo>
                <a:cubicBezTo>
                  <a:pt x="1111476" y="1015552"/>
                  <a:pt x="1025138" y="989760"/>
                  <a:pt x="937973" y="986566"/>
                </a:cubicBezTo>
                <a:close/>
                <a:moveTo>
                  <a:pt x="2306124" y="986566"/>
                </a:moveTo>
                <a:cubicBezTo>
                  <a:pt x="2218958" y="983371"/>
                  <a:pt x="2130964" y="1002775"/>
                  <a:pt x="2051247" y="1045110"/>
                </a:cubicBezTo>
                <a:cubicBezTo>
                  <a:pt x="1891813" y="1129780"/>
                  <a:pt x="1789831" y="1293248"/>
                  <a:pt x="1783882" y="1473672"/>
                </a:cubicBezTo>
                <a:lnTo>
                  <a:pt x="1984003" y="1480270"/>
                </a:lnTo>
                <a:cubicBezTo>
                  <a:pt x="1987589" y="1371518"/>
                  <a:pt x="2049059" y="1272986"/>
                  <a:pt x="2145160" y="1221950"/>
                </a:cubicBezTo>
                <a:cubicBezTo>
                  <a:pt x="2241261" y="1170914"/>
                  <a:pt x="2357317" y="1175167"/>
                  <a:pt x="2449424" y="1233100"/>
                </a:cubicBezTo>
                <a:cubicBezTo>
                  <a:pt x="2541532" y="1291033"/>
                  <a:pt x="2595626" y="1393800"/>
                  <a:pt x="2591242" y="1502523"/>
                </a:cubicBezTo>
                <a:lnTo>
                  <a:pt x="2791311" y="1510590"/>
                </a:lnTo>
                <a:cubicBezTo>
                  <a:pt x="2798584" y="1330214"/>
                  <a:pt x="2708840" y="1159721"/>
                  <a:pt x="2556031" y="1063608"/>
                </a:cubicBezTo>
                <a:cubicBezTo>
                  <a:pt x="2479627" y="1015552"/>
                  <a:pt x="2393289" y="989760"/>
                  <a:pt x="2306124" y="98656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70" name="Rectangle 16"/>
          <p:cNvSpPr/>
          <p:nvPr/>
        </p:nvSpPr>
        <p:spPr>
          <a:xfrm rot="2700000">
            <a:off x="5325840" y="3520080"/>
            <a:ext cx="389160" cy="697680"/>
          </a:xfrm>
          <a:custGeom>
            <a:avLst/>
            <a:gdLst>
              <a:gd name="textAreaLeft" fmla="*/ 0 w 389160"/>
              <a:gd name="textAreaRight" fmla="*/ 389520 w 389160"/>
              <a:gd name="textAreaTop" fmla="*/ 0 h 697680"/>
              <a:gd name="textAreaBottom" fmla="*/ 698040 h 697680"/>
            </a:gdLst>
            <a:ahLst/>
            <a:rect l="textAreaLeft" t="textAreaTop" r="textAreaRight" b="textAreaBottom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71" name="Rectangle 9"/>
          <p:cNvSpPr/>
          <p:nvPr/>
        </p:nvSpPr>
        <p:spPr>
          <a:xfrm>
            <a:off x="4401000" y="3545280"/>
            <a:ext cx="527040" cy="493200"/>
          </a:xfrm>
          <a:custGeom>
            <a:avLst/>
            <a:gdLst>
              <a:gd name="textAreaLeft" fmla="*/ 0 w 527040"/>
              <a:gd name="textAreaRight" fmla="*/ 527400 w 527040"/>
              <a:gd name="textAreaTop" fmla="*/ 0 h 493200"/>
              <a:gd name="textAreaBottom" fmla="*/ 493560 h 493200"/>
            </a:gdLst>
            <a:ahLst/>
            <a:rect l="textAreaLeft" t="textAreaTop" r="textAreaRight" b="textAreaBottom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72" name="Round Same Side Corner Rectangle 6"/>
          <p:cNvSpPr/>
          <p:nvPr/>
        </p:nvSpPr>
        <p:spPr>
          <a:xfrm rot="2700000">
            <a:off x="6978960" y="5476320"/>
            <a:ext cx="190440" cy="764280"/>
          </a:xfrm>
          <a:custGeom>
            <a:avLst/>
            <a:gdLst>
              <a:gd name="textAreaLeft" fmla="*/ 0 w 190440"/>
              <a:gd name="textAreaRight" fmla="*/ 190800 w 190440"/>
              <a:gd name="textAreaTop" fmla="*/ 0 h 764280"/>
              <a:gd name="textAreaBottom" fmla="*/ 764640 h 764280"/>
            </a:gdLst>
            <a:ahLst/>
            <a:rect l="textAreaLeft" t="textAreaTop" r="textAreaRight" b="textAreaBottom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73" name="Frame 17"/>
          <p:cNvSpPr/>
          <p:nvPr/>
        </p:nvSpPr>
        <p:spPr>
          <a:xfrm>
            <a:off x="4376160" y="4613400"/>
            <a:ext cx="507960" cy="507960"/>
          </a:xfrm>
          <a:custGeom>
            <a:avLst/>
            <a:gdLst>
              <a:gd name="textAreaLeft" fmla="*/ 0 w 507960"/>
              <a:gd name="textAreaRight" fmla="*/ 508320 w 507960"/>
              <a:gd name="textAreaTop" fmla="*/ 0 h 507960"/>
              <a:gd name="textAreaBottom" fmla="*/ 508320 h 507960"/>
            </a:gdLst>
            <a:ahLst/>
            <a:rect l="textAreaLeft" t="textAreaTop" r="textAreaRight" b="textAreaBottom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474" name="Rounded Rectangle 5"/>
          <p:cNvSpPr/>
          <p:nvPr/>
        </p:nvSpPr>
        <p:spPr>
          <a:xfrm flipH="1">
            <a:off x="10101600" y="2554200"/>
            <a:ext cx="504360" cy="415800"/>
          </a:xfrm>
          <a:custGeom>
            <a:avLst/>
            <a:gdLst>
              <a:gd name="textAreaLeft" fmla="*/ -360 w 504360"/>
              <a:gd name="textAreaRight" fmla="*/ 504360 w 504360"/>
              <a:gd name="textAreaTop" fmla="*/ 0 h 415800"/>
              <a:gd name="textAreaBottom" fmla="*/ 416160 h 415800"/>
            </a:gdLst>
            <a:ahLst/>
            <a:rect l="textAreaLeft" t="textAreaTop" r="textAreaRight" b="textAreaBottom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75" name="Teardrop 1"/>
          <p:cNvSpPr/>
          <p:nvPr/>
        </p:nvSpPr>
        <p:spPr>
          <a:xfrm rot="18805800">
            <a:off x="10126440" y="1539360"/>
            <a:ext cx="551520" cy="545760"/>
          </a:xfrm>
          <a:custGeom>
            <a:avLst/>
            <a:gdLst>
              <a:gd name="textAreaLeft" fmla="*/ 0 w 551520"/>
              <a:gd name="textAreaRight" fmla="*/ 551880 w 551520"/>
              <a:gd name="textAreaTop" fmla="*/ 0 h 545760"/>
              <a:gd name="textAreaBottom" fmla="*/ 546120 h 545760"/>
            </a:gdLst>
            <a:ahLst/>
            <a:rect l="textAreaLeft" t="textAreaTop" r="textAreaRight" b="textAreaBottom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476" name="Rectangle 130"/>
          <p:cNvSpPr/>
          <p:nvPr/>
        </p:nvSpPr>
        <p:spPr>
          <a:xfrm>
            <a:off x="10932840" y="1539360"/>
            <a:ext cx="544320" cy="546840"/>
          </a:xfrm>
          <a:custGeom>
            <a:avLst/>
            <a:gdLst>
              <a:gd name="textAreaLeft" fmla="*/ 0 w 544320"/>
              <a:gd name="textAreaRight" fmla="*/ 544680 w 544320"/>
              <a:gd name="textAreaTop" fmla="*/ 0 h 546840"/>
              <a:gd name="textAreaBottom" fmla="*/ 547200 h 546840"/>
            </a:gdLst>
            <a:ahLst/>
            <a:rect l="textAreaLeft" t="textAreaTop" r="textAreaRight" b="textAreaBottom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477" name="Right Triangle 17"/>
          <p:cNvSpPr/>
          <p:nvPr/>
        </p:nvSpPr>
        <p:spPr>
          <a:xfrm>
            <a:off x="9363600" y="4578120"/>
            <a:ext cx="477720" cy="568800"/>
          </a:xfrm>
          <a:custGeom>
            <a:avLst/>
            <a:gdLst>
              <a:gd name="textAreaLeft" fmla="*/ 0 w 477720"/>
              <a:gd name="textAreaRight" fmla="*/ 478080 w 477720"/>
              <a:gd name="textAreaTop" fmla="*/ 0 h 568800"/>
              <a:gd name="textAreaBottom" fmla="*/ 569160 h 568800"/>
            </a:gdLst>
            <a:ahLst/>
            <a:rect l="textAreaLeft" t="textAreaTop" r="textAreaRight" b="textAreaBottom"/>
            <a:pathLst>
              <a:path w="2721114" h="3240000">
                <a:moveTo>
                  <a:pt x="1999321" y="2603448"/>
                </a:moveTo>
                <a:lnTo>
                  <a:pt x="1999321" y="2772810"/>
                </a:lnTo>
                <a:lnTo>
                  <a:pt x="2528507" y="2772810"/>
                </a:lnTo>
                <a:lnTo>
                  <a:pt x="2528507" y="2603448"/>
                </a:lnTo>
                <a:close/>
                <a:moveTo>
                  <a:pt x="2263914" y="2230929"/>
                </a:moveTo>
                <a:cubicBezTo>
                  <a:pt x="2516419" y="2230929"/>
                  <a:pt x="2721114" y="2435624"/>
                  <a:pt x="2721114" y="2688129"/>
                </a:cubicBezTo>
                <a:cubicBezTo>
                  <a:pt x="2721114" y="2940634"/>
                  <a:pt x="2516419" y="3145329"/>
                  <a:pt x="2263914" y="3145329"/>
                </a:cubicBezTo>
                <a:cubicBezTo>
                  <a:pt x="2011409" y="3145329"/>
                  <a:pt x="1806714" y="2940634"/>
                  <a:pt x="1806714" y="2688129"/>
                </a:cubicBezTo>
                <a:cubicBezTo>
                  <a:pt x="1806714" y="2435624"/>
                  <a:pt x="2011409" y="2230929"/>
                  <a:pt x="2263914" y="2230929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78" name="Right Triangle 17"/>
          <p:cNvSpPr/>
          <p:nvPr/>
        </p:nvSpPr>
        <p:spPr>
          <a:xfrm>
            <a:off x="8488440" y="4578120"/>
            <a:ext cx="477720" cy="568800"/>
          </a:xfrm>
          <a:custGeom>
            <a:avLst/>
            <a:gdLst>
              <a:gd name="textAreaLeft" fmla="*/ 0 w 477720"/>
              <a:gd name="textAreaRight" fmla="*/ 478080 w 477720"/>
              <a:gd name="textAreaTop" fmla="*/ 0 h 568800"/>
              <a:gd name="textAreaBottom" fmla="*/ 569160 h 568800"/>
            </a:gdLst>
            <a:ahLst/>
            <a:rect l="textAreaLeft" t="textAreaTop" r="textAreaRight" b="textAreaBottom"/>
            <a:pathLst>
              <a:path w="2721114" h="3240000">
                <a:moveTo>
                  <a:pt x="2179233" y="2431577"/>
                </a:moveTo>
                <a:lnTo>
                  <a:pt x="2179233" y="2611489"/>
                </a:lnTo>
                <a:lnTo>
                  <a:pt x="1999321" y="2611489"/>
                </a:lnTo>
                <a:lnTo>
                  <a:pt x="1999321" y="2780851"/>
                </a:lnTo>
                <a:lnTo>
                  <a:pt x="2179233" y="2780851"/>
                </a:lnTo>
                <a:lnTo>
                  <a:pt x="2179233" y="2960763"/>
                </a:lnTo>
                <a:lnTo>
                  <a:pt x="2348595" y="2960763"/>
                </a:lnTo>
                <a:lnTo>
                  <a:pt x="2348595" y="2780851"/>
                </a:lnTo>
                <a:lnTo>
                  <a:pt x="2528507" y="2780851"/>
                </a:lnTo>
                <a:lnTo>
                  <a:pt x="2528507" y="2611489"/>
                </a:lnTo>
                <a:lnTo>
                  <a:pt x="2348595" y="2611489"/>
                </a:lnTo>
                <a:lnTo>
                  <a:pt x="2348595" y="24315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79" name="Right Triangle 17"/>
          <p:cNvSpPr/>
          <p:nvPr/>
        </p:nvSpPr>
        <p:spPr>
          <a:xfrm>
            <a:off x="10238400" y="4578120"/>
            <a:ext cx="477720" cy="568800"/>
          </a:xfrm>
          <a:custGeom>
            <a:avLst/>
            <a:gdLst>
              <a:gd name="textAreaLeft" fmla="*/ 0 w 477720"/>
              <a:gd name="textAreaRight" fmla="*/ 478080 w 477720"/>
              <a:gd name="textAreaTop" fmla="*/ 0 h 568800"/>
              <a:gd name="textAreaBottom" fmla="*/ 569160 h 568800"/>
            </a:gdLst>
            <a:ahLst/>
            <a:rect l="textAreaLeft" t="textAreaTop" r="textAreaRight" b="textAreaBottom"/>
            <a:pathLst>
              <a:path w="2721114" h="3240000">
                <a:moveTo>
                  <a:pt x="2136698" y="2449196"/>
                </a:moveTo>
                <a:lnTo>
                  <a:pt x="2016940" y="2568954"/>
                </a:lnTo>
                <a:lnTo>
                  <a:pt x="2144156" y="2696170"/>
                </a:lnTo>
                <a:lnTo>
                  <a:pt x="2016940" y="2823386"/>
                </a:lnTo>
                <a:lnTo>
                  <a:pt x="2136698" y="2943144"/>
                </a:lnTo>
                <a:lnTo>
                  <a:pt x="2263914" y="2815928"/>
                </a:lnTo>
                <a:lnTo>
                  <a:pt x="2391130" y="2943144"/>
                </a:lnTo>
                <a:lnTo>
                  <a:pt x="2510888" y="2823386"/>
                </a:lnTo>
                <a:lnTo>
                  <a:pt x="2383672" y="2696170"/>
                </a:lnTo>
                <a:lnTo>
                  <a:pt x="2510888" y="2568954"/>
                </a:lnTo>
                <a:lnTo>
                  <a:pt x="2391130" y="2449196"/>
                </a:lnTo>
                <a:lnTo>
                  <a:pt x="2263914" y="2576412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80" name="Oval 44"/>
          <p:cNvSpPr/>
          <p:nvPr/>
        </p:nvSpPr>
        <p:spPr>
          <a:xfrm>
            <a:off x="11113560" y="4578120"/>
            <a:ext cx="477720" cy="568800"/>
          </a:xfrm>
          <a:custGeom>
            <a:avLst/>
            <a:gdLst>
              <a:gd name="textAreaLeft" fmla="*/ 0 w 477720"/>
              <a:gd name="textAreaRight" fmla="*/ 478080 w 477720"/>
              <a:gd name="textAreaTop" fmla="*/ 0 h 568800"/>
              <a:gd name="textAreaBottom" fmla="*/ 569160 h 568800"/>
            </a:gdLst>
            <a:ahLst/>
            <a:rect l="textAreaLeft" t="textAreaTop" r="textAreaRight" b="textAreaBottom"/>
            <a:pathLst>
              <a:path w="2721114" h="3240000">
                <a:moveTo>
                  <a:pt x="2519839" y="2469622"/>
                </a:moveTo>
                <a:lnTo>
                  <a:pt x="2201779" y="2787682"/>
                </a:lnTo>
                <a:lnTo>
                  <a:pt x="2003023" y="2588926"/>
                </a:lnTo>
                <a:lnTo>
                  <a:pt x="1901669" y="2690281"/>
                </a:lnTo>
                <a:lnTo>
                  <a:pt x="2203868" y="2992480"/>
                </a:lnTo>
                <a:lnTo>
                  <a:pt x="2305222" y="2891125"/>
                </a:lnTo>
                <a:lnTo>
                  <a:pt x="2303133" y="2889037"/>
                </a:lnTo>
                <a:lnTo>
                  <a:pt x="2621194" y="25709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PlaceHolder 1"/>
          <p:cNvSpPr>
            <a:spLocks noGrp="1"/>
          </p:cNvSpPr>
          <p:nvPr>
            <p:ph/>
          </p:nvPr>
        </p:nvSpPr>
        <p:spPr>
          <a:xfrm>
            <a:off x="323640" y="123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87407"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Fully Editable Icon Sets: B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82" name="Freeform 47"/>
          <p:cNvSpPr/>
          <p:nvPr/>
        </p:nvSpPr>
        <p:spPr>
          <a:xfrm>
            <a:off x="4430880" y="1410480"/>
            <a:ext cx="529920" cy="529560"/>
          </a:xfrm>
          <a:custGeom>
            <a:avLst/>
            <a:gdLst>
              <a:gd name="textAreaLeft" fmla="*/ 0 w 529920"/>
              <a:gd name="textAreaRight" fmla="*/ 530280 w 529920"/>
              <a:gd name="textAreaTop" fmla="*/ 0 h 529560"/>
              <a:gd name="textAreaBottom" fmla="*/ 529920 h 529560"/>
            </a:gdLst>
            <a:ahLst/>
            <a:rect l="textAreaLeft" t="textAreaTop" r="textAreaRight" b="textAreaBottom"/>
            <a:pathLst>
              <a:path w="2103393" h="2102114">
                <a:moveTo>
                  <a:pt x="930675" y="75207"/>
                </a:moveTo>
                <a:cubicBezTo>
                  <a:pt x="914336" y="-26367"/>
                  <a:pt x="1202803" y="-23213"/>
                  <a:pt x="1190398" y="73534"/>
                </a:cubicBezTo>
                <a:lnTo>
                  <a:pt x="1177505" y="630783"/>
                </a:lnTo>
                <a:lnTo>
                  <a:pt x="1312141" y="709320"/>
                </a:lnTo>
                <a:cubicBezTo>
                  <a:pt x="1349539" y="621433"/>
                  <a:pt x="1403768" y="466228"/>
                  <a:pt x="1508484" y="512977"/>
                </a:cubicBezTo>
                <a:cubicBezTo>
                  <a:pt x="1961009" y="692492"/>
                  <a:pt x="2211581" y="1696648"/>
                  <a:pt x="2058246" y="2061286"/>
                </a:cubicBezTo>
                <a:cubicBezTo>
                  <a:pt x="1912391" y="2233320"/>
                  <a:pt x="1542142" y="1816322"/>
                  <a:pt x="1244822" y="1651768"/>
                </a:cubicBezTo>
                <a:cubicBezTo>
                  <a:pt x="1113927" y="1590061"/>
                  <a:pt x="1184984" y="1466646"/>
                  <a:pt x="1205554" y="1337621"/>
                </a:cubicBezTo>
                <a:cubicBezTo>
                  <a:pt x="1233603" y="1238514"/>
                  <a:pt x="1127017" y="1161846"/>
                  <a:pt x="1244823" y="894444"/>
                </a:cubicBezTo>
                <a:cubicBezTo>
                  <a:pt x="1188725" y="845826"/>
                  <a:pt x="1155065" y="802817"/>
                  <a:pt x="1076528" y="748589"/>
                </a:cubicBezTo>
                <a:cubicBezTo>
                  <a:pt x="973682" y="789728"/>
                  <a:pt x="949373" y="842086"/>
                  <a:pt x="885795" y="888834"/>
                </a:cubicBezTo>
                <a:cubicBezTo>
                  <a:pt x="951243" y="1053389"/>
                  <a:pt x="898883" y="1240382"/>
                  <a:pt x="919453" y="1326400"/>
                </a:cubicBezTo>
                <a:cubicBezTo>
                  <a:pt x="930673" y="1432986"/>
                  <a:pt x="1003602" y="1595671"/>
                  <a:pt x="891405" y="1646159"/>
                </a:cubicBezTo>
                <a:cubicBezTo>
                  <a:pt x="685711" y="1737785"/>
                  <a:pt x="311722" y="2121123"/>
                  <a:pt x="89201" y="2089335"/>
                </a:cubicBezTo>
                <a:cubicBezTo>
                  <a:pt x="-118362" y="2035107"/>
                  <a:pt x="33103" y="774768"/>
                  <a:pt x="577255" y="512977"/>
                </a:cubicBezTo>
                <a:cubicBezTo>
                  <a:pt x="704411" y="464359"/>
                  <a:pt x="736199" y="673791"/>
                  <a:pt x="807257" y="748589"/>
                </a:cubicBezTo>
                <a:lnTo>
                  <a:pt x="969942" y="636393"/>
                </a:lnTo>
                <a:cubicBezTo>
                  <a:pt x="968072" y="483058"/>
                  <a:pt x="947112" y="235825"/>
                  <a:pt x="930675" y="752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83" name="Freeform 48"/>
          <p:cNvSpPr/>
          <p:nvPr/>
        </p:nvSpPr>
        <p:spPr>
          <a:xfrm>
            <a:off x="5277960" y="1454760"/>
            <a:ext cx="529560" cy="441000"/>
          </a:xfrm>
          <a:custGeom>
            <a:avLst/>
            <a:gdLst>
              <a:gd name="textAreaLeft" fmla="*/ 0 w 529560"/>
              <a:gd name="textAreaRight" fmla="*/ 529920 w 529560"/>
              <a:gd name="textAreaTop" fmla="*/ 0 h 441000"/>
              <a:gd name="textAreaBottom" fmla="*/ 441360 h 441000"/>
            </a:gdLst>
            <a:ahLst/>
            <a:rect l="textAreaLeft" t="textAreaTop" r="textAreaRight" b="textAreaBottom"/>
            <a:pathLst>
              <a:path w="3240001" h="2698329">
                <a:moveTo>
                  <a:pt x="2548075" y="5025"/>
                </a:moveTo>
                <a:cubicBezTo>
                  <a:pt x="2888705" y="21427"/>
                  <a:pt x="3205543" y="144443"/>
                  <a:pt x="3236875" y="324866"/>
                </a:cubicBezTo>
                <a:cubicBezTo>
                  <a:pt x="3272384" y="584869"/>
                  <a:pt x="3000845" y="793843"/>
                  <a:pt x="2654112" y="922630"/>
                </a:cubicBezTo>
                <a:cubicBezTo>
                  <a:pt x="2512076" y="1002818"/>
                  <a:pt x="2288579" y="1396468"/>
                  <a:pt x="2077615" y="1155904"/>
                </a:cubicBezTo>
                <a:cubicBezTo>
                  <a:pt x="1902159" y="985808"/>
                  <a:pt x="1914692" y="662627"/>
                  <a:pt x="1946024" y="426923"/>
                </a:cubicBezTo>
                <a:cubicBezTo>
                  <a:pt x="1958557" y="234957"/>
                  <a:pt x="1977355" y="79442"/>
                  <a:pt x="2209208" y="25983"/>
                </a:cubicBezTo>
                <a:cubicBezTo>
                  <a:pt x="2318345" y="5936"/>
                  <a:pt x="2434532" y="-443"/>
                  <a:pt x="2548075" y="5025"/>
                </a:cubicBezTo>
                <a:close/>
                <a:moveTo>
                  <a:pt x="1184195" y="86"/>
                </a:moveTo>
                <a:cubicBezTo>
                  <a:pt x="1412849" y="2955"/>
                  <a:pt x="1621488" y="77771"/>
                  <a:pt x="1732975" y="244677"/>
                </a:cubicBezTo>
                <a:cubicBezTo>
                  <a:pt x="1866656" y="436642"/>
                  <a:pt x="1793548" y="672347"/>
                  <a:pt x="1801904" y="871602"/>
                </a:cubicBezTo>
                <a:cubicBezTo>
                  <a:pt x="1820702" y="1041698"/>
                  <a:pt x="1996160" y="1255532"/>
                  <a:pt x="1889631" y="1396469"/>
                </a:cubicBezTo>
                <a:cubicBezTo>
                  <a:pt x="1714174" y="1644320"/>
                  <a:pt x="1482324" y="1717219"/>
                  <a:pt x="1300601" y="1906754"/>
                </a:cubicBezTo>
                <a:cubicBezTo>
                  <a:pt x="1068750" y="2152178"/>
                  <a:pt x="736639" y="2754803"/>
                  <a:pt x="442124" y="2694054"/>
                </a:cubicBezTo>
                <a:cubicBezTo>
                  <a:pt x="189385" y="2609005"/>
                  <a:pt x="149697" y="2276103"/>
                  <a:pt x="78680" y="2016101"/>
                </a:cubicBezTo>
                <a:cubicBezTo>
                  <a:pt x="-50823" y="1442635"/>
                  <a:pt x="-61268" y="759824"/>
                  <a:pt x="366928" y="302996"/>
                </a:cubicBezTo>
                <a:cubicBezTo>
                  <a:pt x="563141" y="111638"/>
                  <a:pt x="890211" y="-3604"/>
                  <a:pt x="1184195" y="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84" name="Freeform 49"/>
          <p:cNvSpPr/>
          <p:nvPr/>
        </p:nvSpPr>
        <p:spPr>
          <a:xfrm>
            <a:off x="6995520" y="1440000"/>
            <a:ext cx="470520" cy="470520"/>
          </a:xfrm>
          <a:custGeom>
            <a:avLst/>
            <a:gdLst>
              <a:gd name="textAreaLeft" fmla="*/ 0 w 470520"/>
              <a:gd name="textAreaRight" fmla="*/ 470880 w 470520"/>
              <a:gd name="textAreaTop" fmla="*/ 0 h 470520"/>
              <a:gd name="textAreaBottom" fmla="*/ 470880 h 470520"/>
            </a:gdLst>
            <a:ahLst/>
            <a:rect l="textAreaLeft" t="textAreaTop" r="textAreaRight" b="textAreaBottom"/>
            <a:pathLst>
              <a:path w="3203570" h="3242474">
                <a:moveTo>
                  <a:pt x="1049035" y="16828"/>
                </a:moveTo>
                <a:lnTo>
                  <a:pt x="1447333" y="0"/>
                </a:lnTo>
                <a:cubicBezTo>
                  <a:pt x="1441724" y="284231"/>
                  <a:pt x="1413674" y="613340"/>
                  <a:pt x="1666116" y="734886"/>
                </a:cubicBezTo>
                <a:cubicBezTo>
                  <a:pt x="1888639" y="783504"/>
                  <a:pt x="1937256" y="473095"/>
                  <a:pt x="2401001" y="560982"/>
                </a:cubicBezTo>
                <a:cubicBezTo>
                  <a:pt x="2875965" y="635779"/>
                  <a:pt x="3216295" y="1035945"/>
                  <a:pt x="3203206" y="1834409"/>
                </a:cubicBezTo>
                <a:cubicBezTo>
                  <a:pt x="3175156" y="2587994"/>
                  <a:pt x="2844177" y="2814257"/>
                  <a:pt x="2300025" y="3046130"/>
                </a:cubicBezTo>
                <a:cubicBezTo>
                  <a:pt x="1406194" y="3347190"/>
                  <a:pt x="820903" y="2705801"/>
                  <a:pt x="605860" y="2664663"/>
                </a:cubicBezTo>
                <a:cubicBezTo>
                  <a:pt x="379598" y="2621655"/>
                  <a:pt x="355288" y="2954503"/>
                  <a:pt x="381468" y="3242474"/>
                </a:cubicBezTo>
                <a:lnTo>
                  <a:pt x="0" y="3236864"/>
                </a:lnTo>
                <a:cubicBezTo>
                  <a:pt x="9350" y="2823607"/>
                  <a:pt x="-31788" y="2191567"/>
                  <a:pt x="516103" y="2249538"/>
                </a:cubicBezTo>
                <a:cubicBezTo>
                  <a:pt x="918138" y="2305637"/>
                  <a:pt x="1303347" y="2423441"/>
                  <a:pt x="1559529" y="1991485"/>
                </a:cubicBezTo>
                <a:cubicBezTo>
                  <a:pt x="1720344" y="1686686"/>
                  <a:pt x="1701645" y="1337006"/>
                  <a:pt x="1234160" y="959279"/>
                </a:cubicBezTo>
                <a:cubicBezTo>
                  <a:pt x="1155622" y="891961"/>
                  <a:pt x="981717" y="516102"/>
                  <a:pt x="1049035" y="168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85" name="Freeform 50"/>
          <p:cNvSpPr/>
          <p:nvPr/>
        </p:nvSpPr>
        <p:spPr>
          <a:xfrm>
            <a:off x="6116040" y="1451880"/>
            <a:ext cx="529560" cy="447120"/>
          </a:xfrm>
          <a:custGeom>
            <a:avLst/>
            <a:gdLst>
              <a:gd name="textAreaLeft" fmla="*/ 0 w 529560"/>
              <a:gd name="textAreaRight" fmla="*/ 529920 w 529560"/>
              <a:gd name="textAreaTop" fmla="*/ 0 h 447120"/>
              <a:gd name="textAreaBottom" fmla="*/ 447480 h 447120"/>
            </a:gdLst>
            <a:ahLst/>
            <a:rect l="textAreaLeft" t="textAreaTop" r="textAreaRight" b="textAreaBottom"/>
            <a:pathLst>
              <a:path w="3213653" h="2719059">
                <a:moveTo>
                  <a:pt x="1378151" y="1333546"/>
                </a:moveTo>
                <a:cubicBezTo>
                  <a:pt x="1319627" y="1375402"/>
                  <a:pt x="1250513" y="1400241"/>
                  <a:pt x="1177640" y="1404742"/>
                </a:cubicBezTo>
                <a:cubicBezTo>
                  <a:pt x="1183273" y="1421668"/>
                  <a:pt x="1185388" y="1439329"/>
                  <a:pt x="1185029" y="1457608"/>
                </a:cubicBezTo>
                <a:lnTo>
                  <a:pt x="1182201" y="1517198"/>
                </a:lnTo>
                <a:cubicBezTo>
                  <a:pt x="1256472" y="1514781"/>
                  <a:pt x="1326341" y="1484168"/>
                  <a:pt x="1378151" y="1432005"/>
                </a:cubicBezTo>
                <a:close/>
                <a:moveTo>
                  <a:pt x="1765736" y="0"/>
                </a:moveTo>
                <a:cubicBezTo>
                  <a:pt x="1820598" y="0"/>
                  <a:pt x="1865072" y="44474"/>
                  <a:pt x="1865072" y="99336"/>
                </a:cubicBezTo>
                <a:lnTo>
                  <a:pt x="1865072" y="1145199"/>
                </a:lnTo>
                <a:cubicBezTo>
                  <a:pt x="1927584" y="1198906"/>
                  <a:pt x="2002197" y="1234373"/>
                  <a:pt x="2081262" y="1252128"/>
                </a:cubicBezTo>
                <a:cubicBezTo>
                  <a:pt x="2096727" y="1219747"/>
                  <a:pt x="2112543" y="1186289"/>
                  <a:pt x="2123992" y="1149920"/>
                </a:cubicBezTo>
                <a:cubicBezTo>
                  <a:pt x="1899600" y="1041464"/>
                  <a:pt x="1832282" y="585198"/>
                  <a:pt x="1933258" y="437473"/>
                </a:cubicBezTo>
                <a:cubicBezTo>
                  <a:pt x="2028156" y="327848"/>
                  <a:pt x="2131647" y="265468"/>
                  <a:pt x="2345195" y="261608"/>
                </a:cubicBezTo>
                <a:cubicBezTo>
                  <a:pt x="2375702" y="261056"/>
                  <a:pt x="2408455" y="261699"/>
                  <a:pt x="2443750" y="263569"/>
                </a:cubicBezTo>
                <a:cubicBezTo>
                  <a:pt x="2954244" y="291618"/>
                  <a:pt x="3189856" y="886259"/>
                  <a:pt x="3206686" y="1323824"/>
                </a:cubicBezTo>
                <a:cubicBezTo>
                  <a:pt x="3247823" y="2015701"/>
                  <a:pt x="3103839" y="2270013"/>
                  <a:pt x="2853267" y="2462617"/>
                </a:cubicBezTo>
                <a:cubicBezTo>
                  <a:pt x="2511068" y="2735627"/>
                  <a:pt x="2157650" y="2470097"/>
                  <a:pt x="2084722" y="2170906"/>
                </a:cubicBezTo>
                <a:cubicBezTo>
                  <a:pt x="2058544" y="2038140"/>
                  <a:pt x="2127730" y="1922204"/>
                  <a:pt x="2202528" y="1800658"/>
                </a:cubicBezTo>
                <a:lnTo>
                  <a:pt x="2143866" y="1730900"/>
                </a:lnTo>
                <a:cubicBezTo>
                  <a:pt x="2096151" y="1741682"/>
                  <a:pt x="2046910" y="1746675"/>
                  <a:pt x="1997032" y="1746402"/>
                </a:cubicBezTo>
                <a:lnTo>
                  <a:pt x="1887189" y="1736891"/>
                </a:lnTo>
                <a:lnTo>
                  <a:pt x="1887189" y="2619722"/>
                </a:lnTo>
                <a:cubicBezTo>
                  <a:pt x="1887189" y="2674584"/>
                  <a:pt x="1842715" y="2719058"/>
                  <a:pt x="1787853" y="2719058"/>
                </a:cubicBezTo>
                <a:cubicBezTo>
                  <a:pt x="1732991" y="2719058"/>
                  <a:pt x="1688517" y="2674584"/>
                  <a:pt x="1688517" y="2619722"/>
                </a:cubicBezTo>
                <a:lnTo>
                  <a:pt x="1688517" y="1730093"/>
                </a:lnTo>
                <a:cubicBezTo>
                  <a:pt x="1688517" y="1710960"/>
                  <a:pt x="1693926" y="1693091"/>
                  <a:pt x="1704798" y="1678857"/>
                </a:cubicBezTo>
                <a:cubicBezTo>
                  <a:pt x="1659024" y="1659660"/>
                  <a:pt x="1616387" y="1633873"/>
                  <a:pt x="1576823" y="1603655"/>
                </a:cubicBezTo>
                <a:lnTo>
                  <a:pt x="1576823" y="2619723"/>
                </a:lnTo>
                <a:cubicBezTo>
                  <a:pt x="1576823" y="2674585"/>
                  <a:pt x="1532349" y="2719059"/>
                  <a:pt x="1477487" y="2719059"/>
                </a:cubicBezTo>
                <a:cubicBezTo>
                  <a:pt x="1422625" y="2719059"/>
                  <a:pt x="1378151" y="2674585"/>
                  <a:pt x="1378151" y="2619723"/>
                </a:cubicBezTo>
                <a:lnTo>
                  <a:pt x="1378151" y="1615564"/>
                </a:lnTo>
                <a:cubicBezTo>
                  <a:pt x="1313743" y="1650180"/>
                  <a:pt x="1240907" y="1668612"/>
                  <a:pt x="1165758" y="1668570"/>
                </a:cubicBezTo>
                <a:lnTo>
                  <a:pt x="1143358" y="1665899"/>
                </a:lnTo>
                <a:cubicBezTo>
                  <a:pt x="1108602" y="1733381"/>
                  <a:pt x="1056017" y="1769960"/>
                  <a:pt x="1011125" y="1833465"/>
                </a:cubicBezTo>
                <a:cubicBezTo>
                  <a:pt x="1085923" y="1955011"/>
                  <a:pt x="1155109" y="2070947"/>
                  <a:pt x="1128931" y="2203713"/>
                </a:cubicBezTo>
                <a:cubicBezTo>
                  <a:pt x="1056003" y="2502904"/>
                  <a:pt x="702585" y="2768434"/>
                  <a:pt x="360386" y="2495424"/>
                </a:cubicBezTo>
                <a:cubicBezTo>
                  <a:pt x="109814" y="2302820"/>
                  <a:pt x="-34170" y="2048508"/>
                  <a:pt x="6967" y="1356631"/>
                </a:cubicBezTo>
                <a:cubicBezTo>
                  <a:pt x="23797" y="919066"/>
                  <a:pt x="259409" y="324425"/>
                  <a:pt x="769903" y="296376"/>
                </a:cubicBezTo>
                <a:cubicBezTo>
                  <a:pt x="805198" y="294506"/>
                  <a:pt x="837951" y="293863"/>
                  <a:pt x="868458" y="294415"/>
                </a:cubicBezTo>
                <a:cubicBezTo>
                  <a:pt x="1082006" y="298276"/>
                  <a:pt x="1185497" y="360655"/>
                  <a:pt x="1280395" y="470280"/>
                </a:cubicBezTo>
                <a:cubicBezTo>
                  <a:pt x="1381371" y="618005"/>
                  <a:pt x="1314053" y="1074271"/>
                  <a:pt x="1089661" y="1182727"/>
                </a:cubicBezTo>
                <a:cubicBezTo>
                  <a:pt x="1098183" y="1209798"/>
                  <a:pt x="1109125" y="1235256"/>
                  <a:pt x="1120578" y="1259840"/>
                </a:cubicBezTo>
                <a:cubicBezTo>
                  <a:pt x="1123656" y="1260899"/>
                  <a:pt x="1126770" y="1260948"/>
                  <a:pt x="1129891" y="1260950"/>
                </a:cubicBezTo>
                <a:cubicBezTo>
                  <a:pt x="1227949" y="1261006"/>
                  <a:pt x="1320161" y="1214330"/>
                  <a:pt x="1378151" y="1135267"/>
                </a:cubicBezTo>
                <a:lnTo>
                  <a:pt x="1378151" y="118395"/>
                </a:lnTo>
                <a:cubicBezTo>
                  <a:pt x="1378151" y="63533"/>
                  <a:pt x="1422625" y="19059"/>
                  <a:pt x="1477487" y="19059"/>
                </a:cubicBezTo>
                <a:cubicBezTo>
                  <a:pt x="1532349" y="19059"/>
                  <a:pt x="1576823" y="63533"/>
                  <a:pt x="1576823" y="118395"/>
                </a:cubicBezTo>
                <a:lnTo>
                  <a:pt x="1576823" y="1413063"/>
                </a:lnTo>
                <a:cubicBezTo>
                  <a:pt x="1680597" y="1536757"/>
                  <a:pt x="1834575" y="1607590"/>
                  <a:pt x="1997786" y="1608484"/>
                </a:cubicBezTo>
                <a:lnTo>
                  <a:pt x="2057480" y="1605248"/>
                </a:lnTo>
                <a:cubicBezTo>
                  <a:pt x="2038910" y="1561698"/>
                  <a:pt x="2027992" y="1505121"/>
                  <a:pt x="2028624" y="1424801"/>
                </a:cubicBezTo>
                <a:lnTo>
                  <a:pt x="2034537" y="1382501"/>
                </a:lnTo>
                <a:cubicBezTo>
                  <a:pt x="1972012" y="1367348"/>
                  <a:pt x="1912047" y="1342676"/>
                  <a:pt x="1856155" y="1310037"/>
                </a:cubicBezTo>
                <a:cubicBezTo>
                  <a:pt x="1840993" y="1344880"/>
                  <a:pt x="1806188" y="1369059"/>
                  <a:pt x="1765736" y="1369059"/>
                </a:cubicBezTo>
                <a:cubicBezTo>
                  <a:pt x="1710874" y="1369059"/>
                  <a:pt x="1666400" y="1324585"/>
                  <a:pt x="1666400" y="1269723"/>
                </a:cubicBezTo>
                <a:lnTo>
                  <a:pt x="1666400" y="99336"/>
                </a:lnTo>
                <a:cubicBezTo>
                  <a:pt x="1666400" y="44474"/>
                  <a:pt x="1710874" y="0"/>
                  <a:pt x="17657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86" name="Teardrop 9"/>
          <p:cNvSpPr/>
          <p:nvPr/>
        </p:nvSpPr>
        <p:spPr>
          <a:xfrm rot="18900000">
            <a:off x="7840800" y="2475000"/>
            <a:ext cx="512640" cy="437400"/>
          </a:xfrm>
          <a:custGeom>
            <a:avLst/>
            <a:gdLst>
              <a:gd name="textAreaLeft" fmla="*/ 0 w 512640"/>
              <a:gd name="textAreaRight" fmla="*/ 513000 w 512640"/>
              <a:gd name="textAreaTop" fmla="*/ 0 h 437400"/>
              <a:gd name="textAreaBottom" fmla="*/ 437760 h 437400"/>
            </a:gdLst>
            <a:ahLst/>
            <a:rect l="textAreaLeft" t="textAreaTop" r="textAreaRight" b="textAreaBottom"/>
            <a:pathLst>
              <a:path w="3552042" h="3031575">
                <a:moveTo>
                  <a:pt x="1499560" y="1284945"/>
                </a:moveTo>
                <a:lnTo>
                  <a:pt x="1272419" y="1057805"/>
                </a:lnTo>
                <a:lnTo>
                  <a:pt x="1054631" y="1275593"/>
                </a:lnTo>
                <a:lnTo>
                  <a:pt x="836843" y="1057805"/>
                </a:lnTo>
                <a:lnTo>
                  <a:pt x="609703" y="1284945"/>
                </a:lnTo>
                <a:lnTo>
                  <a:pt x="827491" y="1502733"/>
                </a:lnTo>
                <a:lnTo>
                  <a:pt x="609703" y="1720522"/>
                </a:lnTo>
                <a:lnTo>
                  <a:pt x="836843" y="1947662"/>
                </a:lnTo>
                <a:lnTo>
                  <a:pt x="1054631" y="1729874"/>
                </a:lnTo>
                <a:lnTo>
                  <a:pt x="1272419" y="1947662"/>
                </a:lnTo>
                <a:lnTo>
                  <a:pt x="1499560" y="1720522"/>
                </a:lnTo>
                <a:lnTo>
                  <a:pt x="1281771" y="1502733"/>
                </a:lnTo>
                <a:close/>
                <a:moveTo>
                  <a:pt x="3552042" y="1021270"/>
                </a:moveTo>
                <a:cubicBezTo>
                  <a:pt x="3346428" y="1488389"/>
                  <a:pt x="3240687" y="1885112"/>
                  <a:pt x="3146822" y="2229032"/>
                </a:cubicBezTo>
                <a:cubicBezTo>
                  <a:pt x="3047091" y="2666397"/>
                  <a:pt x="2787512" y="3031575"/>
                  <a:pt x="2344279" y="3031575"/>
                </a:cubicBezTo>
                <a:cubicBezTo>
                  <a:pt x="1991740" y="3031575"/>
                  <a:pt x="1692293" y="2804263"/>
                  <a:pt x="1587926" y="2487045"/>
                </a:cubicBezTo>
                <a:cubicBezTo>
                  <a:pt x="1859795" y="2308350"/>
                  <a:pt x="2033031" y="1980125"/>
                  <a:pt x="2117061" y="1611614"/>
                </a:cubicBezTo>
                <a:cubicBezTo>
                  <a:pt x="2127904" y="1571883"/>
                  <a:pt x="2138872" y="1531598"/>
                  <a:pt x="2150086" y="1490753"/>
                </a:cubicBezTo>
                <a:cubicBezTo>
                  <a:pt x="2212338" y="1465032"/>
                  <a:pt x="2277652" y="1444164"/>
                  <a:pt x="2344279" y="1426490"/>
                </a:cubicBezTo>
                <a:cubicBezTo>
                  <a:pt x="2764465" y="1315024"/>
                  <a:pt x="3073190" y="1226884"/>
                  <a:pt x="3552042" y="1021270"/>
                </a:cubicBezTo>
                <a:close/>
                <a:moveTo>
                  <a:pt x="2557365" y="0"/>
                </a:moveTo>
                <a:cubicBezTo>
                  <a:pt x="2295797" y="594236"/>
                  <a:pt x="2161281" y="1098917"/>
                  <a:pt x="2041873" y="1536428"/>
                </a:cubicBezTo>
                <a:cubicBezTo>
                  <a:pt x="1915003" y="2092812"/>
                  <a:pt x="1584785" y="2557364"/>
                  <a:pt x="1020937" y="2557364"/>
                </a:cubicBezTo>
                <a:cubicBezTo>
                  <a:pt x="457089" y="2557364"/>
                  <a:pt x="0" y="2100276"/>
                  <a:pt x="0" y="1536428"/>
                </a:cubicBezTo>
                <a:cubicBezTo>
                  <a:pt x="0" y="972580"/>
                  <a:pt x="475939" y="660066"/>
                  <a:pt x="1020937" y="515492"/>
                </a:cubicBezTo>
                <a:cubicBezTo>
                  <a:pt x="1555467" y="373694"/>
                  <a:pt x="1948204" y="261568"/>
                  <a:pt x="255736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87" name="Freeform 97"/>
          <p:cNvSpPr/>
          <p:nvPr/>
        </p:nvSpPr>
        <p:spPr>
          <a:xfrm>
            <a:off x="8560800" y="1444320"/>
            <a:ext cx="618840" cy="462240"/>
          </a:xfrm>
          <a:custGeom>
            <a:avLst/>
            <a:gdLst>
              <a:gd name="textAreaLeft" fmla="*/ 0 w 618840"/>
              <a:gd name="textAreaRight" fmla="*/ 619200 w 618840"/>
              <a:gd name="textAreaTop" fmla="*/ 0 h 462240"/>
              <a:gd name="textAreaBottom" fmla="*/ 462600 h 462240"/>
            </a:gdLst>
            <a:ahLst/>
            <a:rect l="textAreaLeft" t="textAreaTop" r="textAreaRight" b="textAreaBottom"/>
            <a:pathLst>
              <a:path w="3246245" h="2425805">
                <a:moveTo>
                  <a:pt x="2545666" y="706851"/>
                </a:moveTo>
                <a:cubicBezTo>
                  <a:pt x="2704742" y="706851"/>
                  <a:pt x="2833698" y="835807"/>
                  <a:pt x="2833698" y="994883"/>
                </a:cubicBezTo>
                <a:cubicBezTo>
                  <a:pt x="2833698" y="1153959"/>
                  <a:pt x="2704742" y="1282915"/>
                  <a:pt x="2545666" y="1282915"/>
                </a:cubicBezTo>
                <a:cubicBezTo>
                  <a:pt x="2386590" y="1282915"/>
                  <a:pt x="2257634" y="1153959"/>
                  <a:pt x="2257634" y="994883"/>
                </a:cubicBezTo>
                <a:cubicBezTo>
                  <a:pt x="2257634" y="835807"/>
                  <a:pt x="2386590" y="706851"/>
                  <a:pt x="2545666" y="706851"/>
                </a:cubicBezTo>
                <a:close/>
                <a:moveTo>
                  <a:pt x="700580" y="706851"/>
                </a:moveTo>
                <a:cubicBezTo>
                  <a:pt x="859656" y="706851"/>
                  <a:pt x="988612" y="835807"/>
                  <a:pt x="988612" y="994883"/>
                </a:cubicBezTo>
                <a:cubicBezTo>
                  <a:pt x="988612" y="1153959"/>
                  <a:pt x="859656" y="1282915"/>
                  <a:pt x="700580" y="1282915"/>
                </a:cubicBezTo>
                <a:cubicBezTo>
                  <a:pt x="541504" y="1282915"/>
                  <a:pt x="412548" y="1153959"/>
                  <a:pt x="412548" y="994883"/>
                </a:cubicBezTo>
                <a:cubicBezTo>
                  <a:pt x="412548" y="835807"/>
                  <a:pt x="541504" y="706851"/>
                  <a:pt x="700580" y="706851"/>
                </a:cubicBezTo>
                <a:close/>
                <a:moveTo>
                  <a:pt x="1619971" y="0"/>
                </a:moveTo>
                <a:cubicBezTo>
                  <a:pt x="1621025" y="5"/>
                  <a:pt x="1622076" y="12"/>
                  <a:pt x="1623123" y="141"/>
                </a:cubicBezTo>
                <a:cubicBezTo>
                  <a:pt x="1624170" y="12"/>
                  <a:pt x="1625221" y="5"/>
                  <a:pt x="1626275" y="0"/>
                </a:cubicBezTo>
                <a:lnTo>
                  <a:pt x="1626274" y="282"/>
                </a:lnTo>
                <a:cubicBezTo>
                  <a:pt x="1966825" y="4283"/>
                  <a:pt x="1974816" y="220494"/>
                  <a:pt x="2177568" y="171426"/>
                </a:cubicBezTo>
                <a:cubicBezTo>
                  <a:pt x="2600959" y="50212"/>
                  <a:pt x="2963165" y="85364"/>
                  <a:pt x="3172404" y="310875"/>
                </a:cubicBezTo>
                <a:cubicBezTo>
                  <a:pt x="3300075" y="473051"/>
                  <a:pt x="3301971" y="794993"/>
                  <a:pt x="2851767" y="1164523"/>
                </a:cubicBezTo>
                <a:cubicBezTo>
                  <a:pt x="2918303" y="1029844"/>
                  <a:pt x="2927052" y="857771"/>
                  <a:pt x="2799829" y="746887"/>
                </a:cubicBezTo>
                <a:cubicBezTo>
                  <a:pt x="3115459" y="786295"/>
                  <a:pt x="3165949" y="533368"/>
                  <a:pt x="3049873" y="419809"/>
                </a:cubicBezTo>
                <a:cubicBezTo>
                  <a:pt x="2811516" y="207658"/>
                  <a:pt x="2338612" y="298041"/>
                  <a:pt x="2253222" y="493802"/>
                </a:cubicBezTo>
                <a:cubicBezTo>
                  <a:pt x="2139861" y="783555"/>
                  <a:pt x="2165869" y="1185485"/>
                  <a:pt x="2076302" y="1369861"/>
                </a:cubicBezTo>
                <a:cubicBezTo>
                  <a:pt x="1906668" y="1634081"/>
                  <a:pt x="1716639" y="1881305"/>
                  <a:pt x="1713569" y="2080938"/>
                </a:cubicBezTo>
                <a:cubicBezTo>
                  <a:pt x="1706472" y="2158984"/>
                  <a:pt x="1709123" y="2405980"/>
                  <a:pt x="1625847" y="2423204"/>
                </a:cubicBezTo>
                <a:cubicBezTo>
                  <a:pt x="1625847" y="2424071"/>
                  <a:pt x="1625843" y="2424938"/>
                  <a:pt x="1625839" y="2425805"/>
                </a:cubicBezTo>
                <a:lnTo>
                  <a:pt x="1623123" y="2424507"/>
                </a:lnTo>
                <a:lnTo>
                  <a:pt x="1620407" y="2425805"/>
                </a:lnTo>
                <a:cubicBezTo>
                  <a:pt x="1620403" y="2424938"/>
                  <a:pt x="1620399" y="2424071"/>
                  <a:pt x="1620399" y="2423204"/>
                </a:cubicBezTo>
                <a:cubicBezTo>
                  <a:pt x="1537123" y="2405980"/>
                  <a:pt x="1539774" y="2158984"/>
                  <a:pt x="1532677" y="2080938"/>
                </a:cubicBezTo>
                <a:cubicBezTo>
                  <a:pt x="1529607" y="1881305"/>
                  <a:pt x="1339578" y="1634081"/>
                  <a:pt x="1169944" y="1369861"/>
                </a:cubicBezTo>
                <a:cubicBezTo>
                  <a:pt x="1080377" y="1185485"/>
                  <a:pt x="1106385" y="783555"/>
                  <a:pt x="993024" y="493802"/>
                </a:cubicBezTo>
                <a:cubicBezTo>
                  <a:pt x="907634" y="298041"/>
                  <a:pt x="434730" y="207658"/>
                  <a:pt x="196373" y="419809"/>
                </a:cubicBezTo>
                <a:cubicBezTo>
                  <a:pt x="80297" y="533368"/>
                  <a:pt x="130787" y="786295"/>
                  <a:pt x="446417" y="746887"/>
                </a:cubicBezTo>
                <a:cubicBezTo>
                  <a:pt x="319194" y="857771"/>
                  <a:pt x="327943" y="1029844"/>
                  <a:pt x="394479" y="1164523"/>
                </a:cubicBezTo>
                <a:cubicBezTo>
                  <a:pt x="-55725" y="794993"/>
                  <a:pt x="-53829" y="473051"/>
                  <a:pt x="73842" y="310875"/>
                </a:cubicBezTo>
                <a:cubicBezTo>
                  <a:pt x="283081" y="85364"/>
                  <a:pt x="645287" y="50212"/>
                  <a:pt x="1068678" y="171426"/>
                </a:cubicBezTo>
                <a:cubicBezTo>
                  <a:pt x="1271430" y="220494"/>
                  <a:pt x="1279421" y="4283"/>
                  <a:pt x="1619972" y="2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88" name="Donut 22"/>
          <p:cNvSpPr/>
          <p:nvPr/>
        </p:nvSpPr>
        <p:spPr>
          <a:xfrm>
            <a:off x="10277280" y="1539720"/>
            <a:ext cx="529560" cy="271080"/>
          </a:xfrm>
          <a:custGeom>
            <a:avLst/>
            <a:gdLst>
              <a:gd name="textAreaLeft" fmla="*/ 0 w 529560"/>
              <a:gd name="textAreaRight" fmla="*/ 529920 w 529560"/>
              <a:gd name="textAreaTop" fmla="*/ 0 h 271080"/>
              <a:gd name="textAreaBottom" fmla="*/ 271440 h 271080"/>
            </a:gdLst>
            <a:ahLst/>
            <a:rect l="textAreaLeft" t="textAreaTop" r="textAreaRight" b="textAreaBottom"/>
            <a:pathLst>
              <a:path w="3372524" h="1727404">
                <a:moveTo>
                  <a:pt x="1758003" y="666958"/>
                </a:moveTo>
                <a:cubicBezTo>
                  <a:pt x="1703684" y="666958"/>
                  <a:pt x="1659649" y="710993"/>
                  <a:pt x="1659649" y="765312"/>
                </a:cubicBezTo>
                <a:cubicBezTo>
                  <a:pt x="1659649" y="819631"/>
                  <a:pt x="1703684" y="863666"/>
                  <a:pt x="1758003" y="863666"/>
                </a:cubicBezTo>
                <a:cubicBezTo>
                  <a:pt x="1812322" y="863666"/>
                  <a:pt x="1856357" y="819631"/>
                  <a:pt x="1856357" y="765312"/>
                </a:cubicBezTo>
                <a:cubicBezTo>
                  <a:pt x="1856357" y="710993"/>
                  <a:pt x="1812322" y="666958"/>
                  <a:pt x="1758003" y="666958"/>
                </a:cubicBezTo>
                <a:close/>
                <a:moveTo>
                  <a:pt x="1686261" y="586208"/>
                </a:moveTo>
                <a:cubicBezTo>
                  <a:pt x="1849880" y="586208"/>
                  <a:pt x="1982519" y="718847"/>
                  <a:pt x="1982519" y="882466"/>
                </a:cubicBezTo>
                <a:cubicBezTo>
                  <a:pt x="1982519" y="1046085"/>
                  <a:pt x="1849880" y="1178724"/>
                  <a:pt x="1686261" y="1178724"/>
                </a:cubicBezTo>
                <a:cubicBezTo>
                  <a:pt x="1522642" y="1178724"/>
                  <a:pt x="1390003" y="1046085"/>
                  <a:pt x="1390003" y="882466"/>
                </a:cubicBezTo>
                <a:cubicBezTo>
                  <a:pt x="1390003" y="718847"/>
                  <a:pt x="1522642" y="586208"/>
                  <a:pt x="1686261" y="586208"/>
                </a:cubicBezTo>
                <a:close/>
                <a:moveTo>
                  <a:pt x="1686262" y="448985"/>
                </a:moveTo>
                <a:cubicBezTo>
                  <a:pt x="1446857" y="448985"/>
                  <a:pt x="1252780" y="643062"/>
                  <a:pt x="1252780" y="882467"/>
                </a:cubicBezTo>
                <a:cubicBezTo>
                  <a:pt x="1252780" y="1121872"/>
                  <a:pt x="1446857" y="1315949"/>
                  <a:pt x="1686262" y="1315949"/>
                </a:cubicBezTo>
                <a:cubicBezTo>
                  <a:pt x="1925667" y="1315949"/>
                  <a:pt x="2119744" y="1121872"/>
                  <a:pt x="2119744" y="882467"/>
                </a:cubicBezTo>
                <a:cubicBezTo>
                  <a:pt x="2119744" y="643062"/>
                  <a:pt x="1925667" y="448985"/>
                  <a:pt x="1686262" y="448985"/>
                </a:cubicBezTo>
                <a:close/>
                <a:moveTo>
                  <a:pt x="1893261" y="271274"/>
                </a:moveTo>
                <a:cubicBezTo>
                  <a:pt x="2150128" y="355123"/>
                  <a:pt x="2334334" y="597283"/>
                  <a:pt x="2334334" y="882467"/>
                </a:cubicBezTo>
                <a:cubicBezTo>
                  <a:pt x="2334334" y="1103921"/>
                  <a:pt x="2223259" y="1299432"/>
                  <a:pt x="2053457" y="1415856"/>
                </a:cubicBezTo>
                <a:cubicBezTo>
                  <a:pt x="2494577" y="1286853"/>
                  <a:pt x="2931337" y="1005905"/>
                  <a:pt x="2940842" y="882353"/>
                </a:cubicBezTo>
                <a:lnTo>
                  <a:pt x="2946401" y="882364"/>
                </a:lnTo>
                <a:lnTo>
                  <a:pt x="2943679" y="877137"/>
                </a:lnTo>
                <a:lnTo>
                  <a:pt x="2946401" y="872130"/>
                </a:lnTo>
                <a:lnTo>
                  <a:pt x="2941077" y="872141"/>
                </a:lnTo>
                <a:cubicBezTo>
                  <a:pt x="2875996" y="732702"/>
                  <a:pt x="2369865" y="377972"/>
                  <a:pt x="1893261" y="271274"/>
                </a:cubicBezTo>
                <a:close/>
                <a:moveTo>
                  <a:pt x="1525754" y="256843"/>
                </a:moveTo>
                <a:cubicBezTo>
                  <a:pt x="984953" y="339274"/>
                  <a:pt x="426123" y="752145"/>
                  <a:pt x="426123" y="877021"/>
                </a:cubicBezTo>
                <a:lnTo>
                  <a:pt x="426123" y="877247"/>
                </a:lnTo>
                <a:cubicBezTo>
                  <a:pt x="439083" y="984175"/>
                  <a:pt x="877625" y="1311577"/>
                  <a:pt x="1355183" y="1436828"/>
                </a:cubicBezTo>
                <a:cubicBezTo>
                  <a:pt x="1164798" y="1325758"/>
                  <a:pt x="1038190" y="1118898"/>
                  <a:pt x="1038190" y="882467"/>
                </a:cubicBezTo>
                <a:cubicBezTo>
                  <a:pt x="1038190" y="580157"/>
                  <a:pt x="1245184" y="326193"/>
                  <a:pt x="1525754" y="256843"/>
                </a:cubicBezTo>
                <a:close/>
                <a:moveTo>
                  <a:pt x="1682713" y="0"/>
                </a:moveTo>
                <a:cubicBezTo>
                  <a:pt x="2385858" y="36225"/>
                  <a:pt x="3265322" y="653066"/>
                  <a:pt x="3365400" y="875412"/>
                </a:cubicBezTo>
                <a:lnTo>
                  <a:pt x="3372524" y="875397"/>
                </a:lnTo>
                <a:lnTo>
                  <a:pt x="3368881" y="882344"/>
                </a:lnTo>
                <a:lnTo>
                  <a:pt x="3372524" y="889597"/>
                </a:lnTo>
                <a:lnTo>
                  <a:pt x="3365086" y="889581"/>
                </a:lnTo>
                <a:cubicBezTo>
                  <a:pt x="3348713" y="1110249"/>
                  <a:pt x="2385134" y="1692746"/>
                  <a:pt x="1682713" y="1727404"/>
                </a:cubicBezTo>
                <a:cubicBezTo>
                  <a:pt x="901706" y="1708470"/>
                  <a:pt x="21301" y="1064732"/>
                  <a:pt x="0" y="882497"/>
                </a:cubicBezTo>
                <a:lnTo>
                  <a:pt x="0" y="882184"/>
                </a:lnTo>
                <a:cubicBezTo>
                  <a:pt x="0" y="691908"/>
                  <a:pt x="901706" y="19770"/>
                  <a:pt x="16827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489" name="Freeform 99"/>
          <p:cNvSpPr/>
          <p:nvPr/>
        </p:nvSpPr>
        <p:spPr>
          <a:xfrm>
            <a:off x="7902720" y="1432080"/>
            <a:ext cx="388440" cy="486000"/>
          </a:xfrm>
          <a:custGeom>
            <a:avLst/>
            <a:gdLst>
              <a:gd name="textAreaLeft" fmla="*/ 0 w 388440"/>
              <a:gd name="textAreaRight" fmla="*/ 388800 w 388440"/>
              <a:gd name="textAreaTop" fmla="*/ 0 h 486000"/>
              <a:gd name="textAreaBottom" fmla="*/ 486360 h 486000"/>
            </a:gdLst>
            <a:ahLst/>
            <a:rect l="textAreaLeft" t="textAreaTop" r="textAreaRight" b="textAreaBottom"/>
            <a:pathLst>
              <a:path w="2427821" h="3249943">
                <a:moveTo>
                  <a:pt x="1783445" y="477276"/>
                </a:moveTo>
                <a:cubicBezTo>
                  <a:pt x="1867295" y="479049"/>
                  <a:pt x="1940306" y="495815"/>
                  <a:pt x="1995323" y="528655"/>
                </a:cubicBezTo>
                <a:cubicBezTo>
                  <a:pt x="2375187" y="892595"/>
                  <a:pt x="1478983" y="963108"/>
                  <a:pt x="1620010" y="1047270"/>
                </a:cubicBezTo>
                <a:cubicBezTo>
                  <a:pt x="1920260" y="1267909"/>
                  <a:pt x="2179568" y="1563610"/>
                  <a:pt x="2275102" y="1879783"/>
                </a:cubicBezTo>
                <a:cubicBezTo>
                  <a:pt x="2386559" y="2264195"/>
                  <a:pt x="2620845" y="2969329"/>
                  <a:pt x="2118153" y="3196792"/>
                </a:cubicBezTo>
                <a:cubicBezTo>
                  <a:pt x="862559" y="3474297"/>
                  <a:pt x="146052" y="2612212"/>
                  <a:pt x="9574" y="1838839"/>
                </a:cubicBezTo>
                <a:cubicBezTo>
                  <a:pt x="-38192" y="1613652"/>
                  <a:pt x="98284" y="1313401"/>
                  <a:pt x="296177" y="1170100"/>
                </a:cubicBezTo>
                <a:cubicBezTo>
                  <a:pt x="391711" y="1081390"/>
                  <a:pt x="330296" y="876673"/>
                  <a:pt x="323472" y="671956"/>
                </a:cubicBezTo>
                <a:cubicBezTo>
                  <a:pt x="296177" y="474063"/>
                  <a:pt x="760199" y="351234"/>
                  <a:pt x="664666" y="1211043"/>
                </a:cubicBezTo>
                <a:cubicBezTo>
                  <a:pt x="853176" y="743465"/>
                  <a:pt x="1420091" y="469595"/>
                  <a:pt x="1783445" y="477276"/>
                </a:cubicBezTo>
                <a:close/>
                <a:moveTo>
                  <a:pt x="1024970" y="33"/>
                </a:moveTo>
                <a:cubicBezTo>
                  <a:pt x="1115949" y="3590"/>
                  <a:pt x="1140206" y="286408"/>
                  <a:pt x="1176458" y="269348"/>
                </a:cubicBezTo>
                <a:cubicBezTo>
                  <a:pt x="1251521" y="278446"/>
                  <a:pt x="1265168" y="21414"/>
                  <a:pt x="1401646" y="44160"/>
                </a:cubicBezTo>
                <a:cubicBezTo>
                  <a:pt x="1469884" y="71456"/>
                  <a:pt x="1374351" y="221581"/>
                  <a:pt x="1360703" y="310292"/>
                </a:cubicBezTo>
                <a:lnTo>
                  <a:pt x="1517652" y="453593"/>
                </a:lnTo>
                <a:cubicBezTo>
                  <a:pt x="974016" y="540030"/>
                  <a:pt x="901229" y="790238"/>
                  <a:pt x="753379" y="951737"/>
                </a:cubicBezTo>
                <a:lnTo>
                  <a:pt x="705610" y="644662"/>
                </a:lnTo>
                <a:lnTo>
                  <a:pt x="787497" y="521832"/>
                </a:lnTo>
                <a:cubicBezTo>
                  <a:pt x="712435" y="433122"/>
                  <a:pt x="446303" y="364883"/>
                  <a:pt x="562310" y="255701"/>
                </a:cubicBezTo>
                <a:cubicBezTo>
                  <a:pt x="739730" y="98751"/>
                  <a:pt x="862560" y="337587"/>
                  <a:pt x="1012685" y="378530"/>
                </a:cubicBezTo>
                <a:cubicBezTo>
                  <a:pt x="1010410" y="253426"/>
                  <a:pt x="796596" y="101025"/>
                  <a:pt x="1005861" y="3217"/>
                </a:cubicBezTo>
                <a:cubicBezTo>
                  <a:pt x="1012543" y="800"/>
                  <a:pt x="1018905" y="-204"/>
                  <a:pt x="1024970" y="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90" name="Oval 10"/>
          <p:cNvSpPr/>
          <p:nvPr/>
        </p:nvSpPr>
        <p:spPr>
          <a:xfrm>
            <a:off x="9460440" y="1433160"/>
            <a:ext cx="486360" cy="484200"/>
          </a:xfrm>
          <a:custGeom>
            <a:avLst/>
            <a:gdLst>
              <a:gd name="textAreaLeft" fmla="*/ 0 w 486360"/>
              <a:gd name="textAreaRight" fmla="*/ 486720 w 486360"/>
              <a:gd name="textAreaTop" fmla="*/ 0 h 484200"/>
              <a:gd name="textAreaBottom" fmla="*/ 484560 h 484200"/>
            </a:gdLst>
            <a:ahLst/>
            <a:rect l="textAreaLeft" t="textAreaTop" r="textAreaRight" b="textAreaBottom"/>
            <a:pathLst>
              <a:path w="3229769" h="3214867">
                <a:moveTo>
                  <a:pt x="388922" y="0"/>
                </a:moveTo>
                <a:cubicBezTo>
                  <a:pt x="481031" y="0"/>
                  <a:pt x="564991" y="34887"/>
                  <a:pt x="627459" y="93109"/>
                </a:cubicBezTo>
                <a:cubicBezTo>
                  <a:pt x="689927" y="34887"/>
                  <a:pt x="773888" y="0"/>
                  <a:pt x="865996" y="0"/>
                </a:cubicBezTo>
                <a:cubicBezTo>
                  <a:pt x="958105" y="0"/>
                  <a:pt x="1042065" y="34887"/>
                  <a:pt x="1104533" y="93109"/>
                </a:cubicBezTo>
                <a:cubicBezTo>
                  <a:pt x="1167001" y="34887"/>
                  <a:pt x="1250962" y="0"/>
                  <a:pt x="1343070" y="0"/>
                </a:cubicBezTo>
                <a:cubicBezTo>
                  <a:pt x="1435179" y="0"/>
                  <a:pt x="1519139" y="34887"/>
                  <a:pt x="1581607" y="93109"/>
                </a:cubicBezTo>
                <a:cubicBezTo>
                  <a:pt x="1644075" y="34887"/>
                  <a:pt x="1728036" y="0"/>
                  <a:pt x="1820144" y="0"/>
                </a:cubicBezTo>
                <a:cubicBezTo>
                  <a:pt x="1912253" y="0"/>
                  <a:pt x="1996213" y="34887"/>
                  <a:pt x="2058681" y="93109"/>
                </a:cubicBezTo>
                <a:cubicBezTo>
                  <a:pt x="2121149" y="34887"/>
                  <a:pt x="2205110" y="0"/>
                  <a:pt x="2297218" y="0"/>
                </a:cubicBezTo>
                <a:cubicBezTo>
                  <a:pt x="2389326" y="0"/>
                  <a:pt x="2473286" y="34887"/>
                  <a:pt x="2535755" y="93108"/>
                </a:cubicBezTo>
                <a:cubicBezTo>
                  <a:pt x="2598223" y="34887"/>
                  <a:pt x="2682183" y="0"/>
                  <a:pt x="2774291" y="0"/>
                </a:cubicBezTo>
                <a:cubicBezTo>
                  <a:pt x="2971429" y="0"/>
                  <a:pt x="3131241" y="159812"/>
                  <a:pt x="3131241" y="356950"/>
                </a:cubicBezTo>
                <a:cubicBezTo>
                  <a:pt x="3131241" y="414550"/>
                  <a:pt x="3117598" y="468963"/>
                  <a:pt x="3092026" y="516460"/>
                </a:cubicBezTo>
                <a:cubicBezTo>
                  <a:pt x="3176259" y="580602"/>
                  <a:pt x="3229769" y="682177"/>
                  <a:pt x="3229769" y="796250"/>
                </a:cubicBezTo>
                <a:cubicBezTo>
                  <a:pt x="3229769" y="902465"/>
                  <a:pt x="3183377" y="997845"/>
                  <a:pt x="3108820" y="1062184"/>
                </a:cubicBezTo>
                <a:cubicBezTo>
                  <a:pt x="3183377" y="1126523"/>
                  <a:pt x="3229769" y="1221903"/>
                  <a:pt x="3229769" y="1328118"/>
                </a:cubicBezTo>
                <a:cubicBezTo>
                  <a:pt x="3229769" y="1434333"/>
                  <a:pt x="3183377" y="1529713"/>
                  <a:pt x="3108820" y="1594052"/>
                </a:cubicBezTo>
                <a:cubicBezTo>
                  <a:pt x="3183377" y="1658391"/>
                  <a:pt x="3229769" y="1753771"/>
                  <a:pt x="3229769" y="1859986"/>
                </a:cubicBezTo>
                <a:cubicBezTo>
                  <a:pt x="3229769" y="2057124"/>
                  <a:pt x="3069957" y="2216936"/>
                  <a:pt x="2872819" y="2216936"/>
                </a:cubicBezTo>
                <a:lnTo>
                  <a:pt x="2849067" y="2214542"/>
                </a:lnTo>
                <a:cubicBezTo>
                  <a:pt x="2790894" y="2329236"/>
                  <a:pt x="2671548" y="2406987"/>
                  <a:pt x="2534043" y="2406987"/>
                </a:cubicBezTo>
                <a:cubicBezTo>
                  <a:pt x="2483158" y="2406987"/>
                  <a:pt x="2434760" y="2396340"/>
                  <a:pt x="2391120" y="2376775"/>
                </a:cubicBezTo>
                <a:cubicBezTo>
                  <a:pt x="2326908" y="2456876"/>
                  <a:pt x="2228003" y="2507238"/>
                  <a:pt x="2117336" y="2507238"/>
                </a:cubicBezTo>
                <a:lnTo>
                  <a:pt x="2081608" y="2503636"/>
                </a:lnTo>
                <a:cubicBezTo>
                  <a:pt x="2058765" y="2546355"/>
                  <a:pt x="2027330" y="2583686"/>
                  <a:pt x="1987704" y="2611019"/>
                </a:cubicBezTo>
                <a:cubicBezTo>
                  <a:pt x="2049806" y="2674751"/>
                  <a:pt x="2087711" y="2761907"/>
                  <a:pt x="2087711" y="2857917"/>
                </a:cubicBezTo>
                <a:cubicBezTo>
                  <a:pt x="2087711" y="3055055"/>
                  <a:pt x="1927899" y="3214867"/>
                  <a:pt x="1730761" y="3214867"/>
                </a:cubicBezTo>
                <a:cubicBezTo>
                  <a:pt x="1533623" y="3214867"/>
                  <a:pt x="1373811" y="3055055"/>
                  <a:pt x="1373811" y="2857917"/>
                </a:cubicBezTo>
                <a:cubicBezTo>
                  <a:pt x="1373811" y="2743560"/>
                  <a:pt x="1427588" y="2641764"/>
                  <a:pt x="1512161" y="2577627"/>
                </a:cubicBezTo>
                <a:cubicBezTo>
                  <a:pt x="1450743" y="2514125"/>
                  <a:pt x="1413385" y="2427536"/>
                  <a:pt x="1413385" y="2332221"/>
                </a:cubicBezTo>
                <a:cubicBezTo>
                  <a:pt x="1413385" y="2135083"/>
                  <a:pt x="1573197" y="1975271"/>
                  <a:pt x="1770335" y="1975271"/>
                </a:cubicBezTo>
                <a:lnTo>
                  <a:pt x="1806063" y="1978873"/>
                </a:lnTo>
                <a:cubicBezTo>
                  <a:pt x="1865384" y="1867935"/>
                  <a:pt x="1982649" y="1793338"/>
                  <a:pt x="2117336" y="1793338"/>
                </a:cubicBezTo>
                <a:cubicBezTo>
                  <a:pt x="2168221" y="1793338"/>
                  <a:pt x="2216619" y="1803986"/>
                  <a:pt x="2260259" y="1823550"/>
                </a:cubicBezTo>
                <a:cubicBezTo>
                  <a:pt x="2324471" y="1743450"/>
                  <a:pt x="2423376" y="1693087"/>
                  <a:pt x="2534043" y="1693087"/>
                </a:cubicBezTo>
                <a:lnTo>
                  <a:pt x="2557875" y="1695490"/>
                </a:lnTo>
                <a:cubicBezTo>
                  <a:pt x="2576891" y="1656391"/>
                  <a:pt x="2604151" y="1622242"/>
                  <a:pt x="2636819" y="1594052"/>
                </a:cubicBezTo>
                <a:cubicBezTo>
                  <a:pt x="2562261" y="1529713"/>
                  <a:pt x="2515869" y="1434333"/>
                  <a:pt x="2515869" y="1328118"/>
                </a:cubicBezTo>
                <a:cubicBezTo>
                  <a:pt x="2515869" y="1221903"/>
                  <a:pt x="2562261" y="1126523"/>
                  <a:pt x="2636819" y="1062184"/>
                </a:cubicBezTo>
                <a:cubicBezTo>
                  <a:pt x="2562261" y="997845"/>
                  <a:pt x="2515869" y="902465"/>
                  <a:pt x="2515869" y="796250"/>
                </a:cubicBezTo>
                <a:cubicBezTo>
                  <a:pt x="2515869" y="738650"/>
                  <a:pt x="2529512" y="684237"/>
                  <a:pt x="2555084" y="636740"/>
                </a:cubicBezTo>
                <a:lnTo>
                  <a:pt x="2537209" y="619592"/>
                </a:lnTo>
                <a:cubicBezTo>
                  <a:pt x="2474524" y="678496"/>
                  <a:pt x="2390006" y="713900"/>
                  <a:pt x="2297218" y="713900"/>
                </a:cubicBezTo>
                <a:cubicBezTo>
                  <a:pt x="2205110" y="713900"/>
                  <a:pt x="2121149" y="679013"/>
                  <a:pt x="2058681" y="620791"/>
                </a:cubicBezTo>
                <a:cubicBezTo>
                  <a:pt x="1996213" y="679013"/>
                  <a:pt x="1912253" y="713900"/>
                  <a:pt x="1820144" y="713900"/>
                </a:cubicBezTo>
                <a:cubicBezTo>
                  <a:pt x="1728036" y="713900"/>
                  <a:pt x="1644075" y="679013"/>
                  <a:pt x="1581607" y="620791"/>
                </a:cubicBezTo>
                <a:cubicBezTo>
                  <a:pt x="1519139" y="679013"/>
                  <a:pt x="1435179" y="713900"/>
                  <a:pt x="1343070" y="713900"/>
                </a:cubicBezTo>
                <a:cubicBezTo>
                  <a:pt x="1250962" y="713900"/>
                  <a:pt x="1167001" y="679013"/>
                  <a:pt x="1104533" y="620791"/>
                </a:cubicBezTo>
                <a:cubicBezTo>
                  <a:pt x="1042065" y="679013"/>
                  <a:pt x="958105" y="713900"/>
                  <a:pt x="865996" y="713900"/>
                </a:cubicBezTo>
                <a:cubicBezTo>
                  <a:pt x="773370" y="713900"/>
                  <a:pt x="688985" y="678620"/>
                  <a:pt x="626352" y="619878"/>
                </a:cubicBezTo>
                <a:cubicBezTo>
                  <a:pt x="623659" y="623930"/>
                  <a:pt x="620064" y="626957"/>
                  <a:pt x="616405" y="629911"/>
                </a:cubicBezTo>
                <a:cubicBezTo>
                  <a:pt x="686492" y="694366"/>
                  <a:pt x="729886" y="786957"/>
                  <a:pt x="729886" y="889683"/>
                </a:cubicBezTo>
                <a:cubicBezTo>
                  <a:pt x="729886" y="993972"/>
                  <a:pt x="685162" y="1087815"/>
                  <a:pt x="613058" y="1152216"/>
                </a:cubicBezTo>
                <a:cubicBezTo>
                  <a:pt x="675622" y="1216104"/>
                  <a:pt x="713900" y="1303645"/>
                  <a:pt x="713900" y="1400126"/>
                </a:cubicBezTo>
                <a:cubicBezTo>
                  <a:pt x="713900" y="1487795"/>
                  <a:pt x="682295" y="1568081"/>
                  <a:pt x="628622" y="1629172"/>
                </a:cubicBezTo>
                <a:cubicBezTo>
                  <a:pt x="691419" y="1693140"/>
                  <a:pt x="729886" y="1780874"/>
                  <a:pt x="729886" y="1877593"/>
                </a:cubicBezTo>
                <a:cubicBezTo>
                  <a:pt x="729886" y="2034043"/>
                  <a:pt x="629234" y="2166985"/>
                  <a:pt x="488639" y="2213706"/>
                </a:cubicBezTo>
                <a:lnTo>
                  <a:pt x="488639" y="2375547"/>
                </a:lnTo>
                <a:cubicBezTo>
                  <a:pt x="488639" y="2448277"/>
                  <a:pt x="429679" y="2507237"/>
                  <a:pt x="356949" y="2507237"/>
                </a:cubicBezTo>
                <a:cubicBezTo>
                  <a:pt x="284219" y="2507237"/>
                  <a:pt x="225259" y="2448277"/>
                  <a:pt x="225259" y="2375547"/>
                </a:cubicBezTo>
                <a:lnTo>
                  <a:pt x="225259" y="2201750"/>
                </a:lnTo>
                <a:cubicBezTo>
                  <a:pt x="101654" y="2146256"/>
                  <a:pt x="15986" y="2021929"/>
                  <a:pt x="15986" y="1877593"/>
                </a:cubicBezTo>
                <a:cubicBezTo>
                  <a:pt x="15986" y="1789924"/>
                  <a:pt x="47591" y="1709638"/>
                  <a:pt x="101264" y="1648547"/>
                </a:cubicBezTo>
                <a:cubicBezTo>
                  <a:pt x="38467" y="1584579"/>
                  <a:pt x="0" y="1496845"/>
                  <a:pt x="0" y="1400126"/>
                </a:cubicBezTo>
                <a:cubicBezTo>
                  <a:pt x="0" y="1295837"/>
                  <a:pt x="44724" y="1201994"/>
                  <a:pt x="116828" y="1137593"/>
                </a:cubicBezTo>
                <a:cubicBezTo>
                  <a:pt x="54264" y="1073704"/>
                  <a:pt x="15986" y="986164"/>
                  <a:pt x="15986" y="889683"/>
                </a:cubicBezTo>
                <a:cubicBezTo>
                  <a:pt x="15986" y="779482"/>
                  <a:pt x="65925" y="680945"/>
                  <a:pt x="145453" y="616722"/>
                </a:cubicBezTo>
                <a:cubicBezTo>
                  <a:pt x="75366" y="552267"/>
                  <a:pt x="31972" y="459676"/>
                  <a:pt x="31972" y="356950"/>
                </a:cubicBezTo>
                <a:cubicBezTo>
                  <a:pt x="31972" y="159812"/>
                  <a:pt x="191784" y="0"/>
                  <a:pt x="3889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91" name="Freeform 101"/>
          <p:cNvSpPr/>
          <p:nvPr/>
        </p:nvSpPr>
        <p:spPr>
          <a:xfrm>
            <a:off x="11180520" y="1486080"/>
            <a:ext cx="284400" cy="378720"/>
          </a:xfrm>
          <a:custGeom>
            <a:avLst/>
            <a:gdLst>
              <a:gd name="textAreaLeft" fmla="*/ 0 w 284400"/>
              <a:gd name="textAreaRight" fmla="*/ 284760 w 284400"/>
              <a:gd name="textAreaTop" fmla="*/ 0 h 378720"/>
              <a:gd name="textAreaBottom" fmla="*/ 379080 h 378720"/>
            </a:gdLst>
            <a:ahLst/>
            <a:rect l="textAreaLeft" t="textAreaTop" r="textAreaRight" b="textAreaBottom"/>
            <a:pathLst>
              <a:path w="2433593" h="3258388">
                <a:moveTo>
                  <a:pt x="411154" y="23869"/>
                </a:moveTo>
                <a:cubicBezTo>
                  <a:pt x="-257586" y="355964"/>
                  <a:pt x="22194" y="1036078"/>
                  <a:pt x="322444" y="1798077"/>
                </a:cubicBezTo>
                <a:cubicBezTo>
                  <a:pt x="338366" y="2660163"/>
                  <a:pt x="545357" y="3249289"/>
                  <a:pt x="704581" y="3258388"/>
                </a:cubicBezTo>
                <a:cubicBezTo>
                  <a:pt x="1018479" y="3247015"/>
                  <a:pt x="779644" y="1925457"/>
                  <a:pt x="1216372" y="1948202"/>
                </a:cubicBezTo>
                <a:cubicBezTo>
                  <a:pt x="1580313" y="1945929"/>
                  <a:pt x="1473406" y="3281133"/>
                  <a:pt x="1707692" y="3251564"/>
                </a:cubicBezTo>
                <a:cubicBezTo>
                  <a:pt x="2048886" y="3121910"/>
                  <a:pt x="2001118" y="2180214"/>
                  <a:pt x="2144420" y="1750310"/>
                </a:cubicBezTo>
                <a:cubicBezTo>
                  <a:pt x="2451495" y="1080432"/>
                  <a:pt x="2681232" y="64812"/>
                  <a:pt x="1926056" y="17045"/>
                </a:cubicBezTo>
                <a:lnTo>
                  <a:pt x="1175429" y="153522"/>
                </a:lnTo>
                <a:cubicBezTo>
                  <a:pt x="920671" y="110304"/>
                  <a:pt x="679560" y="-62566"/>
                  <a:pt x="411154" y="238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grpSp>
        <p:nvGrpSpPr>
          <p:cNvPr id="1492" name="Group 102"/>
          <p:cNvGrpSpPr/>
          <p:nvPr/>
        </p:nvGrpSpPr>
        <p:grpSpPr>
          <a:xfrm>
            <a:off x="8688600" y="2429280"/>
            <a:ext cx="344160" cy="585000"/>
            <a:chOff x="8688600" y="2429280"/>
            <a:chExt cx="344160" cy="585000"/>
          </a:xfrm>
        </p:grpSpPr>
        <p:sp>
          <p:nvSpPr>
            <p:cNvPr id="1493" name="Freeform 103"/>
            <p:cNvSpPr/>
            <p:nvPr/>
          </p:nvSpPr>
          <p:spPr>
            <a:xfrm>
              <a:off x="8777520" y="2429280"/>
              <a:ext cx="255240" cy="171360"/>
            </a:xfrm>
            <a:custGeom>
              <a:avLst/>
              <a:gdLst>
                <a:gd name="textAreaLeft" fmla="*/ 0 w 255240"/>
                <a:gd name="textAreaRight" fmla="*/ 255600 w 255240"/>
                <a:gd name="textAreaTop" fmla="*/ 0 h 171360"/>
                <a:gd name="textAreaBottom" fmla="*/ 171720 h 171360"/>
              </a:gdLst>
              <a:ahLst/>
              <a:rect l="textAreaLeft" t="textAreaTop" r="textAreaRight" b="textAreaBottom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494" name="Freeform 104"/>
            <p:cNvSpPr/>
            <p:nvPr/>
          </p:nvSpPr>
          <p:spPr>
            <a:xfrm rot="21253800">
              <a:off x="8724240" y="2538720"/>
              <a:ext cx="255240" cy="171360"/>
            </a:xfrm>
            <a:custGeom>
              <a:avLst/>
              <a:gdLst>
                <a:gd name="textAreaLeft" fmla="*/ 0 w 255240"/>
                <a:gd name="textAreaRight" fmla="*/ 255600 w 255240"/>
                <a:gd name="textAreaTop" fmla="*/ 0 h 171360"/>
                <a:gd name="textAreaBottom" fmla="*/ 171720 h 171360"/>
              </a:gdLst>
              <a:ahLst/>
              <a:rect l="textAreaLeft" t="textAreaTop" r="textAreaRight" b="textAreaBottom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495" name="Freeform 105"/>
            <p:cNvSpPr/>
            <p:nvPr/>
          </p:nvSpPr>
          <p:spPr>
            <a:xfrm rot="20634600">
              <a:off x="8707320" y="2666520"/>
              <a:ext cx="255240" cy="171360"/>
            </a:xfrm>
            <a:custGeom>
              <a:avLst/>
              <a:gdLst>
                <a:gd name="textAreaLeft" fmla="*/ 0 w 255240"/>
                <a:gd name="textAreaRight" fmla="*/ 255600 w 255240"/>
                <a:gd name="textAreaTop" fmla="*/ 0 h 171360"/>
                <a:gd name="textAreaBottom" fmla="*/ 171720 h 171360"/>
              </a:gdLst>
              <a:ahLst/>
              <a:rect l="textAreaLeft" t="textAreaTop" r="textAreaRight" b="textAreaBottom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496" name="Freeform 106"/>
            <p:cNvSpPr/>
            <p:nvPr/>
          </p:nvSpPr>
          <p:spPr>
            <a:xfrm rot="19633200">
              <a:off x="8739000" y="2787480"/>
              <a:ext cx="255240" cy="171360"/>
            </a:xfrm>
            <a:custGeom>
              <a:avLst/>
              <a:gdLst>
                <a:gd name="textAreaLeft" fmla="*/ 0 w 255240"/>
                <a:gd name="textAreaRight" fmla="*/ 255600 w 255240"/>
                <a:gd name="textAreaTop" fmla="*/ 0 h 171360"/>
                <a:gd name="textAreaBottom" fmla="*/ 171720 h 171360"/>
              </a:gdLst>
              <a:ahLst/>
              <a:rect l="textAreaLeft" t="textAreaTop" r="textAreaRight" b="textAreaBottom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sp>
        <p:nvSpPr>
          <p:cNvPr id="1497" name="Freeform 107"/>
          <p:cNvSpPr/>
          <p:nvPr/>
        </p:nvSpPr>
        <p:spPr>
          <a:xfrm>
            <a:off x="9618840" y="2429280"/>
            <a:ext cx="169560" cy="529560"/>
          </a:xfrm>
          <a:custGeom>
            <a:avLst/>
            <a:gdLst>
              <a:gd name="textAreaLeft" fmla="*/ 0 w 169560"/>
              <a:gd name="textAreaRight" fmla="*/ 169920 w 169560"/>
              <a:gd name="textAreaTop" fmla="*/ 0 h 529560"/>
              <a:gd name="textAreaBottom" fmla="*/ 529920 h 529560"/>
            </a:gdLst>
            <a:ahLst/>
            <a:rect l="textAreaLeft" t="textAreaTop" r="textAreaRight" b="textAreaBottom"/>
            <a:pathLst>
              <a:path w="785322" h="2449001">
                <a:moveTo>
                  <a:pt x="413332" y="1331843"/>
                </a:moveTo>
                <a:cubicBezTo>
                  <a:pt x="470316" y="1339795"/>
                  <a:pt x="487545" y="1363648"/>
                  <a:pt x="524651" y="1379551"/>
                </a:cubicBezTo>
                <a:cubicBezTo>
                  <a:pt x="598461" y="1388490"/>
                  <a:pt x="730438" y="1342684"/>
                  <a:pt x="763189" y="1406369"/>
                </a:cubicBezTo>
                <a:cubicBezTo>
                  <a:pt x="860365" y="1644887"/>
                  <a:pt x="606378" y="1660931"/>
                  <a:pt x="601295" y="1785816"/>
                </a:cubicBezTo>
                <a:cubicBezTo>
                  <a:pt x="592018" y="1995200"/>
                  <a:pt x="585610" y="2024932"/>
                  <a:pt x="592236" y="2441050"/>
                </a:cubicBezTo>
                <a:lnTo>
                  <a:pt x="302014" y="2445025"/>
                </a:lnTo>
                <a:cubicBezTo>
                  <a:pt x="266233" y="2198535"/>
                  <a:pt x="340856" y="1660357"/>
                  <a:pt x="211779" y="1721654"/>
                </a:cubicBezTo>
                <a:cubicBezTo>
                  <a:pt x="170697" y="1762736"/>
                  <a:pt x="192021" y="2185283"/>
                  <a:pt x="190696" y="2441050"/>
                </a:cubicBezTo>
                <a:cubicBezTo>
                  <a:pt x="146301" y="2445688"/>
                  <a:pt x="179432" y="2445688"/>
                  <a:pt x="119134" y="2449001"/>
                </a:cubicBezTo>
                <a:cubicBezTo>
                  <a:pt x="103231" y="1623390"/>
                  <a:pt x="60150" y="1875377"/>
                  <a:pt x="8466" y="1749481"/>
                </a:cubicBezTo>
                <a:cubicBezTo>
                  <a:pt x="-31697" y="1604092"/>
                  <a:pt x="83130" y="1642413"/>
                  <a:pt x="100558" y="1641682"/>
                </a:cubicBezTo>
                <a:cubicBezTo>
                  <a:pt x="5622" y="1561516"/>
                  <a:pt x="-3874" y="1450657"/>
                  <a:pt x="71979" y="1389262"/>
                </a:cubicBezTo>
                <a:cubicBezTo>
                  <a:pt x="119567" y="1358010"/>
                  <a:pt x="239728" y="1375575"/>
                  <a:pt x="321892" y="1375575"/>
                </a:cubicBezTo>
                <a:cubicBezTo>
                  <a:pt x="347071" y="1360998"/>
                  <a:pt x="364299" y="1334493"/>
                  <a:pt x="413332" y="1331843"/>
                </a:cubicBezTo>
                <a:close/>
                <a:moveTo>
                  <a:pt x="205946" y="0"/>
                </a:moveTo>
                <a:lnTo>
                  <a:pt x="557659" y="3422"/>
                </a:lnTo>
                <a:cubicBezTo>
                  <a:pt x="580863" y="327547"/>
                  <a:pt x="489978" y="820211"/>
                  <a:pt x="664907" y="938156"/>
                </a:cubicBezTo>
                <a:cubicBezTo>
                  <a:pt x="834535" y="1061401"/>
                  <a:pt x="785141" y="1256861"/>
                  <a:pt x="707529" y="1307990"/>
                </a:cubicBezTo>
                <a:cubicBezTo>
                  <a:pt x="596211" y="1362324"/>
                  <a:pt x="496819" y="1313291"/>
                  <a:pt x="397428" y="1268233"/>
                </a:cubicBezTo>
                <a:cubicBezTo>
                  <a:pt x="324542" y="1317265"/>
                  <a:pt x="192020" y="1358347"/>
                  <a:pt x="87328" y="1288111"/>
                </a:cubicBezTo>
                <a:cubicBezTo>
                  <a:pt x="-33267" y="1184744"/>
                  <a:pt x="58608" y="985670"/>
                  <a:pt x="120893" y="945913"/>
                </a:cubicBezTo>
                <a:cubicBezTo>
                  <a:pt x="259584" y="846619"/>
                  <a:pt x="211126" y="365206"/>
                  <a:pt x="20594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98" name="Freeform 108"/>
          <p:cNvSpPr/>
          <p:nvPr/>
        </p:nvSpPr>
        <p:spPr>
          <a:xfrm>
            <a:off x="6130080" y="2416680"/>
            <a:ext cx="501480" cy="554040"/>
          </a:xfrm>
          <a:custGeom>
            <a:avLst/>
            <a:gdLst>
              <a:gd name="textAreaLeft" fmla="*/ 0 w 501480"/>
              <a:gd name="textAreaRight" fmla="*/ 501840 w 501480"/>
              <a:gd name="textAreaTop" fmla="*/ 0 h 554040"/>
              <a:gd name="textAreaBottom" fmla="*/ 554400 h 554040"/>
            </a:gdLst>
            <a:ahLst/>
            <a:rect l="textAreaLeft" t="textAreaTop" r="textAreaRight" b="textAreaBottom"/>
            <a:pathLst>
              <a:path w="341005" h="376812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499" name="Oval 8"/>
          <p:cNvSpPr/>
          <p:nvPr/>
        </p:nvSpPr>
        <p:spPr>
          <a:xfrm>
            <a:off x="6967440" y="2428920"/>
            <a:ext cx="526680" cy="529560"/>
          </a:xfrm>
          <a:custGeom>
            <a:avLst/>
            <a:gdLst>
              <a:gd name="textAreaLeft" fmla="*/ 0 w 526680"/>
              <a:gd name="textAreaRight" fmla="*/ 527040 w 526680"/>
              <a:gd name="textAreaTop" fmla="*/ 0 h 529560"/>
              <a:gd name="textAreaBottom" fmla="*/ 529920 h 529560"/>
            </a:gdLst>
            <a:ahLst/>
            <a:rect l="textAreaLeft" t="textAreaTop" r="textAreaRight" b="textAreaBottom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grpSp>
        <p:nvGrpSpPr>
          <p:cNvPr id="1500" name="Group 110"/>
          <p:cNvGrpSpPr/>
          <p:nvPr/>
        </p:nvGrpSpPr>
        <p:grpSpPr>
          <a:xfrm>
            <a:off x="5292000" y="2377080"/>
            <a:ext cx="528480" cy="593640"/>
            <a:chOff x="5292000" y="2377080"/>
            <a:chExt cx="528480" cy="593640"/>
          </a:xfrm>
        </p:grpSpPr>
        <p:sp>
          <p:nvSpPr>
            <p:cNvPr id="1501" name="Freeform 111"/>
            <p:cNvSpPr/>
            <p:nvPr/>
          </p:nvSpPr>
          <p:spPr>
            <a:xfrm>
              <a:off x="5292000" y="2416680"/>
              <a:ext cx="501480" cy="554040"/>
            </a:xfrm>
            <a:custGeom>
              <a:avLst/>
              <a:gdLst>
                <a:gd name="textAreaLeft" fmla="*/ 0 w 501480"/>
                <a:gd name="textAreaRight" fmla="*/ 501840 w 501480"/>
                <a:gd name="textAreaTop" fmla="*/ 0 h 554040"/>
                <a:gd name="textAreaBottom" fmla="*/ 554400 h 554040"/>
              </a:gdLst>
              <a:ahLst/>
              <a:rect l="textAreaLeft" t="textAreaTop" r="textAreaRight" b="textAreaBottom"/>
              <a:pathLst>
                <a:path w="5331558" h="5891405">
                  <a:moveTo>
                    <a:pt x="2980491" y="968"/>
                  </a:moveTo>
                  <a:cubicBezTo>
                    <a:pt x="1784302" y="-22254"/>
                    <a:pt x="1040642" y="372305"/>
                    <a:pt x="726547" y="1181117"/>
                  </a:cubicBezTo>
                  <a:cubicBezTo>
                    <a:pt x="528785" y="1834793"/>
                    <a:pt x="744238" y="2066938"/>
                    <a:pt x="486068" y="2371366"/>
                  </a:cubicBezTo>
                  <a:cubicBezTo>
                    <a:pt x="239818" y="2677225"/>
                    <a:pt x="-40213" y="2911644"/>
                    <a:pt x="4803" y="3079808"/>
                  </a:cubicBezTo>
                  <a:cubicBezTo>
                    <a:pt x="109541" y="3181162"/>
                    <a:pt x="260766" y="3266498"/>
                    <a:pt x="460575" y="3328959"/>
                  </a:cubicBezTo>
                  <a:cubicBezTo>
                    <a:pt x="403546" y="3464559"/>
                    <a:pt x="198074" y="3641722"/>
                    <a:pt x="289487" y="3735758"/>
                  </a:cubicBezTo>
                  <a:lnTo>
                    <a:pt x="480873" y="3871219"/>
                  </a:lnTo>
                  <a:cubicBezTo>
                    <a:pt x="428032" y="3935014"/>
                    <a:pt x="303940" y="3939433"/>
                    <a:pt x="322351" y="4062605"/>
                  </a:cubicBezTo>
                  <a:cubicBezTo>
                    <a:pt x="362395" y="4195168"/>
                    <a:pt x="550882" y="4226788"/>
                    <a:pt x="513737" y="4317787"/>
                  </a:cubicBezTo>
                  <a:cubicBezTo>
                    <a:pt x="397470" y="4561276"/>
                    <a:pt x="358392" y="4876020"/>
                    <a:pt x="449942" y="4977005"/>
                  </a:cubicBezTo>
                  <a:cubicBezTo>
                    <a:pt x="636587" y="5158310"/>
                    <a:pt x="1197305" y="5208988"/>
                    <a:pt x="1704584" y="5039972"/>
                  </a:cubicBezTo>
                  <a:lnTo>
                    <a:pt x="1895970" y="5891405"/>
                  </a:lnTo>
                  <a:lnTo>
                    <a:pt x="4734863" y="5859508"/>
                  </a:lnTo>
                  <a:cubicBezTo>
                    <a:pt x="4366268" y="4516262"/>
                    <a:pt x="4422975" y="3927926"/>
                    <a:pt x="4841189" y="3520345"/>
                  </a:cubicBezTo>
                  <a:cubicBezTo>
                    <a:pt x="6117095" y="1964448"/>
                    <a:pt x="4692333" y="36409"/>
                    <a:pt x="2980491" y="9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  <p:sp>
          <p:nvSpPr>
            <p:cNvPr id="1502" name="Oval 37"/>
            <p:cNvSpPr/>
            <p:nvPr/>
          </p:nvSpPr>
          <p:spPr>
            <a:xfrm rot="18100800">
              <a:off x="5476320" y="2394360"/>
              <a:ext cx="246240" cy="367560"/>
            </a:xfrm>
            <a:custGeom>
              <a:avLst/>
              <a:gdLst>
                <a:gd name="textAreaLeft" fmla="*/ 0 w 246240"/>
                <a:gd name="textAreaRight" fmla="*/ 246600 w 246240"/>
                <a:gd name="textAreaTop" fmla="*/ 0 h 367560"/>
                <a:gd name="textAreaBottom" fmla="*/ 367920 h 367560"/>
              </a:gdLst>
              <a:ahLst/>
              <a:rect l="textAreaLeft" t="textAreaTop" r="textAreaRight" b="textAreaBottom"/>
              <a:pathLst>
                <a:path w="1170491" h="1745209">
                  <a:moveTo>
                    <a:pt x="429221" y="671495"/>
                  </a:moveTo>
                  <a:cubicBezTo>
                    <a:pt x="415869" y="670322"/>
                    <a:pt x="402356" y="670624"/>
                    <a:pt x="388917" y="672439"/>
                  </a:cubicBezTo>
                  <a:cubicBezTo>
                    <a:pt x="370997" y="674859"/>
                    <a:pt x="353207" y="679968"/>
                    <a:pt x="336101" y="687858"/>
                  </a:cubicBezTo>
                  <a:lnTo>
                    <a:pt x="344770" y="708640"/>
                  </a:lnTo>
                  <a:cubicBezTo>
                    <a:pt x="405276" y="680369"/>
                    <a:pt x="475531" y="691805"/>
                    <a:pt x="523918" y="737799"/>
                  </a:cubicBezTo>
                  <a:cubicBezTo>
                    <a:pt x="569388" y="781022"/>
                    <a:pt x="587723" y="847396"/>
                    <a:pt x="571504" y="910067"/>
                  </a:cubicBezTo>
                  <a:lnTo>
                    <a:pt x="593243" y="915886"/>
                  </a:lnTo>
                  <a:cubicBezTo>
                    <a:pt x="611678" y="844923"/>
                    <a:pt x="590662" y="769719"/>
                    <a:pt x="538740" y="720849"/>
                  </a:cubicBezTo>
                  <a:cubicBezTo>
                    <a:pt x="507886" y="691808"/>
                    <a:pt x="469277" y="675014"/>
                    <a:pt x="429221" y="671495"/>
                  </a:cubicBezTo>
                  <a:close/>
                  <a:moveTo>
                    <a:pt x="588421" y="580980"/>
                  </a:moveTo>
                  <a:cubicBezTo>
                    <a:pt x="534186" y="581239"/>
                    <a:pt x="482134" y="605639"/>
                    <a:pt x="446738" y="649695"/>
                  </a:cubicBezTo>
                  <a:lnTo>
                    <a:pt x="463760" y="664437"/>
                  </a:lnTo>
                  <a:cubicBezTo>
                    <a:pt x="505329" y="612166"/>
                    <a:pt x="573320" y="591099"/>
                    <a:pt x="637132" y="610714"/>
                  </a:cubicBezTo>
                  <a:cubicBezTo>
                    <a:pt x="697098" y="629147"/>
                    <a:pt x="743088" y="680397"/>
                    <a:pt x="756495" y="743730"/>
                  </a:cubicBezTo>
                  <a:lnTo>
                    <a:pt x="778549" y="739251"/>
                  </a:lnTo>
                  <a:cubicBezTo>
                    <a:pt x="763432" y="667508"/>
                    <a:pt x="711108" y="609548"/>
                    <a:pt x="642848" y="588934"/>
                  </a:cubicBezTo>
                  <a:cubicBezTo>
                    <a:pt x="624821" y="583490"/>
                    <a:pt x="606500" y="580894"/>
                    <a:pt x="588421" y="580980"/>
                  </a:cubicBezTo>
                  <a:close/>
                  <a:moveTo>
                    <a:pt x="533817" y="0"/>
                  </a:moveTo>
                  <a:cubicBezTo>
                    <a:pt x="617807" y="1"/>
                    <a:pt x="687626" y="60667"/>
                    <a:pt x="697680" y="141081"/>
                  </a:cubicBezTo>
                  <a:cubicBezTo>
                    <a:pt x="603869" y="182843"/>
                    <a:pt x="547102" y="268997"/>
                    <a:pt x="562024" y="352718"/>
                  </a:cubicBezTo>
                  <a:lnTo>
                    <a:pt x="584367" y="347971"/>
                  </a:lnTo>
                  <a:cubicBezTo>
                    <a:pt x="570422" y="267354"/>
                    <a:pt x="633895" y="183716"/>
                    <a:pt x="732836" y="150639"/>
                  </a:cubicBezTo>
                  <a:cubicBezTo>
                    <a:pt x="738208" y="147500"/>
                    <a:pt x="743991" y="147205"/>
                    <a:pt x="749842" y="147205"/>
                  </a:cubicBezTo>
                  <a:cubicBezTo>
                    <a:pt x="844103" y="147205"/>
                    <a:pt x="920515" y="223618"/>
                    <a:pt x="920515" y="317877"/>
                  </a:cubicBezTo>
                  <a:lnTo>
                    <a:pt x="910716" y="366417"/>
                  </a:lnTo>
                  <a:lnTo>
                    <a:pt x="920515" y="366418"/>
                  </a:lnTo>
                  <a:lnTo>
                    <a:pt x="920515" y="371433"/>
                  </a:lnTo>
                  <a:cubicBezTo>
                    <a:pt x="997755" y="379016"/>
                    <a:pt x="1056877" y="445155"/>
                    <a:pt x="1056877" y="525101"/>
                  </a:cubicBezTo>
                  <a:lnTo>
                    <a:pt x="1047351" y="572282"/>
                  </a:lnTo>
                  <a:cubicBezTo>
                    <a:pt x="1119671" y="602218"/>
                    <a:pt x="1170491" y="673500"/>
                    <a:pt x="1170491" y="756650"/>
                  </a:cubicBezTo>
                  <a:cubicBezTo>
                    <a:pt x="1170490" y="802863"/>
                    <a:pt x="1154794" y="845409"/>
                    <a:pt x="1127569" y="878235"/>
                  </a:cubicBezTo>
                  <a:cubicBezTo>
                    <a:pt x="1080615" y="934488"/>
                    <a:pt x="1014142" y="959925"/>
                    <a:pt x="954678" y="939840"/>
                  </a:cubicBezTo>
                  <a:lnTo>
                    <a:pt x="947373" y="961469"/>
                  </a:lnTo>
                  <a:cubicBezTo>
                    <a:pt x="1000817" y="979520"/>
                    <a:pt x="1058949" y="966083"/>
                    <a:pt x="1106746" y="928282"/>
                  </a:cubicBezTo>
                  <a:cubicBezTo>
                    <a:pt x="1128548" y="955588"/>
                    <a:pt x="1138907" y="990708"/>
                    <a:pt x="1138907" y="1028247"/>
                  </a:cubicBezTo>
                  <a:cubicBezTo>
                    <a:pt x="1138907" y="1124134"/>
                    <a:pt x="1071328" y="1204237"/>
                    <a:pt x="981133" y="1223220"/>
                  </a:cubicBezTo>
                  <a:cubicBezTo>
                    <a:pt x="889088" y="1236998"/>
                    <a:pt x="805358" y="1200898"/>
                    <a:pt x="777272" y="1134408"/>
                  </a:cubicBezTo>
                  <a:cubicBezTo>
                    <a:pt x="791057" y="1124903"/>
                    <a:pt x="802061" y="1111678"/>
                    <a:pt x="810210" y="1096167"/>
                  </a:cubicBezTo>
                  <a:cubicBezTo>
                    <a:pt x="831546" y="1055553"/>
                    <a:pt x="830022" y="1005443"/>
                    <a:pt x="806195" y="964175"/>
                  </a:cubicBezTo>
                  <a:lnTo>
                    <a:pt x="787267" y="975103"/>
                  </a:lnTo>
                  <a:cubicBezTo>
                    <a:pt x="807161" y="1009560"/>
                    <a:pt x="808703" y="1051275"/>
                    <a:pt x="791333" y="1085110"/>
                  </a:cubicBezTo>
                  <a:cubicBezTo>
                    <a:pt x="784855" y="1097727"/>
                    <a:pt x="776117" y="1108536"/>
                    <a:pt x="763385" y="1114320"/>
                  </a:cubicBezTo>
                  <a:lnTo>
                    <a:pt x="744063" y="1119497"/>
                  </a:lnTo>
                  <a:lnTo>
                    <a:pt x="747716" y="1128718"/>
                  </a:lnTo>
                  <a:cubicBezTo>
                    <a:pt x="731558" y="1137628"/>
                    <a:pt x="712804" y="1141697"/>
                    <a:pt x="693327" y="1140344"/>
                  </a:cubicBezTo>
                  <a:cubicBezTo>
                    <a:pt x="655409" y="1137711"/>
                    <a:pt x="620494" y="1114908"/>
                    <a:pt x="601213" y="1080185"/>
                  </a:cubicBezTo>
                  <a:lnTo>
                    <a:pt x="582082" y="1090754"/>
                  </a:lnTo>
                  <a:cubicBezTo>
                    <a:pt x="605167" y="1132362"/>
                    <a:pt x="647281" y="1159482"/>
                    <a:pt x="693051" y="1162221"/>
                  </a:cubicBezTo>
                  <a:cubicBezTo>
                    <a:pt x="715413" y="1163558"/>
                    <a:pt x="736989" y="1158982"/>
                    <a:pt x="755684" y="1148835"/>
                  </a:cubicBezTo>
                  <a:cubicBezTo>
                    <a:pt x="792539" y="1222022"/>
                    <a:pt x="887119" y="1262260"/>
                    <a:pt x="989751" y="1247587"/>
                  </a:cubicBezTo>
                  <a:cubicBezTo>
                    <a:pt x="1000157" y="1267987"/>
                    <a:pt x="1004489" y="1291252"/>
                    <a:pt x="1004488" y="1315531"/>
                  </a:cubicBezTo>
                  <a:cubicBezTo>
                    <a:pt x="1004488" y="1381750"/>
                    <a:pt x="972258" y="1440443"/>
                    <a:pt x="920375" y="1473506"/>
                  </a:cubicBezTo>
                  <a:lnTo>
                    <a:pt x="913116" y="1474079"/>
                  </a:lnTo>
                  <a:cubicBezTo>
                    <a:pt x="850536" y="1469665"/>
                    <a:pt x="794159" y="1430126"/>
                    <a:pt x="766796" y="1371458"/>
                  </a:cubicBezTo>
                  <a:lnTo>
                    <a:pt x="746323" y="1380801"/>
                  </a:lnTo>
                  <a:cubicBezTo>
                    <a:pt x="776874" y="1446464"/>
                    <a:pt x="839753" y="1490827"/>
                    <a:pt x="909888" y="1496052"/>
                  </a:cubicBezTo>
                  <a:cubicBezTo>
                    <a:pt x="891948" y="1561049"/>
                    <a:pt x="840393" y="1611456"/>
                    <a:pt x="774838" y="1628054"/>
                  </a:cubicBezTo>
                  <a:cubicBezTo>
                    <a:pt x="686646" y="1642970"/>
                    <a:pt x="605133" y="1612285"/>
                    <a:pt x="571751" y="1552195"/>
                  </a:cubicBezTo>
                  <a:lnTo>
                    <a:pt x="550649" y="1566422"/>
                  </a:lnTo>
                  <a:cubicBezTo>
                    <a:pt x="577499" y="1609979"/>
                    <a:pt x="626419" y="1639383"/>
                    <a:pt x="685031" y="1648114"/>
                  </a:cubicBezTo>
                  <a:cubicBezTo>
                    <a:pt x="659684" y="1706013"/>
                    <a:pt x="601329" y="1745210"/>
                    <a:pt x="533818" y="1745209"/>
                  </a:cubicBezTo>
                  <a:cubicBezTo>
                    <a:pt x="455549" y="1745210"/>
                    <a:pt x="416747" y="1692524"/>
                    <a:pt x="372301" y="1619888"/>
                  </a:cubicBezTo>
                  <a:lnTo>
                    <a:pt x="366380" y="1592106"/>
                  </a:lnTo>
                  <a:cubicBezTo>
                    <a:pt x="305091" y="1567105"/>
                    <a:pt x="259811" y="1511085"/>
                    <a:pt x="250590" y="1443452"/>
                  </a:cubicBezTo>
                  <a:cubicBezTo>
                    <a:pt x="203712" y="1453117"/>
                    <a:pt x="158965" y="1444975"/>
                    <a:pt x="117260" y="1407178"/>
                  </a:cubicBezTo>
                  <a:cubicBezTo>
                    <a:pt x="55030" y="1350772"/>
                    <a:pt x="44039" y="1258933"/>
                    <a:pt x="90593" y="1192598"/>
                  </a:cubicBezTo>
                  <a:cubicBezTo>
                    <a:pt x="186799" y="1224213"/>
                    <a:pt x="285304" y="1199642"/>
                    <a:pt x="330760" y="1129474"/>
                  </a:cubicBezTo>
                  <a:lnTo>
                    <a:pt x="344999" y="1132822"/>
                  </a:lnTo>
                  <a:cubicBezTo>
                    <a:pt x="420009" y="1139731"/>
                    <a:pt x="490500" y="1101048"/>
                    <a:pt x="524987" y="1034051"/>
                  </a:cubicBezTo>
                  <a:lnTo>
                    <a:pt x="505360" y="1023014"/>
                  </a:lnTo>
                  <a:cubicBezTo>
                    <a:pt x="475089" y="1082544"/>
                    <a:pt x="412689" y="1116790"/>
                    <a:pt x="346243" y="1110339"/>
                  </a:cubicBezTo>
                  <a:cubicBezTo>
                    <a:pt x="283801" y="1104277"/>
                    <a:pt x="228486" y="1063265"/>
                    <a:pt x="202679" y="1003895"/>
                  </a:cubicBezTo>
                  <a:lnTo>
                    <a:pt x="181967" y="1012696"/>
                  </a:lnTo>
                  <a:cubicBezTo>
                    <a:pt x="205492" y="1066954"/>
                    <a:pt x="250941" y="1107583"/>
                    <a:pt x="305288" y="1123484"/>
                  </a:cubicBezTo>
                  <a:cubicBezTo>
                    <a:pt x="260051" y="1186174"/>
                    <a:pt x="162021" y="1201884"/>
                    <a:pt x="70961" y="1161909"/>
                  </a:cubicBezTo>
                  <a:cubicBezTo>
                    <a:pt x="64874" y="1160625"/>
                    <a:pt x="60391" y="1156961"/>
                    <a:pt x="56055" y="1153032"/>
                  </a:cubicBezTo>
                  <a:cubicBezTo>
                    <a:pt x="-13786" y="1089729"/>
                    <a:pt x="-19088" y="981796"/>
                    <a:pt x="44214" y="911953"/>
                  </a:cubicBezTo>
                  <a:lnTo>
                    <a:pt x="84073" y="882569"/>
                  </a:lnTo>
                  <a:lnTo>
                    <a:pt x="76811" y="875989"/>
                  </a:lnTo>
                  <a:lnTo>
                    <a:pt x="80179" y="872273"/>
                  </a:lnTo>
                  <a:cubicBezTo>
                    <a:pt x="28040" y="814783"/>
                    <a:pt x="28651" y="726072"/>
                    <a:pt x="82340" y="666836"/>
                  </a:cubicBezTo>
                  <a:lnTo>
                    <a:pt x="121082" y="638275"/>
                  </a:lnTo>
                  <a:cubicBezTo>
                    <a:pt x="89526" y="571593"/>
                    <a:pt x="96788" y="490523"/>
                    <a:pt x="145805" y="430894"/>
                  </a:cubicBezTo>
                  <a:cubicBezTo>
                    <a:pt x="198586" y="400645"/>
                    <a:pt x="259015" y="385179"/>
                    <a:pt x="321878" y="383347"/>
                  </a:cubicBezTo>
                  <a:lnTo>
                    <a:pt x="321111" y="357014"/>
                  </a:lnTo>
                  <a:cubicBezTo>
                    <a:pt x="257723" y="358862"/>
                    <a:pt x="196668" y="373772"/>
                    <a:pt x="141180" y="399723"/>
                  </a:cubicBezTo>
                  <a:cubicBezTo>
                    <a:pt x="117813" y="370058"/>
                    <a:pt x="106816" y="332072"/>
                    <a:pt x="106816" y="291518"/>
                  </a:cubicBezTo>
                  <a:cubicBezTo>
                    <a:pt x="106816" y="170286"/>
                    <a:pt x="205094" y="72008"/>
                    <a:pt x="326327" y="72008"/>
                  </a:cubicBezTo>
                  <a:cubicBezTo>
                    <a:pt x="350305" y="72008"/>
                    <a:pt x="373385" y="75853"/>
                    <a:pt x="394659" y="83948"/>
                  </a:cubicBezTo>
                  <a:cubicBezTo>
                    <a:pt x="425371" y="33609"/>
                    <a:pt x="467237" y="0"/>
                    <a:pt x="5338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2700" spc="-1" strike="noStrike">
                <a:solidFill>
                  <a:schemeClr val="lt1"/>
                </a:solidFill>
                <a:latin typeface="Arial"/>
                <a:ea typeface="Arial Unicode MS"/>
              </a:endParaRPr>
            </a:p>
          </p:txBody>
        </p:sp>
      </p:grpSp>
      <p:sp>
        <p:nvSpPr>
          <p:cNvPr id="1503" name="Rectangle 19"/>
          <p:cNvSpPr/>
          <p:nvPr/>
        </p:nvSpPr>
        <p:spPr>
          <a:xfrm>
            <a:off x="4471200" y="2446920"/>
            <a:ext cx="449280" cy="493920"/>
          </a:xfrm>
          <a:custGeom>
            <a:avLst/>
            <a:gdLst>
              <a:gd name="textAreaLeft" fmla="*/ 0 w 449280"/>
              <a:gd name="textAreaRight" fmla="*/ 449640 w 449280"/>
              <a:gd name="textAreaTop" fmla="*/ 0 h 493920"/>
              <a:gd name="textAreaBottom" fmla="*/ 494280 h 493920"/>
            </a:gdLst>
            <a:ahLst/>
            <a:rect l="textAreaLeft" t="textAreaTop" r="textAreaRight" b="textAreaBottom"/>
            <a:pathLst>
              <a:path w="2926108" h="3216409">
                <a:moveTo>
                  <a:pt x="1150286" y="2039882"/>
                </a:moveTo>
                <a:cubicBezTo>
                  <a:pt x="1216487" y="2110220"/>
                  <a:pt x="1249586" y="2238485"/>
                  <a:pt x="1348889" y="2250897"/>
                </a:cubicBezTo>
                <a:cubicBezTo>
                  <a:pt x="1452327" y="2213659"/>
                  <a:pt x="1530941" y="2147458"/>
                  <a:pt x="1597142" y="2052295"/>
                </a:cubicBezTo>
                <a:cubicBezTo>
                  <a:pt x="1634380" y="2030228"/>
                  <a:pt x="1712994" y="2049536"/>
                  <a:pt x="1721269" y="2072982"/>
                </a:cubicBezTo>
                <a:cubicBezTo>
                  <a:pt x="1533700" y="2362611"/>
                  <a:pt x="1615072" y="2763954"/>
                  <a:pt x="1568179" y="2830155"/>
                </a:cubicBezTo>
                <a:cubicBezTo>
                  <a:pt x="1391644" y="2965315"/>
                  <a:pt x="1231658" y="2893598"/>
                  <a:pt x="1063398" y="2925319"/>
                </a:cubicBezTo>
                <a:cubicBezTo>
                  <a:pt x="925479" y="2954282"/>
                  <a:pt x="820660" y="3107371"/>
                  <a:pt x="686879" y="3148747"/>
                </a:cubicBezTo>
                <a:cubicBezTo>
                  <a:pt x="536548" y="3184606"/>
                  <a:pt x="373804" y="3224602"/>
                  <a:pt x="215198" y="3214948"/>
                </a:cubicBezTo>
                <a:cubicBezTo>
                  <a:pt x="93829" y="3209431"/>
                  <a:pt x="71763" y="3046687"/>
                  <a:pt x="136584" y="2925318"/>
                </a:cubicBezTo>
                <a:cubicBezTo>
                  <a:pt x="168305" y="2828775"/>
                  <a:pt x="121415" y="2802571"/>
                  <a:pt x="107623" y="2710165"/>
                </a:cubicBezTo>
                <a:cubicBezTo>
                  <a:pt x="111150" y="2693172"/>
                  <a:pt x="127647" y="2691385"/>
                  <a:pt x="158288" y="2695563"/>
                </a:cubicBezTo>
                <a:lnTo>
                  <a:pt x="158288" y="2626239"/>
                </a:lnTo>
                <a:lnTo>
                  <a:pt x="266288" y="2626239"/>
                </a:lnTo>
                <a:lnTo>
                  <a:pt x="266288" y="2708276"/>
                </a:lnTo>
                <a:lnTo>
                  <a:pt x="307224" y="2711894"/>
                </a:lnTo>
                <a:lnTo>
                  <a:pt x="307224" y="2626239"/>
                </a:lnTo>
                <a:lnTo>
                  <a:pt x="415224" y="2626239"/>
                </a:lnTo>
                <a:lnTo>
                  <a:pt x="415224" y="2711420"/>
                </a:lnTo>
                <a:cubicBezTo>
                  <a:pt x="428487" y="2711947"/>
                  <a:pt x="442136" y="2710942"/>
                  <a:pt x="456160" y="2708700"/>
                </a:cubicBezTo>
                <a:lnTo>
                  <a:pt x="456160" y="2617963"/>
                </a:lnTo>
                <a:lnTo>
                  <a:pt x="564160" y="2617963"/>
                </a:lnTo>
                <a:lnTo>
                  <a:pt x="564160" y="2692500"/>
                </a:lnTo>
                <a:cubicBezTo>
                  <a:pt x="577696" y="2691220"/>
                  <a:pt x="591289" y="2688332"/>
                  <a:pt x="605096" y="2684680"/>
                </a:cubicBezTo>
                <a:lnTo>
                  <a:pt x="605096" y="2601411"/>
                </a:lnTo>
                <a:lnTo>
                  <a:pt x="713096" y="2601411"/>
                </a:lnTo>
                <a:lnTo>
                  <a:pt x="713096" y="2654658"/>
                </a:lnTo>
                <a:lnTo>
                  <a:pt x="754032" y="2641463"/>
                </a:lnTo>
                <a:lnTo>
                  <a:pt x="754032" y="2580721"/>
                </a:lnTo>
                <a:lnTo>
                  <a:pt x="862032" y="2580721"/>
                </a:lnTo>
                <a:lnTo>
                  <a:pt x="862032" y="2599792"/>
                </a:lnTo>
                <a:cubicBezTo>
                  <a:pt x="897454" y="2584791"/>
                  <a:pt x="934214" y="2567836"/>
                  <a:pt x="972371" y="2548802"/>
                </a:cubicBezTo>
                <a:cubicBezTo>
                  <a:pt x="1030297" y="2506047"/>
                  <a:pt x="939271" y="2219176"/>
                  <a:pt x="947546" y="2122633"/>
                </a:cubicBezTo>
                <a:cubicBezTo>
                  <a:pt x="957201" y="2082636"/>
                  <a:pt x="1082706" y="2067466"/>
                  <a:pt x="1150286" y="2039882"/>
                </a:cubicBezTo>
                <a:close/>
                <a:moveTo>
                  <a:pt x="394278" y="1320337"/>
                </a:moveTo>
                <a:cubicBezTo>
                  <a:pt x="356565" y="1315036"/>
                  <a:pt x="316914" y="1320983"/>
                  <a:pt x="277262" y="1344774"/>
                </a:cubicBezTo>
                <a:cubicBezTo>
                  <a:pt x="169686" y="1368221"/>
                  <a:pt x="281399" y="1532343"/>
                  <a:pt x="314500" y="1626128"/>
                </a:cubicBezTo>
                <a:cubicBezTo>
                  <a:pt x="335188" y="1715776"/>
                  <a:pt x="306225" y="1838523"/>
                  <a:pt x="376563" y="1820593"/>
                </a:cubicBezTo>
                <a:cubicBezTo>
                  <a:pt x="535169" y="1786113"/>
                  <a:pt x="681363" y="1673020"/>
                  <a:pt x="628954" y="1493726"/>
                </a:cubicBezTo>
                <a:cubicBezTo>
                  <a:pt x="603094" y="1453384"/>
                  <a:pt x="507414" y="1336241"/>
                  <a:pt x="394278" y="1320337"/>
                </a:cubicBezTo>
                <a:close/>
                <a:moveTo>
                  <a:pt x="1526804" y="66"/>
                </a:moveTo>
                <a:cubicBezTo>
                  <a:pt x="2066065" y="2824"/>
                  <a:pt x="2621877" y="129710"/>
                  <a:pt x="2896335" y="1038593"/>
                </a:cubicBezTo>
                <a:cubicBezTo>
                  <a:pt x="3057700" y="1564063"/>
                  <a:pt x="2532230" y="2366749"/>
                  <a:pt x="2064686" y="2292273"/>
                </a:cubicBezTo>
                <a:cubicBezTo>
                  <a:pt x="1885392" y="2267447"/>
                  <a:pt x="1950214" y="2015056"/>
                  <a:pt x="1555767" y="1940580"/>
                </a:cubicBezTo>
                <a:cubicBezTo>
                  <a:pt x="1179249" y="1868862"/>
                  <a:pt x="732393" y="2186075"/>
                  <a:pt x="554478" y="2159871"/>
                </a:cubicBezTo>
                <a:cubicBezTo>
                  <a:pt x="466211" y="2141942"/>
                  <a:pt x="394493" y="1904722"/>
                  <a:pt x="364151" y="1932305"/>
                </a:cubicBezTo>
                <a:cubicBezTo>
                  <a:pt x="322774" y="1970922"/>
                  <a:pt x="405526" y="2146079"/>
                  <a:pt x="467589" y="2205384"/>
                </a:cubicBezTo>
                <a:cubicBezTo>
                  <a:pt x="525515" y="2241243"/>
                  <a:pt x="732393" y="2202626"/>
                  <a:pt x="873070" y="2139183"/>
                </a:cubicBezTo>
                <a:cubicBezTo>
                  <a:pt x="913066" y="2128149"/>
                  <a:pt x="870312" y="2253655"/>
                  <a:pt x="877208" y="2333648"/>
                </a:cubicBezTo>
                <a:lnTo>
                  <a:pt x="862033" y="2337135"/>
                </a:lnTo>
                <a:lnTo>
                  <a:pt x="862033" y="2415799"/>
                </a:lnTo>
                <a:lnTo>
                  <a:pt x="754033" y="2415799"/>
                </a:lnTo>
                <a:lnTo>
                  <a:pt x="754033" y="2360695"/>
                </a:lnTo>
                <a:lnTo>
                  <a:pt x="713097" y="2366601"/>
                </a:lnTo>
                <a:lnTo>
                  <a:pt x="713097" y="2428213"/>
                </a:lnTo>
                <a:lnTo>
                  <a:pt x="605097" y="2428213"/>
                </a:lnTo>
                <a:lnTo>
                  <a:pt x="605097" y="2379641"/>
                </a:lnTo>
                <a:lnTo>
                  <a:pt x="564161" y="2382960"/>
                </a:lnTo>
                <a:lnTo>
                  <a:pt x="564161" y="2436489"/>
                </a:lnTo>
                <a:lnTo>
                  <a:pt x="456161" y="2436489"/>
                </a:lnTo>
                <a:lnTo>
                  <a:pt x="456161" y="2388351"/>
                </a:lnTo>
                <a:lnTo>
                  <a:pt x="415225" y="2389346"/>
                </a:lnTo>
                <a:lnTo>
                  <a:pt x="415225" y="2436489"/>
                </a:lnTo>
                <a:lnTo>
                  <a:pt x="307225" y="2436489"/>
                </a:lnTo>
                <a:lnTo>
                  <a:pt x="307225" y="2386989"/>
                </a:lnTo>
                <a:cubicBezTo>
                  <a:pt x="293173" y="2387203"/>
                  <a:pt x="279516" y="2386340"/>
                  <a:pt x="266289" y="2385150"/>
                </a:cubicBezTo>
                <a:lnTo>
                  <a:pt x="266289" y="2428213"/>
                </a:lnTo>
                <a:lnTo>
                  <a:pt x="158289" y="2428213"/>
                </a:lnTo>
                <a:lnTo>
                  <a:pt x="158289" y="2370613"/>
                </a:lnTo>
                <a:cubicBezTo>
                  <a:pt x="107017" y="2360332"/>
                  <a:pt x="72014" y="2345184"/>
                  <a:pt x="62108" y="2325373"/>
                </a:cubicBezTo>
                <a:cubicBezTo>
                  <a:pt x="37284" y="2261930"/>
                  <a:pt x="103484" y="2223314"/>
                  <a:pt x="124172" y="2172284"/>
                </a:cubicBezTo>
                <a:cubicBezTo>
                  <a:pt x="111759" y="2144700"/>
                  <a:pt x="74522" y="2141942"/>
                  <a:pt x="86934" y="2089533"/>
                </a:cubicBezTo>
                <a:cubicBezTo>
                  <a:pt x="96588" y="2053674"/>
                  <a:pt x="242782" y="2030228"/>
                  <a:pt x="264849" y="1994369"/>
                </a:cubicBezTo>
                <a:cubicBezTo>
                  <a:pt x="273125" y="1919892"/>
                  <a:pt x="-4093" y="1721291"/>
                  <a:pt x="45" y="1671639"/>
                </a:cubicBezTo>
                <a:cubicBezTo>
                  <a:pt x="12458" y="1619230"/>
                  <a:pt x="124172" y="1558546"/>
                  <a:pt x="190373" y="1477174"/>
                </a:cubicBezTo>
                <a:cubicBezTo>
                  <a:pt x="222094" y="1438557"/>
                  <a:pt x="80038" y="1267538"/>
                  <a:pt x="91072" y="1224783"/>
                </a:cubicBezTo>
                <a:cubicBezTo>
                  <a:pt x="111760" y="1092381"/>
                  <a:pt x="240023" y="943429"/>
                  <a:pt x="264849" y="703451"/>
                </a:cubicBezTo>
                <a:cubicBezTo>
                  <a:pt x="342084" y="332450"/>
                  <a:pt x="961338" y="-5451"/>
                  <a:pt x="1526804" y="6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04" name="Freeform 114"/>
          <p:cNvSpPr/>
          <p:nvPr/>
        </p:nvSpPr>
        <p:spPr>
          <a:xfrm>
            <a:off x="10267560" y="2429280"/>
            <a:ext cx="549000" cy="529560"/>
          </a:xfrm>
          <a:custGeom>
            <a:avLst/>
            <a:gdLst>
              <a:gd name="textAreaLeft" fmla="*/ 0 w 549000"/>
              <a:gd name="textAreaRight" fmla="*/ 549360 w 549000"/>
              <a:gd name="textAreaTop" fmla="*/ 0 h 529560"/>
              <a:gd name="textAreaBottom" fmla="*/ 529920 h 529560"/>
            </a:gdLst>
            <a:ahLst/>
            <a:rect l="textAreaLeft" t="textAreaTop" r="textAreaRight" b="textAreaBottom"/>
            <a:pathLst>
              <a:path w="3745816" h="3316502">
                <a:moveTo>
                  <a:pt x="2500704" y="2026790"/>
                </a:moveTo>
                <a:cubicBezTo>
                  <a:pt x="2380149" y="2047261"/>
                  <a:pt x="2334656" y="2081381"/>
                  <a:pt x="2261868" y="2108676"/>
                </a:cubicBezTo>
                <a:cubicBezTo>
                  <a:pt x="2220926" y="2245154"/>
                  <a:pt x="2248220" y="2327040"/>
                  <a:pt x="2364227" y="2313393"/>
                </a:cubicBezTo>
                <a:cubicBezTo>
                  <a:pt x="2491606" y="2272450"/>
                  <a:pt x="2502979" y="2190563"/>
                  <a:pt x="2500704" y="2026790"/>
                </a:cubicBezTo>
                <a:close/>
                <a:moveTo>
                  <a:pt x="1245112" y="2026790"/>
                </a:moveTo>
                <a:cubicBezTo>
                  <a:pt x="1242837" y="2190563"/>
                  <a:pt x="1254210" y="2272450"/>
                  <a:pt x="1381589" y="2313393"/>
                </a:cubicBezTo>
                <a:cubicBezTo>
                  <a:pt x="1497596" y="2327040"/>
                  <a:pt x="1524890" y="2245154"/>
                  <a:pt x="1483948" y="2108676"/>
                </a:cubicBezTo>
                <a:cubicBezTo>
                  <a:pt x="1411160" y="2081381"/>
                  <a:pt x="1365667" y="2047261"/>
                  <a:pt x="1245112" y="2026790"/>
                </a:cubicBezTo>
                <a:close/>
                <a:moveTo>
                  <a:pt x="3185000" y="1670667"/>
                </a:moveTo>
                <a:cubicBezTo>
                  <a:pt x="3206444" y="1672444"/>
                  <a:pt x="3226596" y="1679339"/>
                  <a:pt x="3244509" y="1692418"/>
                </a:cubicBezTo>
                <a:cubicBezTo>
                  <a:pt x="3340044" y="1731086"/>
                  <a:pt x="3210389" y="1885761"/>
                  <a:pt x="3380986" y="1856191"/>
                </a:cubicBezTo>
                <a:cubicBezTo>
                  <a:pt x="3424203" y="1826621"/>
                  <a:pt x="3528837" y="1837994"/>
                  <a:pt x="3599350" y="1903959"/>
                </a:cubicBezTo>
                <a:cubicBezTo>
                  <a:pt x="3647117" y="1983571"/>
                  <a:pt x="3783594" y="2056359"/>
                  <a:pt x="3735827" y="2142795"/>
                </a:cubicBezTo>
                <a:cubicBezTo>
                  <a:pt x="3653941" y="2374806"/>
                  <a:pt x="3606173" y="2422574"/>
                  <a:pt x="3572054" y="2620466"/>
                </a:cubicBezTo>
                <a:cubicBezTo>
                  <a:pt x="3574328" y="2882048"/>
                  <a:pt x="3542485" y="3061744"/>
                  <a:pt x="3551583" y="3316502"/>
                </a:cubicBezTo>
                <a:lnTo>
                  <a:pt x="3292276" y="3302855"/>
                </a:lnTo>
                <a:cubicBezTo>
                  <a:pt x="3310472" y="3025350"/>
                  <a:pt x="3315022" y="2788789"/>
                  <a:pt x="3271804" y="2511284"/>
                </a:cubicBezTo>
                <a:cubicBezTo>
                  <a:pt x="3217213" y="2465791"/>
                  <a:pt x="3189917" y="2399828"/>
                  <a:pt x="3278628" y="2272449"/>
                </a:cubicBezTo>
                <a:cubicBezTo>
                  <a:pt x="3244509" y="2190562"/>
                  <a:pt x="3271804" y="2142795"/>
                  <a:pt x="3128502" y="2108675"/>
                </a:cubicBezTo>
                <a:cubicBezTo>
                  <a:pt x="3042066" y="2051809"/>
                  <a:pt x="2921512" y="2165541"/>
                  <a:pt x="2869195" y="2019965"/>
                </a:cubicBezTo>
                <a:cubicBezTo>
                  <a:pt x="2821427" y="1896567"/>
                  <a:pt x="3034887" y="1658228"/>
                  <a:pt x="3185000" y="1670667"/>
                </a:cubicBezTo>
                <a:close/>
                <a:moveTo>
                  <a:pt x="560816" y="1670667"/>
                </a:moveTo>
                <a:cubicBezTo>
                  <a:pt x="710929" y="1658228"/>
                  <a:pt x="924389" y="1896567"/>
                  <a:pt x="876621" y="2019965"/>
                </a:cubicBezTo>
                <a:cubicBezTo>
                  <a:pt x="824304" y="2165541"/>
                  <a:pt x="703750" y="2051809"/>
                  <a:pt x="617314" y="2108675"/>
                </a:cubicBezTo>
                <a:cubicBezTo>
                  <a:pt x="474012" y="2142795"/>
                  <a:pt x="501307" y="2190562"/>
                  <a:pt x="467188" y="2272449"/>
                </a:cubicBezTo>
                <a:cubicBezTo>
                  <a:pt x="555899" y="2399828"/>
                  <a:pt x="528603" y="2465791"/>
                  <a:pt x="474012" y="2511284"/>
                </a:cubicBezTo>
                <a:cubicBezTo>
                  <a:pt x="430794" y="2788789"/>
                  <a:pt x="435344" y="3025350"/>
                  <a:pt x="453540" y="3302855"/>
                </a:cubicBezTo>
                <a:lnTo>
                  <a:pt x="194233" y="3316502"/>
                </a:lnTo>
                <a:cubicBezTo>
                  <a:pt x="203331" y="3061744"/>
                  <a:pt x="171488" y="2882048"/>
                  <a:pt x="173762" y="2620466"/>
                </a:cubicBezTo>
                <a:cubicBezTo>
                  <a:pt x="139643" y="2422574"/>
                  <a:pt x="91875" y="2374806"/>
                  <a:pt x="9989" y="2142795"/>
                </a:cubicBezTo>
                <a:cubicBezTo>
                  <a:pt x="-37778" y="2056359"/>
                  <a:pt x="98699" y="1983571"/>
                  <a:pt x="146466" y="1903959"/>
                </a:cubicBezTo>
                <a:cubicBezTo>
                  <a:pt x="216979" y="1837994"/>
                  <a:pt x="321613" y="1826621"/>
                  <a:pt x="364830" y="1856191"/>
                </a:cubicBezTo>
                <a:cubicBezTo>
                  <a:pt x="535427" y="1885761"/>
                  <a:pt x="405772" y="1731086"/>
                  <a:pt x="501307" y="1692418"/>
                </a:cubicBezTo>
                <a:cubicBezTo>
                  <a:pt x="519220" y="1679339"/>
                  <a:pt x="539372" y="1672444"/>
                  <a:pt x="560816" y="1670667"/>
                </a:cubicBezTo>
                <a:close/>
                <a:moveTo>
                  <a:pt x="2609647" y="1003649"/>
                </a:moveTo>
                <a:cubicBezTo>
                  <a:pt x="2444889" y="994437"/>
                  <a:pt x="2381715" y="1312839"/>
                  <a:pt x="2234575" y="1385343"/>
                </a:cubicBezTo>
                <a:cubicBezTo>
                  <a:pt x="2013936" y="1460406"/>
                  <a:pt x="1963895" y="1651474"/>
                  <a:pt x="1968444" y="1951725"/>
                </a:cubicBezTo>
                <a:cubicBezTo>
                  <a:pt x="1979817" y="2035887"/>
                  <a:pt x="2134492" y="1956274"/>
                  <a:pt x="2248223" y="1897134"/>
                </a:cubicBezTo>
                <a:cubicBezTo>
                  <a:pt x="2393799" y="1812972"/>
                  <a:pt x="2839626" y="1121486"/>
                  <a:pt x="2644008" y="1010029"/>
                </a:cubicBezTo>
                <a:cubicBezTo>
                  <a:pt x="2632066" y="1006333"/>
                  <a:pt x="2620631" y="1004263"/>
                  <a:pt x="2609647" y="1003649"/>
                </a:cubicBezTo>
                <a:close/>
                <a:moveTo>
                  <a:pt x="1136169" y="1003649"/>
                </a:moveTo>
                <a:cubicBezTo>
                  <a:pt x="1125185" y="1004263"/>
                  <a:pt x="1113750" y="1006333"/>
                  <a:pt x="1101808" y="1010029"/>
                </a:cubicBezTo>
                <a:cubicBezTo>
                  <a:pt x="906190" y="1121486"/>
                  <a:pt x="1352017" y="1812972"/>
                  <a:pt x="1497593" y="1897134"/>
                </a:cubicBezTo>
                <a:cubicBezTo>
                  <a:pt x="1611324" y="1956274"/>
                  <a:pt x="1765999" y="2035887"/>
                  <a:pt x="1777372" y="1951725"/>
                </a:cubicBezTo>
                <a:cubicBezTo>
                  <a:pt x="1781921" y="1651474"/>
                  <a:pt x="1731880" y="1460406"/>
                  <a:pt x="1511241" y="1385343"/>
                </a:cubicBezTo>
                <a:cubicBezTo>
                  <a:pt x="1364101" y="1312839"/>
                  <a:pt x="1300927" y="994437"/>
                  <a:pt x="1136169" y="1003649"/>
                </a:cubicBezTo>
                <a:close/>
                <a:moveTo>
                  <a:pt x="665081" y="96"/>
                </a:moveTo>
                <a:cubicBezTo>
                  <a:pt x="1486802" y="-2174"/>
                  <a:pt x="1309537" y="573200"/>
                  <a:pt x="1862679" y="634117"/>
                </a:cubicBezTo>
                <a:cubicBezTo>
                  <a:pt x="2415888" y="573192"/>
                  <a:pt x="2259021" y="-2174"/>
                  <a:pt x="3080735" y="96"/>
                </a:cubicBezTo>
                <a:cubicBezTo>
                  <a:pt x="3608448" y="-9003"/>
                  <a:pt x="3767673" y="636991"/>
                  <a:pt x="3619822" y="921320"/>
                </a:cubicBezTo>
                <a:cubicBezTo>
                  <a:pt x="3590251" y="1010030"/>
                  <a:pt x="3519739" y="941793"/>
                  <a:pt x="3456049" y="955441"/>
                </a:cubicBezTo>
                <a:cubicBezTo>
                  <a:pt x="3416937" y="1011300"/>
                  <a:pt x="3385716" y="1096130"/>
                  <a:pt x="3370271" y="1159232"/>
                </a:cubicBezTo>
                <a:lnTo>
                  <a:pt x="3189917" y="1317105"/>
                </a:lnTo>
                <a:cubicBezTo>
                  <a:pt x="3271804" y="1426286"/>
                  <a:pt x="3258156" y="1555942"/>
                  <a:pt x="3155798" y="1596884"/>
                </a:cubicBezTo>
                <a:cubicBezTo>
                  <a:pt x="2973828" y="1651475"/>
                  <a:pt x="2866920" y="1726538"/>
                  <a:pt x="2848723" y="1842544"/>
                </a:cubicBezTo>
                <a:cubicBezTo>
                  <a:pt x="2830525" y="2001768"/>
                  <a:pt x="2832803" y="2481714"/>
                  <a:pt x="2650831" y="2518108"/>
                </a:cubicBezTo>
                <a:cubicBezTo>
                  <a:pt x="2498431" y="2522657"/>
                  <a:pt x="2373325" y="2513559"/>
                  <a:pt x="2193630" y="2531756"/>
                </a:cubicBezTo>
                <a:cubicBezTo>
                  <a:pt x="2088997" y="2522657"/>
                  <a:pt x="1998012" y="2349785"/>
                  <a:pt x="1941147" y="2211033"/>
                </a:cubicBezTo>
                <a:lnTo>
                  <a:pt x="1872908" y="2313392"/>
                </a:lnTo>
                <a:lnTo>
                  <a:pt x="1804669" y="2211033"/>
                </a:lnTo>
                <a:cubicBezTo>
                  <a:pt x="1747804" y="2349785"/>
                  <a:pt x="1656819" y="2522657"/>
                  <a:pt x="1552186" y="2531756"/>
                </a:cubicBezTo>
                <a:cubicBezTo>
                  <a:pt x="1372491" y="2513559"/>
                  <a:pt x="1247385" y="2522657"/>
                  <a:pt x="1094985" y="2518108"/>
                </a:cubicBezTo>
                <a:cubicBezTo>
                  <a:pt x="913013" y="2481714"/>
                  <a:pt x="915291" y="2001768"/>
                  <a:pt x="897093" y="1842544"/>
                </a:cubicBezTo>
                <a:cubicBezTo>
                  <a:pt x="878896" y="1726538"/>
                  <a:pt x="771988" y="1651475"/>
                  <a:pt x="590018" y="1596884"/>
                </a:cubicBezTo>
                <a:cubicBezTo>
                  <a:pt x="487660" y="1555942"/>
                  <a:pt x="474012" y="1426286"/>
                  <a:pt x="555899" y="1317105"/>
                </a:cubicBezTo>
                <a:cubicBezTo>
                  <a:pt x="497354" y="1247580"/>
                  <a:pt x="494034" y="1228756"/>
                  <a:pt x="380265" y="1173717"/>
                </a:cubicBezTo>
                <a:cubicBezTo>
                  <a:pt x="350099" y="1122687"/>
                  <a:pt x="319933" y="1057172"/>
                  <a:pt x="289767" y="1006142"/>
                </a:cubicBezTo>
                <a:cubicBezTo>
                  <a:pt x="226077" y="992494"/>
                  <a:pt x="155565" y="1010030"/>
                  <a:pt x="125994" y="921320"/>
                </a:cubicBezTo>
                <a:cubicBezTo>
                  <a:pt x="-21857" y="636991"/>
                  <a:pt x="137368" y="-9003"/>
                  <a:pt x="665081" y="9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05" name="Rounded Rectangle 31"/>
          <p:cNvSpPr/>
          <p:nvPr/>
        </p:nvSpPr>
        <p:spPr>
          <a:xfrm>
            <a:off x="4509720" y="3570840"/>
            <a:ext cx="372240" cy="529560"/>
          </a:xfrm>
          <a:custGeom>
            <a:avLst/>
            <a:gdLst>
              <a:gd name="textAreaLeft" fmla="*/ 0 w 372240"/>
              <a:gd name="textAreaRight" fmla="*/ 372600 w 372240"/>
              <a:gd name="textAreaTop" fmla="*/ 0 h 529560"/>
              <a:gd name="textAreaBottom" fmla="*/ 529920 h 529560"/>
            </a:gdLst>
            <a:ahLst/>
            <a:rect l="textAreaLeft" t="textAreaTop" r="textAreaRight" b="textAreaBottom"/>
            <a:pathLst>
              <a:path w="2273269" h="3232141">
                <a:moveTo>
                  <a:pt x="1301358" y="1224998"/>
                </a:moveTo>
                <a:cubicBezTo>
                  <a:pt x="1288512" y="1224739"/>
                  <a:pt x="1275404" y="1226994"/>
                  <a:pt x="1262722" y="1232060"/>
                </a:cubicBezTo>
                <a:cubicBezTo>
                  <a:pt x="1224020" y="1247517"/>
                  <a:pt x="1200469" y="1284678"/>
                  <a:pt x="1200858" y="1323955"/>
                </a:cubicBezTo>
                <a:lnTo>
                  <a:pt x="1068969" y="1816173"/>
                </a:lnTo>
                <a:lnTo>
                  <a:pt x="975827" y="1468563"/>
                </a:lnTo>
                <a:cubicBezTo>
                  <a:pt x="965224" y="1428990"/>
                  <a:pt x="932065" y="1401484"/>
                  <a:pt x="893889" y="1396168"/>
                </a:cubicBezTo>
                <a:cubicBezTo>
                  <a:pt x="887581" y="1395290"/>
                  <a:pt x="881136" y="1395017"/>
                  <a:pt x="874749" y="1397368"/>
                </a:cubicBezTo>
                <a:lnTo>
                  <a:pt x="873048" y="1397069"/>
                </a:lnTo>
                <a:cubicBezTo>
                  <a:pt x="871822" y="1397102"/>
                  <a:pt x="870599" y="1397158"/>
                  <a:pt x="869409" y="1397702"/>
                </a:cubicBezTo>
                <a:lnTo>
                  <a:pt x="854690" y="1398625"/>
                </a:lnTo>
                <a:cubicBezTo>
                  <a:pt x="852870" y="1399112"/>
                  <a:pt x="851076" y="1399648"/>
                  <a:pt x="849610" y="1401148"/>
                </a:cubicBezTo>
                <a:cubicBezTo>
                  <a:pt x="820426" y="1408603"/>
                  <a:pt x="795399" y="1429720"/>
                  <a:pt x="783580" y="1459921"/>
                </a:cubicBezTo>
                <a:lnTo>
                  <a:pt x="576552" y="1988920"/>
                </a:lnTo>
                <a:lnTo>
                  <a:pt x="360960" y="1988920"/>
                </a:lnTo>
                <a:cubicBezTo>
                  <a:pt x="306335" y="1988920"/>
                  <a:pt x="262052" y="2033203"/>
                  <a:pt x="262052" y="2087828"/>
                </a:cubicBezTo>
                <a:cubicBezTo>
                  <a:pt x="262052" y="2142453"/>
                  <a:pt x="306335" y="2186736"/>
                  <a:pt x="360960" y="2186736"/>
                </a:cubicBezTo>
                <a:lnTo>
                  <a:pt x="624414" y="2186736"/>
                </a:lnTo>
                <a:cubicBezTo>
                  <a:pt x="655679" y="2194749"/>
                  <a:pt x="687884" y="2184847"/>
                  <a:pt x="710155" y="2162843"/>
                </a:cubicBezTo>
                <a:cubicBezTo>
                  <a:pt x="728043" y="2149675"/>
                  <a:pt x="740236" y="2129868"/>
                  <a:pt x="742804" y="2106901"/>
                </a:cubicBezTo>
                <a:lnTo>
                  <a:pt x="861090" y="1804659"/>
                </a:lnTo>
                <a:lnTo>
                  <a:pt x="967256" y="2200878"/>
                </a:lnTo>
                <a:cubicBezTo>
                  <a:pt x="956121" y="2251327"/>
                  <a:pt x="986997" y="2301788"/>
                  <a:pt x="1037612" y="2315350"/>
                </a:cubicBezTo>
                <a:cubicBezTo>
                  <a:pt x="1044252" y="2317129"/>
                  <a:pt x="1050915" y="2318189"/>
                  <a:pt x="1057633" y="2316605"/>
                </a:cubicBezTo>
                <a:cubicBezTo>
                  <a:pt x="1061264" y="2317900"/>
                  <a:pt x="1065062" y="2318350"/>
                  <a:pt x="1068971" y="2317315"/>
                </a:cubicBezTo>
                <a:cubicBezTo>
                  <a:pt x="1072878" y="2318349"/>
                  <a:pt x="1076674" y="2317900"/>
                  <a:pt x="1080303" y="2316605"/>
                </a:cubicBezTo>
                <a:lnTo>
                  <a:pt x="1100326" y="2315350"/>
                </a:lnTo>
                <a:cubicBezTo>
                  <a:pt x="1150941" y="2301788"/>
                  <a:pt x="1181817" y="2251327"/>
                  <a:pt x="1170682" y="2200878"/>
                </a:cubicBezTo>
                <a:lnTo>
                  <a:pt x="1320238" y="1642726"/>
                </a:lnTo>
                <a:lnTo>
                  <a:pt x="1513977" y="2127797"/>
                </a:lnTo>
                <a:cubicBezTo>
                  <a:pt x="1531567" y="2171838"/>
                  <a:pt x="1577262" y="2196260"/>
                  <a:pt x="1621871" y="2186737"/>
                </a:cubicBezTo>
                <a:lnTo>
                  <a:pt x="1878495" y="2186737"/>
                </a:lnTo>
                <a:cubicBezTo>
                  <a:pt x="1933120" y="2186737"/>
                  <a:pt x="1977403" y="2142454"/>
                  <a:pt x="1977403" y="2087829"/>
                </a:cubicBezTo>
                <a:cubicBezTo>
                  <a:pt x="1977403" y="2033204"/>
                  <a:pt x="1933120" y="1988921"/>
                  <a:pt x="1878495" y="1988921"/>
                </a:cubicBezTo>
                <a:lnTo>
                  <a:pt x="1671520" y="1988921"/>
                </a:lnTo>
                <a:lnTo>
                  <a:pt x="1391261" y="1287226"/>
                </a:lnTo>
                <a:cubicBezTo>
                  <a:pt x="1376065" y="1249180"/>
                  <a:pt x="1339894" y="1225775"/>
                  <a:pt x="1301358" y="1224998"/>
                </a:cubicBezTo>
                <a:close/>
                <a:moveTo>
                  <a:pt x="335892" y="524745"/>
                </a:moveTo>
                <a:lnTo>
                  <a:pt x="1937377" y="524745"/>
                </a:lnTo>
                <a:cubicBezTo>
                  <a:pt x="1996486" y="524745"/>
                  <a:pt x="2044403" y="572662"/>
                  <a:pt x="2044403" y="631771"/>
                </a:cubicBezTo>
                <a:lnTo>
                  <a:pt x="2044403" y="2898384"/>
                </a:lnTo>
                <a:cubicBezTo>
                  <a:pt x="2044403" y="2957493"/>
                  <a:pt x="1996486" y="3005410"/>
                  <a:pt x="1937377" y="3005410"/>
                </a:cubicBezTo>
                <a:lnTo>
                  <a:pt x="335892" y="3005410"/>
                </a:lnTo>
                <a:cubicBezTo>
                  <a:pt x="276783" y="3005410"/>
                  <a:pt x="228866" y="2957493"/>
                  <a:pt x="228866" y="2898384"/>
                </a:cubicBezTo>
                <a:lnTo>
                  <a:pt x="228866" y="631771"/>
                </a:lnTo>
                <a:cubicBezTo>
                  <a:pt x="228866" y="572662"/>
                  <a:pt x="276783" y="524745"/>
                  <a:pt x="335892" y="524745"/>
                </a:cubicBezTo>
                <a:close/>
                <a:moveTo>
                  <a:pt x="245659" y="437009"/>
                </a:moveTo>
                <a:cubicBezTo>
                  <a:pt x="179890" y="437009"/>
                  <a:pt x="126573" y="490326"/>
                  <a:pt x="126573" y="556095"/>
                </a:cubicBezTo>
                <a:lnTo>
                  <a:pt x="126573" y="2974061"/>
                </a:lnTo>
                <a:cubicBezTo>
                  <a:pt x="126573" y="3039830"/>
                  <a:pt x="179890" y="3093147"/>
                  <a:pt x="245659" y="3093147"/>
                </a:cubicBezTo>
                <a:lnTo>
                  <a:pt x="2027611" y="3093147"/>
                </a:lnTo>
                <a:cubicBezTo>
                  <a:pt x="2093380" y="3093147"/>
                  <a:pt x="2146697" y="3039830"/>
                  <a:pt x="2146697" y="2974061"/>
                </a:cubicBezTo>
                <a:lnTo>
                  <a:pt x="2146697" y="556095"/>
                </a:lnTo>
                <a:cubicBezTo>
                  <a:pt x="2146697" y="490326"/>
                  <a:pt x="2093380" y="437009"/>
                  <a:pt x="2027611" y="437009"/>
                </a:cubicBezTo>
                <a:close/>
                <a:moveTo>
                  <a:pt x="974181" y="0"/>
                </a:moveTo>
                <a:lnTo>
                  <a:pt x="1299087" y="0"/>
                </a:lnTo>
                <a:cubicBezTo>
                  <a:pt x="1327680" y="0"/>
                  <a:pt x="1350860" y="23180"/>
                  <a:pt x="1350860" y="51773"/>
                </a:cubicBezTo>
                <a:lnTo>
                  <a:pt x="1350860" y="155306"/>
                </a:lnTo>
                <a:lnTo>
                  <a:pt x="1381614" y="155306"/>
                </a:lnTo>
                <a:cubicBezTo>
                  <a:pt x="1410207" y="155306"/>
                  <a:pt x="1433387" y="178486"/>
                  <a:pt x="1433387" y="207079"/>
                </a:cubicBezTo>
                <a:lnTo>
                  <a:pt x="1433387" y="298015"/>
                </a:lnTo>
                <a:lnTo>
                  <a:pt x="2081269" y="298015"/>
                </a:lnTo>
                <a:cubicBezTo>
                  <a:pt x="2187308" y="298015"/>
                  <a:pt x="2273269" y="383976"/>
                  <a:pt x="2273269" y="490015"/>
                </a:cubicBezTo>
                <a:lnTo>
                  <a:pt x="2273269" y="3040141"/>
                </a:lnTo>
                <a:cubicBezTo>
                  <a:pt x="2273269" y="3146180"/>
                  <a:pt x="2187308" y="3232141"/>
                  <a:pt x="2081269" y="3232141"/>
                </a:cubicBezTo>
                <a:lnTo>
                  <a:pt x="192000" y="3232141"/>
                </a:lnTo>
                <a:cubicBezTo>
                  <a:pt x="85961" y="3232141"/>
                  <a:pt x="0" y="3146180"/>
                  <a:pt x="0" y="3040141"/>
                </a:cubicBezTo>
                <a:lnTo>
                  <a:pt x="0" y="490015"/>
                </a:lnTo>
                <a:cubicBezTo>
                  <a:pt x="0" y="383976"/>
                  <a:pt x="85961" y="298015"/>
                  <a:pt x="192000" y="298015"/>
                </a:cubicBezTo>
                <a:lnTo>
                  <a:pt x="839881" y="298015"/>
                </a:lnTo>
                <a:lnTo>
                  <a:pt x="839881" y="207079"/>
                </a:lnTo>
                <a:cubicBezTo>
                  <a:pt x="839881" y="178486"/>
                  <a:pt x="863061" y="155306"/>
                  <a:pt x="891654" y="155306"/>
                </a:cubicBezTo>
                <a:lnTo>
                  <a:pt x="922408" y="155306"/>
                </a:lnTo>
                <a:lnTo>
                  <a:pt x="922408" y="51773"/>
                </a:lnTo>
                <a:cubicBezTo>
                  <a:pt x="922408" y="23180"/>
                  <a:pt x="945588" y="0"/>
                  <a:pt x="97418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06" name="Oval 47"/>
          <p:cNvSpPr/>
          <p:nvPr/>
        </p:nvSpPr>
        <p:spPr>
          <a:xfrm>
            <a:off x="11058120" y="2429280"/>
            <a:ext cx="529560" cy="529560"/>
          </a:xfrm>
          <a:custGeom>
            <a:avLst/>
            <a:gdLst>
              <a:gd name="textAreaLeft" fmla="*/ 0 w 529560"/>
              <a:gd name="textAreaRight" fmla="*/ 529920 w 529560"/>
              <a:gd name="textAreaTop" fmla="*/ 0 h 529560"/>
              <a:gd name="textAreaBottom" fmla="*/ 529920 h 529560"/>
            </a:gdLst>
            <a:ahLst/>
            <a:rect l="textAreaLeft" t="textAreaTop" r="textAreaRight" b="textAreaBottom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07" name="Oval 50"/>
          <p:cNvSpPr/>
          <p:nvPr/>
        </p:nvSpPr>
        <p:spPr>
          <a:xfrm>
            <a:off x="5308200" y="3570840"/>
            <a:ext cx="468720" cy="529560"/>
          </a:xfrm>
          <a:custGeom>
            <a:avLst/>
            <a:gdLst>
              <a:gd name="textAreaLeft" fmla="*/ 0 w 468720"/>
              <a:gd name="textAreaRight" fmla="*/ 469080 w 468720"/>
              <a:gd name="textAreaTop" fmla="*/ 0 h 529560"/>
              <a:gd name="textAreaBottom" fmla="*/ 529920 h 529560"/>
            </a:gdLst>
            <a:ahLst/>
            <a:rect l="textAreaLeft" t="textAreaTop" r="textAreaRight" b="textAreaBottom"/>
            <a:pathLst>
              <a:path w="2868687" h="3240000">
                <a:moveTo>
                  <a:pt x="1433799" y="2290728"/>
                </a:moveTo>
                <a:cubicBezTo>
                  <a:pt x="1317650" y="2346839"/>
                  <a:pt x="1203301" y="2394700"/>
                  <a:pt x="1093028" y="2434329"/>
                </a:cubicBezTo>
                <a:cubicBezTo>
                  <a:pt x="1167481" y="2812207"/>
                  <a:pt x="1292592" y="3060000"/>
                  <a:pt x="1434343" y="3060000"/>
                </a:cubicBezTo>
                <a:cubicBezTo>
                  <a:pt x="1576138" y="3060000"/>
                  <a:pt x="1701284" y="2812053"/>
                  <a:pt x="1774025" y="2433735"/>
                </a:cubicBezTo>
                <a:cubicBezTo>
                  <a:pt x="1663854" y="2394452"/>
                  <a:pt x="1549823" y="2346469"/>
                  <a:pt x="1433799" y="2290728"/>
                </a:cubicBezTo>
                <a:close/>
                <a:moveTo>
                  <a:pt x="1824954" y="2078037"/>
                </a:moveTo>
                <a:cubicBezTo>
                  <a:pt x="1794480" y="2097450"/>
                  <a:pt x="1763147" y="2116057"/>
                  <a:pt x="1731343" y="2134419"/>
                </a:cubicBezTo>
                <a:lnTo>
                  <a:pt x="1635415" y="2187161"/>
                </a:lnTo>
                <a:cubicBezTo>
                  <a:pt x="1691788" y="2215044"/>
                  <a:pt x="1747931" y="2239109"/>
                  <a:pt x="1803378" y="2259350"/>
                </a:cubicBezTo>
                <a:cubicBezTo>
                  <a:pt x="1812120" y="2201101"/>
                  <a:pt x="1819148" y="2140526"/>
                  <a:pt x="1824954" y="2078037"/>
                </a:cubicBezTo>
                <a:close/>
                <a:moveTo>
                  <a:pt x="1042306" y="2077178"/>
                </a:moveTo>
                <a:cubicBezTo>
                  <a:pt x="1047949" y="2140175"/>
                  <a:pt x="1055328" y="2201182"/>
                  <a:pt x="1063873" y="2259905"/>
                </a:cubicBezTo>
                <a:cubicBezTo>
                  <a:pt x="1119365" y="2238275"/>
                  <a:pt x="1176217" y="2214355"/>
                  <a:pt x="1233887" y="2187801"/>
                </a:cubicBezTo>
                <a:cubicBezTo>
                  <a:pt x="1201538" y="2170955"/>
                  <a:pt x="1169452" y="2152957"/>
                  <a:pt x="1137343" y="2134419"/>
                </a:cubicBezTo>
                <a:close/>
                <a:moveTo>
                  <a:pt x="559768" y="1732679"/>
                </a:moveTo>
                <a:cubicBezTo>
                  <a:pt x="268524" y="1984850"/>
                  <a:pt x="116369" y="2217202"/>
                  <a:pt x="187266" y="2340000"/>
                </a:cubicBezTo>
                <a:cubicBezTo>
                  <a:pt x="258144" y="2462764"/>
                  <a:pt x="535307" y="2447213"/>
                  <a:pt x="899736" y="2322555"/>
                </a:cubicBezTo>
                <a:cubicBezTo>
                  <a:pt x="878937" y="2207297"/>
                  <a:pt x="863223" y="2084405"/>
                  <a:pt x="853746" y="1955834"/>
                </a:cubicBezTo>
                <a:cubicBezTo>
                  <a:pt x="747454" y="1883220"/>
                  <a:pt x="648878" y="1808453"/>
                  <a:pt x="559768" y="1732679"/>
                </a:cubicBezTo>
                <a:close/>
                <a:moveTo>
                  <a:pt x="2309048" y="1730507"/>
                </a:moveTo>
                <a:cubicBezTo>
                  <a:pt x="2220666" y="1807660"/>
                  <a:pt x="2121792" y="1882664"/>
                  <a:pt x="2015235" y="1955625"/>
                </a:cubicBezTo>
                <a:cubicBezTo>
                  <a:pt x="2005364" y="2084180"/>
                  <a:pt x="1989894" y="2207119"/>
                  <a:pt x="1967330" y="2322070"/>
                </a:cubicBezTo>
                <a:lnTo>
                  <a:pt x="2081685" y="2358048"/>
                </a:lnTo>
                <a:cubicBezTo>
                  <a:pt x="2116015" y="2320492"/>
                  <a:pt x="2165526" y="2297468"/>
                  <a:pt x="2220415" y="2297468"/>
                </a:cubicBezTo>
                <a:cubicBezTo>
                  <a:pt x="2302230" y="2297468"/>
                  <a:pt x="2372097" y="2348622"/>
                  <a:pt x="2399287" y="2420880"/>
                </a:cubicBezTo>
                <a:cubicBezTo>
                  <a:pt x="2542053" y="2432945"/>
                  <a:pt x="2642630" y="2407186"/>
                  <a:pt x="2681420" y="2340000"/>
                </a:cubicBezTo>
                <a:cubicBezTo>
                  <a:pt x="2752393" y="2217071"/>
                  <a:pt x="2599836" y="1984353"/>
                  <a:pt x="2309048" y="1730507"/>
                </a:cubicBezTo>
                <a:close/>
                <a:moveTo>
                  <a:pt x="2026056" y="1510554"/>
                </a:moveTo>
                <a:cubicBezTo>
                  <a:pt x="2027893" y="1546708"/>
                  <a:pt x="2028343" y="1583211"/>
                  <a:pt x="2028343" y="1620000"/>
                </a:cubicBezTo>
                <a:lnTo>
                  <a:pt x="2024251" y="1730716"/>
                </a:lnTo>
                <a:lnTo>
                  <a:pt x="2173722" y="1619092"/>
                </a:lnTo>
                <a:cubicBezTo>
                  <a:pt x="2127526" y="1582190"/>
                  <a:pt x="2078507" y="1545517"/>
                  <a:pt x="2026056" y="1510554"/>
                </a:cubicBezTo>
                <a:close/>
                <a:moveTo>
                  <a:pt x="844436" y="1509285"/>
                </a:moveTo>
                <a:lnTo>
                  <a:pt x="694964" y="1620908"/>
                </a:lnTo>
                <a:cubicBezTo>
                  <a:pt x="741160" y="1657811"/>
                  <a:pt x="790179" y="1694484"/>
                  <a:pt x="842630" y="1729447"/>
                </a:cubicBezTo>
                <a:cubicBezTo>
                  <a:pt x="840793" y="1693293"/>
                  <a:pt x="840343" y="1656790"/>
                  <a:pt x="840343" y="1620000"/>
                </a:cubicBezTo>
                <a:close/>
                <a:moveTo>
                  <a:pt x="1434343" y="1361184"/>
                </a:moveTo>
                <a:cubicBezTo>
                  <a:pt x="1573534" y="1361184"/>
                  <a:pt x="1686371" y="1474021"/>
                  <a:pt x="1686371" y="1613212"/>
                </a:cubicBezTo>
                <a:cubicBezTo>
                  <a:pt x="1686371" y="1752403"/>
                  <a:pt x="1573534" y="1865240"/>
                  <a:pt x="1434343" y="1865240"/>
                </a:cubicBezTo>
                <a:cubicBezTo>
                  <a:pt x="1295152" y="1865240"/>
                  <a:pt x="1182315" y="1752403"/>
                  <a:pt x="1182315" y="1613212"/>
                </a:cubicBezTo>
                <a:cubicBezTo>
                  <a:pt x="1182315" y="1474021"/>
                  <a:pt x="1295152" y="1361184"/>
                  <a:pt x="1434343" y="1361184"/>
                </a:cubicBezTo>
                <a:close/>
                <a:moveTo>
                  <a:pt x="1433770" y="1149513"/>
                </a:moveTo>
                <a:cubicBezTo>
                  <a:pt x="1365445" y="1183896"/>
                  <a:pt x="1296585" y="1221489"/>
                  <a:pt x="1227343" y="1261466"/>
                </a:cubicBezTo>
                <a:lnTo>
                  <a:pt x="1027157" y="1384911"/>
                </a:lnTo>
                <a:cubicBezTo>
                  <a:pt x="1022222" y="1461370"/>
                  <a:pt x="1020343" y="1539922"/>
                  <a:pt x="1020343" y="1620000"/>
                </a:cubicBezTo>
                <a:lnTo>
                  <a:pt x="1028287" y="1855786"/>
                </a:lnTo>
                <a:cubicBezTo>
                  <a:pt x="1091680" y="1898065"/>
                  <a:pt x="1158394" y="1938727"/>
                  <a:pt x="1227343" y="1978535"/>
                </a:cubicBezTo>
                <a:lnTo>
                  <a:pt x="1434916" y="2090488"/>
                </a:lnTo>
                <a:cubicBezTo>
                  <a:pt x="1503241" y="2056105"/>
                  <a:pt x="1572101" y="2018511"/>
                  <a:pt x="1641343" y="1978535"/>
                </a:cubicBezTo>
                <a:lnTo>
                  <a:pt x="1841530" y="1855090"/>
                </a:lnTo>
                <a:cubicBezTo>
                  <a:pt x="1846464" y="1778631"/>
                  <a:pt x="1848343" y="1700079"/>
                  <a:pt x="1848343" y="1620000"/>
                </a:cubicBezTo>
                <a:lnTo>
                  <a:pt x="1840399" y="1384214"/>
                </a:lnTo>
                <a:cubicBezTo>
                  <a:pt x="1777006" y="1341936"/>
                  <a:pt x="1710293" y="1301274"/>
                  <a:pt x="1641343" y="1261466"/>
                </a:cubicBezTo>
                <a:close/>
                <a:moveTo>
                  <a:pt x="1065308" y="980650"/>
                </a:moveTo>
                <a:cubicBezTo>
                  <a:pt x="1056566" y="1038899"/>
                  <a:pt x="1049538" y="1099475"/>
                  <a:pt x="1043732" y="1161964"/>
                </a:cubicBezTo>
                <a:cubicBezTo>
                  <a:pt x="1074206" y="1142551"/>
                  <a:pt x="1105539" y="1123943"/>
                  <a:pt x="1137343" y="1105581"/>
                </a:cubicBezTo>
                <a:lnTo>
                  <a:pt x="1233271" y="1052839"/>
                </a:lnTo>
                <a:cubicBezTo>
                  <a:pt x="1176898" y="1024957"/>
                  <a:pt x="1120756" y="1000892"/>
                  <a:pt x="1065308" y="980650"/>
                </a:cubicBezTo>
                <a:close/>
                <a:moveTo>
                  <a:pt x="1804814" y="980095"/>
                </a:moveTo>
                <a:cubicBezTo>
                  <a:pt x="1749321" y="1001726"/>
                  <a:pt x="1692469" y="1025646"/>
                  <a:pt x="1634800" y="1052200"/>
                </a:cubicBezTo>
                <a:cubicBezTo>
                  <a:pt x="1667149" y="1069046"/>
                  <a:pt x="1699234" y="1087043"/>
                  <a:pt x="1731343" y="1105581"/>
                </a:cubicBezTo>
                <a:lnTo>
                  <a:pt x="1826380" y="1162822"/>
                </a:lnTo>
                <a:cubicBezTo>
                  <a:pt x="1820738" y="1099825"/>
                  <a:pt x="1813359" y="1038819"/>
                  <a:pt x="1804814" y="980095"/>
                </a:cubicBezTo>
                <a:close/>
                <a:moveTo>
                  <a:pt x="2432236" y="816002"/>
                </a:moveTo>
                <a:cubicBezTo>
                  <a:pt x="2308930" y="820546"/>
                  <a:pt x="2149627" y="855445"/>
                  <a:pt x="1968950" y="917446"/>
                </a:cubicBezTo>
                <a:cubicBezTo>
                  <a:pt x="1989749" y="1032703"/>
                  <a:pt x="2005463" y="1155596"/>
                  <a:pt x="2014941" y="1284167"/>
                </a:cubicBezTo>
                <a:cubicBezTo>
                  <a:pt x="2121232" y="1356780"/>
                  <a:pt x="2219808" y="1431548"/>
                  <a:pt x="2308918" y="1507322"/>
                </a:cubicBezTo>
                <a:cubicBezTo>
                  <a:pt x="2600162" y="1255150"/>
                  <a:pt x="2752317" y="1022798"/>
                  <a:pt x="2681420" y="900000"/>
                </a:cubicBezTo>
                <a:cubicBezTo>
                  <a:pt x="2645694" y="838121"/>
                  <a:pt x="2557557" y="811383"/>
                  <a:pt x="2432236" y="816002"/>
                </a:cubicBezTo>
                <a:close/>
                <a:moveTo>
                  <a:pt x="436450" y="816001"/>
                </a:moveTo>
                <a:cubicBezTo>
                  <a:pt x="311129" y="811383"/>
                  <a:pt x="222992" y="838121"/>
                  <a:pt x="187266" y="900000"/>
                </a:cubicBezTo>
                <a:cubicBezTo>
                  <a:pt x="158404" y="949991"/>
                  <a:pt x="166508" y="1018139"/>
                  <a:pt x="206887" y="1097970"/>
                </a:cubicBezTo>
                <a:cubicBezTo>
                  <a:pt x="213842" y="1096217"/>
                  <a:pt x="221021" y="1095812"/>
                  <a:pt x="228294" y="1095812"/>
                </a:cubicBezTo>
                <a:cubicBezTo>
                  <a:pt x="334372" y="1095812"/>
                  <a:pt x="420366" y="1181806"/>
                  <a:pt x="420366" y="1287884"/>
                </a:cubicBezTo>
                <a:cubicBezTo>
                  <a:pt x="420366" y="1314219"/>
                  <a:pt x="415066" y="1339317"/>
                  <a:pt x="405427" y="1362148"/>
                </a:cubicBezTo>
                <a:cubicBezTo>
                  <a:pt x="450585" y="1410442"/>
                  <a:pt x="502437" y="1459559"/>
                  <a:pt x="559639" y="1509493"/>
                </a:cubicBezTo>
                <a:cubicBezTo>
                  <a:pt x="648020" y="1432341"/>
                  <a:pt x="746894" y="1357336"/>
                  <a:pt x="853451" y="1284376"/>
                </a:cubicBezTo>
                <a:cubicBezTo>
                  <a:pt x="863322" y="1155820"/>
                  <a:pt x="878792" y="1032881"/>
                  <a:pt x="901357" y="917930"/>
                </a:cubicBezTo>
                <a:cubicBezTo>
                  <a:pt x="719999" y="855651"/>
                  <a:pt x="560119" y="820559"/>
                  <a:pt x="436450" y="816001"/>
                </a:cubicBezTo>
                <a:close/>
                <a:moveTo>
                  <a:pt x="1434343" y="180000"/>
                </a:moveTo>
                <a:cubicBezTo>
                  <a:pt x="1292548" y="180000"/>
                  <a:pt x="1167402" y="427948"/>
                  <a:pt x="1094661" y="806265"/>
                </a:cubicBezTo>
                <a:cubicBezTo>
                  <a:pt x="1204832" y="845548"/>
                  <a:pt x="1318864" y="893532"/>
                  <a:pt x="1434887" y="949272"/>
                </a:cubicBezTo>
                <a:cubicBezTo>
                  <a:pt x="1551037" y="893162"/>
                  <a:pt x="1665385" y="845301"/>
                  <a:pt x="1775658" y="805671"/>
                </a:cubicBezTo>
                <a:cubicBezTo>
                  <a:pt x="1751860" y="684885"/>
                  <a:pt x="1722886" y="577390"/>
                  <a:pt x="1688823" y="487405"/>
                </a:cubicBezTo>
                <a:cubicBezTo>
                  <a:pt x="1688009" y="487647"/>
                  <a:pt x="1687191" y="487652"/>
                  <a:pt x="1686371" y="487652"/>
                </a:cubicBezTo>
                <a:cubicBezTo>
                  <a:pt x="1580293" y="487652"/>
                  <a:pt x="1494299" y="401658"/>
                  <a:pt x="1494299" y="295580"/>
                </a:cubicBezTo>
                <a:cubicBezTo>
                  <a:pt x="1494299" y="264819"/>
                  <a:pt x="1501530" y="235747"/>
                  <a:pt x="1516122" y="210837"/>
                </a:cubicBezTo>
                <a:cubicBezTo>
                  <a:pt x="1490583" y="189985"/>
                  <a:pt x="1462798" y="180000"/>
                  <a:pt x="1434343" y="180000"/>
                </a:cubicBezTo>
                <a:close/>
                <a:moveTo>
                  <a:pt x="1434343" y="0"/>
                </a:moveTo>
                <a:cubicBezTo>
                  <a:pt x="1509303" y="0"/>
                  <a:pt x="1581019" y="37868"/>
                  <a:pt x="1646062" y="107907"/>
                </a:cubicBezTo>
                <a:cubicBezTo>
                  <a:pt x="1659037" y="104972"/>
                  <a:pt x="1672533" y="103508"/>
                  <a:pt x="1686371" y="103508"/>
                </a:cubicBezTo>
                <a:cubicBezTo>
                  <a:pt x="1792449" y="103508"/>
                  <a:pt x="1878443" y="189502"/>
                  <a:pt x="1878443" y="295580"/>
                </a:cubicBezTo>
                <a:cubicBezTo>
                  <a:pt x="1878443" y="342831"/>
                  <a:pt x="1861381" y="386097"/>
                  <a:pt x="1831228" y="417985"/>
                </a:cubicBezTo>
                <a:cubicBezTo>
                  <a:pt x="1871860" y="515668"/>
                  <a:pt x="1906636" y="628220"/>
                  <a:pt x="1935357" y="752219"/>
                </a:cubicBezTo>
                <a:cubicBezTo>
                  <a:pt x="2379384" y="616814"/>
                  <a:pt x="2731816" y="627289"/>
                  <a:pt x="2837304" y="810000"/>
                </a:cubicBezTo>
                <a:cubicBezTo>
                  <a:pt x="2942793" y="992711"/>
                  <a:pt x="2775650" y="1303161"/>
                  <a:pt x="2436521" y="1620139"/>
                </a:cubicBezTo>
                <a:cubicBezTo>
                  <a:pt x="2775698" y="1936928"/>
                  <a:pt x="2942777" y="2247316"/>
                  <a:pt x="2837304" y="2430000"/>
                </a:cubicBezTo>
                <a:cubicBezTo>
                  <a:pt x="2771439" y="2544083"/>
                  <a:pt x="2609300" y="2591017"/>
                  <a:pt x="2388706" y="2577188"/>
                </a:cubicBezTo>
                <a:cubicBezTo>
                  <a:pt x="2358753" y="2639691"/>
                  <a:pt x="2294480" y="2681612"/>
                  <a:pt x="2220415" y="2681612"/>
                </a:cubicBezTo>
                <a:cubicBezTo>
                  <a:pt x="2122541" y="2681612"/>
                  <a:pt x="2041764" y="2608405"/>
                  <a:pt x="2030773" y="2513644"/>
                </a:cubicBezTo>
                <a:cubicBezTo>
                  <a:pt x="1999304" y="2506661"/>
                  <a:pt x="1967635" y="2497623"/>
                  <a:pt x="1935485" y="2487821"/>
                </a:cubicBezTo>
                <a:cubicBezTo>
                  <a:pt x="1830610" y="2940018"/>
                  <a:pt x="1645322" y="3240000"/>
                  <a:pt x="1434343" y="3240000"/>
                </a:cubicBezTo>
                <a:cubicBezTo>
                  <a:pt x="1223366" y="3240000"/>
                  <a:pt x="1038079" y="2940023"/>
                  <a:pt x="933330" y="2487781"/>
                </a:cubicBezTo>
                <a:cubicBezTo>
                  <a:pt x="489302" y="2623186"/>
                  <a:pt x="136870" y="2612712"/>
                  <a:pt x="31382" y="2430000"/>
                </a:cubicBezTo>
                <a:cubicBezTo>
                  <a:pt x="-74106" y="2247290"/>
                  <a:pt x="93037" y="1936840"/>
                  <a:pt x="432165" y="1619862"/>
                </a:cubicBezTo>
                <a:cubicBezTo>
                  <a:pt x="378689" y="1569916"/>
                  <a:pt x="329491" y="1520128"/>
                  <a:pt x="285801" y="1470219"/>
                </a:cubicBezTo>
                <a:cubicBezTo>
                  <a:pt x="267844" y="1476857"/>
                  <a:pt x="248431" y="1479956"/>
                  <a:pt x="228294" y="1479956"/>
                </a:cubicBezTo>
                <a:cubicBezTo>
                  <a:pt x="122216" y="1479956"/>
                  <a:pt x="36222" y="1393962"/>
                  <a:pt x="36222" y="1287884"/>
                </a:cubicBezTo>
                <a:cubicBezTo>
                  <a:pt x="36222" y="1246866"/>
                  <a:pt x="49080" y="1208850"/>
                  <a:pt x="73868" y="1179672"/>
                </a:cubicBezTo>
                <a:cubicBezTo>
                  <a:pt x="-4733" y="1033688"/>
                  <a:pt x="-23287" y="904690"/>
                  <a:pt x="31382" y="810000"/>
                </a:cubicBezTo>
                <a:cubicBezTo>
                  <a:pt x="136860" y="627306"/>
                  <a:pt x="489234" y="616816"/>
                  <a:pt x="933201" y="752179"/>
                </a:cubicBezTo>
                <a:cubicBezTo>
                  <a:pt x="1038076" y="299982"/>
                  <a:pt x="1223365" y="0"/>
                  <a:pt x="14343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08" name="Heart 17"/>
          <p:cNvSpPr/>
          <p:nvPr/>
        </p:nvSpPr>
        <p:spPr>
          <a:xfrm>
            <a:off x="7846560" y="3588480"/>
            <a:ext cx="500760" cy="491040"/>
          </a:xfrm>
          <a:custGeom>
            <a:avLst/>
            <a:gdLst>
              <a:gd name="textAreaLeft" fmla="*/ 0 w 500760"/>
              <a:gd name="textAreaRight" fmla="*/ 501120 w 500760"/>
              <a:gd name="textAreaTop" fmla="*/ 0 h 491040"/>
              <a:gd name="textAreaBottom" fmla="*/ 491400 h 491040"/>
            </a:gdLst>
            <a:ahLst/>
            <a:rect l="textAreaLeft" t="textAreaTop" r="textAreaRight" b="textAreaBottom"/>
            <a:pathLst>
              <a:path w="3263621" h="3199863">
                <a:moveTo>
                  <a:pt x="1896188" y="786599"/>
                </a:moveTo>
                <a:cubicBezTo>
                  <a:pt x="1878938" y="786251"/>
                  <a:pt x="1861335" y="789280"/>
                  <a:pt x="1844305" y="796082"/>
                </a:cubicBezTo>
                <a:cubicBezTo>
                  <a:pt x="1792333" y="816839"/>
                  <a:pt x="1760707" y="866742"/>
                  <a:pt x="1761231" y="919486"/>
                </a:cubicBezTo>
                <a:lnTo>
                  <a:pt x="1573886" y="1618665"/>
                </a:lnTo>
                <a:lnTo>
                  <a:pt x="1438574" y="1113672"/>
                </a:lnTo>
                <a:cubicBezTo>
                  <a:pt x="1424335" y="1060531"/>
                  <a:pt x="1379808" y="1023594"/>
                  <a:pt x="1328543" y="1016456"/>
                </a:cubicBezTo>
                <a:cubicBezTo>
                  <a:pt x="1320071" y="1015276"/>
                  <a:pt x="1311415" y="1014911"/>
                  <a:pt x="1302836" y="1018067"/>
                </a:cubicBezTo>
                <a:lnTo>
                  <a:pt x="1300556" y="1017667"/>
                </a:lnTo>
                <a:cubicBezTo>
                  <a:pt x="1298914" y="1017711"/>
                  <a:pt x="1297275" y="1017786"/>
                  <a:pt x="1295680" y="1018515"/>
                </a:cubicBezTo>
                <a:lnTo>
                  <a:pt x="1275904" y="1019755"/>
                </a:lnTo>
                <a:cubicBezTo>
                  <a:pt x="1273459" y="1020410"/>
                  <a:pt x="1271049" y="1021129"/>
                  <a:pt x="1269080" y="1023145"/>
                </a:cubicBezTo>
                <a:cubicBezTo>
                  <a:pt x="1229892" y="1033156"/>
                  <a:pt x="1196286" y="1061513"/>
                  <a:pt x="1180414" y="1102068"/>
                </a:cubicBezTo>
                <a:lnTo>
                  <a:pt x="902406" y="1812437"/>
                </a:lnTo>
                <a:lnTo>
                  <a:pt x="612897" y="1812437"/>
                </a:lnTo>
                <a:cubicBezTo>
                  <a:pt x="539543" y="1812437"/>
                  <a:pt x="480078" y="1871902"/>
                  <a:pt x="480078" y="1945256"/>
                </a:cubicBezTo>
                <a:cubicBezTo>
                  <a:pt x="480078" y="2018610"/>
                  <a:pt x="539543" y="2078075"/>
                  <a:pt x="612897" y="2078075"/>
                </a:cubicBezTo>
                <a:lnTo>
                  <a:pt x="966673" y="2078075"/>
                </a:lnTo>
                <a:cubicBezTo>
                  <a:pt x="1008666" y="2088839"/>
                  <a:pt x="1051924" y="2075535"/>
                  <a:pt x="1081835" y="2045978"/>
                </a:cubicBezTo>
                <a:cubicBezTo>
                  <a:pt x="1105846" y="2028294"/>
                  <a:pt x="1122213" y="2001701"/>
                  <a:pt x="1125659" y="1970866"/>
                </a:cubicBezTo>
                <a:lnTo>
                  <a:pt x="1284498" y="1565001"/>
                </a:lnTo>
                <a:lnTo>
                  <a:pt x="1443089" y="2156868"/>
                </a:lnTo>
                <a:cubicBezTo>
                  <a:pt x="1455914" y="2204733"/>
                  <a:pt x="1493311" y="2239452"/>
                  <a:pt x="1538593" y="2249086"/>
                </a:cubicBezTo>
                <a:lnTo>
                  <a:pt x="1542015" y="2250785"/>
                </a:lnTo>
                <a:cubicBezTo>
                  <a:pt x="1542604" y="2250943"/>
                  <a:pt x="1543193" y="2251097"/>
                  <a:pt x="1543870" y="2250902"/>
                </a:cubicBezTo>
                <a:cubicBezTo>
                  <a:pt x="1553422" y="2254514"/>
                  <a:pt x="1563610" y="2255524"/>
                  <a:pt x="1573886" y="2252783"/>
                </a:cubicBezTo>
                <a:cubicBezTo>
                  <a:pt x="1584162" y="2255524"/>
                  <a:pt x="1594351" y="2254515"/>
                  <a:pt x="1603903" y="2250901"/>
                </a:cubicBezTo>
                <a:lnTo>
                  <a:pt x="1605758" y="2250785"/>
                </a:lnTo>
                <a:cubicBezTo>
                  <a:pt x="1606974" y="2250459"/>
                  <a:pt x="1608181" y="2250118"/>
                  <a:pt x="1609178" y="2249086"/>
                </a:cubicBezTo>
                <a:cubicBezTo>
                  <a:pt x="1654461" y="2239453"/>
                  <a:pt x="1691859" y="2204734"/>
                  <a:pt x="1704684" y="2156868"/>
                </a:cubicBezTo>
                <a:lnTo>
                  <a:pt x="1921541" y="1347547"/>
                </a:lnTo>
                <a:lnTo>
                  <a:pt x="2181705" y="1998928"/>
                </a:lnTo>
                <a:cubicBezTo>
                  <a:pt x="2205326" y="2058070"/>
                  <a:pt x="2266689" y="2090865"/>
                  <a:pt x="2326593" y="2078075"/>
                </a:cubicBezTo>
                <a:lnTo>
                  <a:pt x="2671200" y="2078075"/>
                </a:lnTo>
                <a:cubicBezTo>
                  <a:pt x="2744554" y="2078075"/>
                  <a:pt x="2804019" y="2018610"/>
                  <a:pt x="2804019" y="1945256"/>
                </a:cubicBezTo>
                <a:cubicBezTo>
                  <a:pt x="2804019" y="1871902"/>
                  <a:pt x="2744554" y="1812437"/>
                  <a:pt x="2671200" y="1812437"/>
                </a:cubicBezTo>
                <a:lnTo>
                  <a:pt x="2393261" y="1812437"/>
                </a:lnTo>
                <a:lnTo>
                  <a:pt x="2016914" y="870162"/>
                </a:lnTo>
                <a:cubicBezTo>
                  <a:pt x="1996508" y="819071"/>
                  <a:pt x="1947937" y="787642"/>
                  <a:pt x="1896188" y="786599"/>
                </a:cubicBezTo>
                <a:close/>
                <a:moveTo>
                  <a:pt x="773454" y="106"/>
                </a:moveTo>
                <a:cubicBezTo>
                  <a:pt x="1097282" y="5742"/>
                  <a:pt x="1441967" y="238301"/>
                  <a:pt x="1631811" y="769863"/>
                </a:cubicBezTo>
                <a:cubicBezTo>
                  <a:pt x="2306811" y="-1120137"/>
                  <a:pt x="4939311" y="769863"/>
                  <a:pt x="1631811" y="3199863"/>
                </a:cubicBezTo>
                <a:cubicBezTo>
                  <a:pt x="-745455" y="1453301"/>
                  <a:pt x="-54107" y="-14297"/>
                  <a:pt x="773454" y="10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09" name="Rounded Rectangle 25"/>
          <p:cNvSpPr/>
          <p:nvPr/>
        </p:nvSpPr>
        <p:spPr>
          <a:xfrm>
            <a:off x="6982200" y="3626280"/>
            <a:ext cx="497160" cy="419040"/>
          </a:xfrm>
          <a:custGeom>
            <a:avLst/>
            <a:gdLst>
              <a:gd name="textAreaLeft" fmla="*/ 0 w 497160"/>
              <a:gd name="textAreaRight" fmla="*/ 497520 w 497160"/>
              <a:gd name="textAreaTop" fmla="*/ 0 h 419040"/>
              <a:gd name="textAreaBottom" fmla="*/ 419400 h 419040"/>
            </a:gdLst>
            <a:ahLst/>
            <a:rect l="textAreaLeft" t="textAreaTop" r="textAreaRight" b="textAreaBottom"/>
            <a:pathLst>
              <a:path w="3240000" h="2730652">
                <a:moveTo>
                  <a:pt x="1452811" y="1541940"/>
                </a:moveTo>
                <a:lnTo>
                  <a:pt x="1452811" y="1831951"/>
                </a:lnTo>
                <a:lnTo>
                  <a:pt x="1162800" y="1831951"/>
                </a:lnTo>
                <a:lnTo>
                  <a:pt x="1162800" y="2166329"/>
                </a:lnTo>
                <a:lnTo>
                  <a:pt x="1452811" y="2166329"/>
                </a:lnTo>
                <a:lnTo>
                  <a:pt x="1452811" y="2456340"/>
                </a:lnTo>
                <a:lnTo>
                  <a:pt x="1787189" y="2456340"/>
                </a:lnTo>
                <a:lnTo>
                  <a:pt x="1787189" y="2166329"/>
                </a:lnTo>
                <a:lnTo>
                  <a:pt x="2077200" y="2166329"/>
                </a:lnTo>
                <a:lnTo>
                  <a:pt x="2077200" y="1831951"/>
                </a:lnTo>
                <a:lnTo>
                  <a:pt x="1787189" y="1831951"/>
                </a:lnTo>
                <a:lnTo>
                  <a:pt x="1787189" y="1541940"/>
                </a:lnTo>
                <a:close/>
                <a:moveTo>
                  <a:pt x="0" y="1278453"/>
                </a:moveTo>
                <a:lnTo>
                  <a:pt x="3240000" y="1278453"/>
                </a:lnTo>
                <a:lnTo>
                  <a:pt x="3240000" y="2376509"/>
                </a:lnTo>
                <a:cubicBezTo>
                  <a:pt x="3240000" y="2572097"/>
                  <a:pt x="3081445" y="2730652"/>
                  <a:pt x="2885857" y="2730652"/>
                </a:cubicBezTo>
                <a:lnTo>
                  <a:pt x="354143" y="2730652"/>
                </a:lnTo>
                <a:cubicBezTo>
                  <a:pt x="158555" y="2730652"/>
                  <a:pt x="0" y="2572097"/>
                  <a:pt x="0" y="2376509"/>
                </a:cubicBezTo>
                <a:close/>
                <a:moveTo>
                  <a:pt x="1001150" y="200505"/>
                </a:moveTo>
                <a:cubicBezTo>
                  <a:pt x="933045" y="200505"/>
                  <a:pt x="877834" y="255715"/>
                  <a:pt x="877834" y="323821"/>
                </a:cubicBezTo>
                <a:lnTo>
                  <a:pt x="877834" y="605836"/>
                </a:lnTo>
                <a:lnTo>
                  <a:pt x="2362163" y="605836"/>
                </a:lnTo>
                <a:lnTo>
                  <a:pt x="2362163" y="323821"/>
                </a:lnTo>
                <a:cubicBezTo>
                  <a:pt x="2362163" y="255715"/>
                  <a:pt x="2306952" y="200505"/>
                  <a:pt x="2238846" y="200505"/>
                </a:cubicBezTo>
                <a:close/>
                <a:moveTo>
                  <a:pt x="843301" y="0"/>
                </a:moveTo>
                <a:lnTo>
                  <a:pt x="2396696" y="0"/>
                </a:lnTo>
                <a:cubicBezTo>
                  <a:pt x="2488075" y="0"/>
                  <a:pt x="2562152" y="74077"/>
                  <a:pt x="2562152" y="165456"/>
                </a:cubicBezTo>
                <a:lnTo>
                  <a:pt x="2562152" y="605836"/>
                </a:lnTo>
                <a:lnTo>
                  <a:pt x="2885857" y="605836"/>
                </a:lnTo>
                <a:cubicBezTo>
                  <a:pt x="3081445" y="605836"/>
                  <a:pt x="3240000" y="764391"/>
                  <a:pt x="3240000" y="959979"/>
                </a:cubicBezTo>
                <a:lnTo>
                  <a:pt x="3240000" y="1134437"/>
                </a:lnTo>
                <a:lnTo>
                  <a:pt x="0" y="1134437"/>
                </a:lnTo>
                <a:lnTo>
                  <a:pt x="0" y="959979"/>
                </a:lnTo>
                <a:cubicBezTo>
                  <a:pt x="0" y="764391"/>
                  <a:pt x="158555" y="605836"/>
                  <a:pt x="354143" y="605836"/>
                </a:cubicBezTo>
                <a:lnTo>
                  <a:pt x="677845" y="605836"/>
                </a:lnTo>
                <a:lnTo>
                  <a:pt x="677845" y="165456"/>
                </a:lnTo>
                <a:cubicBezTo>
                  <a:pt x="677845" y="74077"/>
                  <a:pt x="751923" y="0"/>
                  <a:pt x="8433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10" name="Chord 32"/>
          <p:cNvSpPr/>
          <p:nvPr/>
        </p:nvSpPr>
        <p:spPr>
          <a:xfrm>
            <a:off x="6131880" y="3589200"/>
            <a:ext cx="497160" cy="492840"/>
          </a:xfrm>
          <a:custGeom>
            <a:avLst/>
            <a:gdLst>
              <a:gd name="textAreaLeft" fmla="*/ 0 w 497160"/>
              <a:gd name="textAreaRight" fmla="*/ 497520 w 497160"/>
              <a:gd name="textAreaTop" fmla="*/ 0 h 492840"/>
              <a:gd name="textAreaBottom" fmla="*/ 493200 h 492840"/>
            </a:gdLst>
            <a:ahLst/>
            <a:rect l="textAreaLeft" t="textAreaTop" r="textAreaRight" b="textAreaBottom"/>
            <a:pathLst>
              <a:path w="3240000" h="3211580">
                <a:moveTo>
                  <a:pt x="991906" y="2959580"/>
                </a:moveTo>
                <a:lnTo>
                  <a:pt x="2193254" y="2959580"/>
                </a:lnTo>
                <a:cubicBezTo>
                  <a:pt x="2215674" y="2959580"/>
                  <a:pt x="2233849" y="2977755"/>
                  <a:pt x="2233849" y="3000175"/>
                </a:cubicBezTo>
                <a:lnTo>
                  <a:pt x="2233849" y="3170985"/>
                </a:lnTo>
                <a:cubicBezTo>
                  <a:pt x="2233849" y="3193405"/>
                  <a:pt x="2215674" y="3211580"/>
                  <a:pt x="2193254" y="3211580"/>
                </a:cubicBezTo>
                <a:lnTo>
                  <a:pt x="991906" y="3211580"/>
                </a:lnTo>
                <a:cubicBezTo>
                  <a:pt x="969486" y="3211580"/>
                  <a:pt x="951311" y="3193405"/>
                  <a:pt x="951311" y="3170985"/>
                </a:cubicBezTo>
                <a:lnTo>
                  <a:pt x="951311" y="3000175"/>
                </a:lnTo>
                <a:cubicBezTo>
                  <a:pt x="951311" y="2977755"/>
                  <a:pt x="969486" y="2959580"/>
                  <a:pt x="991906" y="2959580"/>
                </a:cubicBezTo>
                <a:close/>
                <a:moveTo>
                  <a:pt x="1439043" y="1763796"/>
                </a:moveTo>
                <a:lnTo>
                  <a:pt x="1439043" y="2067459"/>
                </a:lnTo>
                <a:lnTo>
                  <a:pt x="1135380" y="2067459"/>
                </a:lnTo>
                <a:lnTo>
                  <a:pt x="1135380" y="2374533"/>
                </a:lnTo>
                <a:lnTo>
                  <a:pt x="1439043" y="2374533"/>
                </a:lnTo>
                <a:lnTo>
                  <a:pt x="1439043" y="2678196"/>
                </a:lnTo>
                <a:lnTo>
                  <a:pt x="1746117" y="2678196"/>
                </a:lnTo>
                <a:lnTo>
                  <a:pt x="1746117" y="2374533"/>
                </a:lnTo>
                <a:lnTo>
                  <a:pt x="2049780" y="2374533"/>
                </a:lnTo>
                <a:lnTo>
                  <a:pt x="2049780" y="2067459"/>
                </a:lnTo>
                <a:lnTo>
                  <a:pt x="1746117" y="2067459"/>
                </a:lnTo>
                <a:lnTo>
                  <a:pt x="1746117" y="1763796"/>
                </a:lnTo>
                <a:close/>
                <a:moveTo>
                  <a:pt x="128358" y="1541040"/>
                </a:moveTo>
                <a:lnTo>
                  <a:pt x="3056915" y="1550917"/>
                </a:lnTo>
                <a:cubicBezTo>
                  <a:pt x="3061111" y="2078028"/>
                  <a:pt x="2781683" y="2566719"/>
                  <a:pt x="2325284" y="2830467"/>
                </a:cubicBezTo>
                <a:lnTo>
                  <a:pt x="2182018" y="2900953"/>
                </a:lnTo>
                <a:lnTo>
                  <a:pt x="1002135" y="2900953"/>
                </a:lnTo>
                <a:cubicBezTo>
                  <a:pt x="950374" y="2879821"/>
                  <a:pt x="900231" y="2854191"/>
                  <a:pt x="851341" y="2825496"/>
                </a:cubicBezTo>
                <a:cubicBezTo>
                  <a:pt x="396732" y="2558675"/>
                  <a:pt x="120607" y="2068110"/>
                  <a:pt x="128358" y="1541040"/>
                </a:cubicBezTo>
                <a:close/>
                <a:moveTo>
                  <a:pt x="61067" y="1230414"/>
                </a:moveTo>
                <a:lnTo>
                  <a:pt x="3178933" y="1230414"/>
                </a:lnTo>
                <a:cubicBezTo>
                  <a:pt x="3212659" y="1230414"/>
                  <a:pt x="3240000" y="1257755"/>
                  <a:pt x="3240000" y="1291481"/>
                </a:cubicBezTo>
                <a:lnTo>
                  <a:pt x="3240000" y="1421347"/>
                </a:lnTo>
                <a:cubicBezTo>
                  <a:pt x="3240000" y="1455073"/>
                  <a:pt x="3212659" y="1482414"/>
                  <a:pt x="3178933" y="1482414"/>
                </a:cubicBezTo>
                <a:lnTo>
                  <a:pt x="61067" y="1482414"/>
                </a:lnTo>
                <a:cubicBezTo>
                  <a:pt x="27341" y="1482414"/>
                  <a:pt x="0" y="1455073"/>
                  <a:pt x="0" y="1421347"/>
                </a:cubicBezTo>
                <a:lnTo>
                  <a:pt x="0" y="1291481"/>
                </a:lnTo>
                <a:cubicBezTo>
                  <a:pt x="0" y="1257755"/>
                  <a:pt x="27341" y="1230414"/>
                  <a:pt x="61067" y="1230414"/>
                </a:cubicBezTo>
                <a:close/>
                <a:moveTo>
                  <a:pt x="2481726" y="315922"/>
                </a:moveTo>
                <a:lnTo>
                  <a:pt x="2862412" y="696608"/>
                </a:lnTo>
                <a:lnTo>
                  <a:pt x="2420437" y="1138584"/>
                </a:lnTo>
                <a:lnTo>
                  <a:pt x="1659064" y="1138584"/>
                </a:lnTo>
                <a:close/>
                <a:moveTo>
                  <a:pt x="2730827" y="0"/>
                </a:moveTo>
                <a:cubicBezTo>
                  <a:pt x="2765703" y="0"/>
                  <a:pt x="2800581" y="13305"/>
                  <a:pt x="2827191" y="39915"/>
                </a:cubicBezTo>
                <a:lnTo>
                  <a:pt x="3143636" y="356360"/>
                </a:lnTo>
                <a:cubicBezTo>
                  <a:pt x="3196857" y="409581"/>
                  <a:pt x="3196857" y="495868"/>
                  <a:pt x="3143636" y="549088"/>
                </a:cubicBezTo>
                <a:lnTo>
                  <a:pt x="3082882" y="609843"/>
                </a:lnTo>
                <a:cubicBezTo>
                  <a:pt x="3029661" y="663063"/>
                  <a:pt x="2943375" y="663064"/>
                  <a:pt x="2890155" y="609843"/>
                </a:cubicBezTo>
                <a:lnTo>
                  <a:pt x="2573708" y="293397"/>
                </a:lnTo>
                <a:cubicBezTo>
                  <a:pt x="2520488" y="240176"/>
                  <a:pt x="2520488" y="153889"/>
                  <a:pt x="2573708" y="100669"/>
                </a:cubicBezTo>
                <a:lnTo>
                  <a:pt x="2634463" y="39914"/>
                </a:lnTo>
                <a:cubicBezTo>
                  <a:pt x="2661073" y="13305"/>
                  <a:pt x="2695950" y="0"/>
                  <a:pt x="273082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11" name="Rounded Rectangle 40"/>
          <p:cNvSpPr/>
          <p:nvPr/>
        </p:nvSpPr>
        <p:spPr>
          <a:xfrm rot="2941800">
            <a:off x="8639280" y="3589560"/>
            <a:ext cx="462240" cy="491760"/>
          </a:xfrm>
          <a:custGeom>
            <a:avLst/>
            <a:gdLst>
              <a:gd name="textAreaLeft" fmla="*/ 0 w 462240"/>
              <a:gd name="textAreaRight" fmla="*/ 462600 w 462240"/>
              <a:gd name="textAreaTop" fmla="*/ 0 h 491760"/>
              <a:gd name="textAreaBottom" fmla="*/ 492120 h 491760"/>
            </a:gdLst>
            <a:ahLst/>
            <a:rect l="textAreaLeft" t="textAreaTop" r="textAreaRight" b="textAreaBottom"/>
            <a:pathLst>
              <a:path w="3011706" h="3204001">
                <a:moveTo>
                  <a:pt x="2432249" y="1011942"/>
                </a:moveTo>
                <a:cubicBezTo>
                  <a:pt x="2423608" y="1019482"/>
                  <a:pt x="2416303" y="1028841"/>
                  <a:pt x="2410966" y="1039800"/>
                </a:cubicBezTo>
                <a:lnTo>
                  <a:pt x="1969837" y="1945620"/>
                </a:lnTo>
                <a:cubicBezTo>
                  <a:pt x="1948488" y="1989457"/>
                  <a:pt x="1966719" y="2042300"/>
                  <a:pt x="2010556" y="2063648"/>
                </a:cubicBezTo>
                <a:cubicBezTo>
                  <a:pt x="2054392" y="2084996"/>
                  <a:pt x="2107235" y="2066766"/>
                  <a:pt x="2128583" y="2022929"/>
                </a:cubicBezTo>
                <a:lnTo>
                  <a:pt x="2569712" y="1117109"/>
                </a:lnTo>
                <a:cubicBezTo>
                  <a:pt x="2591061" y="1073271"/>
                  <a:pt x="2572830" y="1020430"/>
                  <a:pt x="2528993" y="999081"/>
                </a:cubicBezTo>
                <a:cubicBezTo>
                  <a:pt x="2496115" y="983070"/>
                  <a:pt x="2458172" y="989322"/>
                  <a:pt x="2432249" y="1011942"/>
                </a:cubicBezTo>
                <a:close/>
                <a:moveTo>
                  <a:pt x="1709549" y="1044955"/>
                </a:moveTo>
                <a:cubicBezTo>
                  <a:pt x="1978186" y="735551"/>
                  <a:pt x="2446780" y="702502"/>
                  <a:pt x="2756184" y="971139"/>
                </a:cubicBezTo>
                <a:cubicBezTo>
                  <a:pt x="3065588" y="1239776"/>
                  <a:pt x="3098636" y="1708370"/>
                  <a:pt x="2830000" y="2017774"/>
                </a:cubicBezTo>
                <a:cubicBezTo>
                  <a:pt x="2561363" y="2327178"/>
                  <a:pt x="2092769" y="2360227"/>
                  <a:pt x="1783365" y="2091590"/>
                </a:cubicBezTo>
                <a:cubicBezTo>
                  <a:pt x="1473960" y="1822953"/>
                  <a:pt x="1440912" y="1354359"/>
                  <a:pt x="1709549" y="1044955"/>
                </a:cubicBezTo>
                <a:close/>
                <a:moveTo>
                  <a:pt x="208197" y="1872243"/>
                </a:moveTo>
                <a:cubicBezTo>
                  <a:pt x="195168" y="1885273"/>
                  <a:pt x="187109" y="1903273"/>
                  <a:pt x="187109" y="1923155"/>
                </a:cubicBezTo>
                <a:lnTo>
                  <a:pt x="187109" y="2715155"/>
                </a:lnTo>
                <a:cubicBezTo>
                  <a:pt x="187109" y="2754920"/>
                  <a:pt x="219344" y="2787155"/>
                  <a:pt x="259109" y="2787155"/>
                </a:cubicBezTo>
                <a:cubicBezTo>
                  <a:pt x="298874" y="2787155"/>
                  <a:pt x="331109" y="2754920"/>
                  <a:pt x="331109" y="2715155"/>
                </a:cubicBezTo>
                <a:lnTo>
                  <a:pt x="331109" y="1923155"/>
                </a:lnTo>
                <a:cubicBezTo>
                  <a:pt x="331109" y="1883390"/>
                  <a:pt x="298874" y="1851155"/>
                  <a:pt x="259109" y="1851155"/>
                </a:cubicBezTo>
                <a:cubicBezTo>
                  <a:pt x="239226" y="1851156"/>
                  <a:pt x="221226" y="1859214"/>
                  <a:pt x="208197" y="1872243"/>
                </a:cubicBezTo>
                <a:close/>
                <a:moveTo>
                  <a:pt x="0" y="1625202"/>
                </a:moveTo>
                <a:cubicBezTo>
                  <a:pt x="418057" y="1737228"/>
                  <a:pt x="858998" y="1737384"/>
                  <a:pt x="1277606" y="1625336"/>
                </a:cubicBezTo>
                <a:cubicBezTo>
                  <a:pt x="1277605" y="1938624"/>
                  <a:pt x="1277605" y="2251911"/>
                  <a:pt x="1277605" y="2565198"/>
                </a:cubicBezTo>
                <a:cubicBezTo>
                  <a:pt x="1277605" y="2917999"/>
                  <a:pt x="991603" y="3204001"/>
                  <a:pt x="638802" y="3204001"/>
                </a:cubicBezTo>
                <a:lnTo>
                  <a:pt x="638803" y="3204000"/>
                </a:lnTo>
                <a:cubicBezTo>
                  <a:pt x="286002" y="3204000"/>
                  <a:pt x="0" y="2917999"/>
                  <a:pt x="0" y="2565197"/>
                </a:cubicBezTo>
                <a:close/>
                <a:moveTo>
                  <a:pt x="208197" y="459897"/>
                </a:moveTo>
                <a:cubicBezTo>
                  <a:pt x="195167" y="472926"/>
                  <a:pt x="187109" y="490926"/>
                  <a:pt x="187109" y="510808"/>
                </a:cubicBezTo>
                <a:lnTo>
                  <a:pt x="187109" y="1302808"/>
                </a:lnTo>
                <a:cubicBezTo>
                  <a:pt x="187109" y="1342573"/>
                  <a:pt x="219344" y="1374808"/>
                  <a:pt x="259109" y="1374808"/>
                </a:cubicBezTo>
                <a:cubicBezTo>
                  <a:pt x="298874" y="1374808"/>
                  <a:pt x="331109" y="1342573"/>
                  <a:pt x="331109" y="1302808"/>
                </a:cubicBezTo>
                <a:lnTo>
                  <a:pt x="331109" y="510808"/>
                </a:lnTo>
                <a:cubicBezTo>
                  <a:pt x="331109" y="471043"/>
                  <a:pt x="298874" y="438808"/>
                  <a:pt x="259109" y="438808"/>
                </a:cubicBezTo>
                <a:cubicBezTo>
                  <a:pt x="239226" y="438808"/>
                  <a:pt x="221226" y="446867"/>
                  <a:pt x="208197" y="459897"/>
                </a:cubicBezTo>
                <a:close/>
                <a:moveTo>
                  <a:pt x="187101" y="187101"/>
                </a:moveTo>
                <a:cubicBezTo>
                  <a:pt x="302701" y="71501"/>
                  <a:pt x="462402" y="0"/>
                  <a:pt x="638803" y="0"/>
                </a:cubicBezTo>
                <a:cubicBezTo>
                  <a:pt x="991604" y="0"/>
                  <a:pt x="1277606" y="286002"/>
                  <a:pt x="1277606" y="638803"/>
                </a:cubicBezTo>
                <a:lnTo>
                  <a:pt x="1277606" y="1497764"/>
                </a:lnTo>
                <a:cubicBezTo>
                  <a:pt x="859958" y="1616355"/>
                  <a:pt x="417375" y="1616210"/>
                  <a:pt x="0" y="1498771"/>
                </a:cubicBezTo>
                <a:lnTo>
                  <a:pt x="0" y="638803"/>
                </a:lnTo>
                <a:cubicBezTo>
                  <a:pt x="0" y="462403"/>
                  <a:pt x="71500" y="302702"/>
                  <a:pt x="187101" y="18710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12" name="Rounded Rectangle 7"/>
          <p:cNvSpPr/>
          <p:nvPr/>
        </p:nvSpPr>
        <p:spPr>
          <a:xfrm flipH="1" rot="18924600">
            <a:off x="6299280" y="4621320"/>
            <a:ext cx="162360" cy="635400"/>
          </a:xfrm>
          <a:custGeom>
            <a:avLst/>
            <a:gdLst>
              <a:gd name="textAreaLeft" fmla="*/ -360 w 162360"/>
              <a:gd name="textAreaRight" fmla="*/ 162360 w 162360"/>
              <a:gd name="textAreaTop" fmla="*/ 0 h 635400"/>
              <a:gd name="textAreaBottom" fmla="*/ 635760 h 635400"/>
            </a:gdLst>
            <a:ahLst/>
            <a:rect l="textAreaLeft" t="textAreaTop" r="textAreaRight" b="textAreaBottom"/>
            <a:pathLst>
              <a:path w="1081111" h="4228323">
                <a:moveTo>
                  <a:pt x="335224" y="1867922"/>
                </a:moveTo>
                <a:cubicBezTo>
                  <a:pt x="355105" y="1839562"/>
                  <a:pt x="441066" y="1818228"/>
                  <a:pt x="544096" y="1818228"/>
                </a:cubicBezTo>
                <a:cubicBezTo>
                  <a:pt x="661845" y="1818228"/>
                  <a:pt x="757300" y="1846093"/>
                  <a:pt x="757300" y="1880465"/>
                </a:cubicBezTo>
                <a:lnTo>
                  <a:pt x="754850" y="1887560"/>
                </a:lnTo>
                <a:lnTo>
                  <a:pt x="757869" y="1887560"/>
                </a:lnTo>
                <a:lnTo>
                  <a:pt x="757869" y="2839818"/>
                </a:lnTo>
                <a:cubicBezTo>
                  <a:pt x="757869" y="2972331"/>
                  <a:pt x="662287" y="3079754"/>
                  <a:pt x="544381" y="3079754"/>
                </a:cubicBezTo>
                <a:cubicBezTo>
                  <a:pt x="426475" y="3079754"/>
                  <a:pt x="330892" y="2972330"/>
                  <a:pt x="330892" y="2839818"/>
                </a:cubicBezTo>
                <a:cubicBezTo>
                  <a:pt x="330892" y="2522399"/>
                  <a:pt x="330893" y="2204979"/>
                  <a:pt x="330893" y="1887560"/>
                </a:cubicBezTo>
                <a:lnTo>
                  <a:pt x="333343" y="1887560"/>
                </a:lnTo>
                <a:cubicBezTo>
                  <a:pt x="331423" y="1885549"/>
                  <a:pt x="330893" y="1883025"/>
                  <a:pt x="330893" y="1880465"/>
                </a:cubicBezTo>
                <a:cubicBezTo>
                  <a:pt x="330893" y="1876168"/>
                  <a:pt x="332384" y="1871973"/>
                  <a:pt x="335224" y="1867922"/>
                </a:cubicBezTo>
                <a:close/>
                <a:moveTo>
                  <a:pt x="40017" y="122059"/>
                </a:moveTo>
                <a:cubicBezTo>
                  <a:pt x="33211" y="132011"/>
                  <a:pt x="29637" y="142314"/>
                  <a:pt x="29637" y="152868"/>
                </a:cubicBezTo>
                <a:cubicBezTo>
                  <a:pt x="29637" y="201406"/>
                  <a:pt x="105246" y="244661"/>
                  <a:pt x="223474" y="271871"/>
                </a:cubicBezTo>
                <a:lnTo>
                  <a:pt x="259635" y="468058"/>
                </a:lnTo>
                <a:cubicBezTo>
                  <a:pt x="103865" y="495856"/>
                  <a:pt x="0" y="547115"/>
                  <a:pt x="0" y="605632"/>
                </a:cubicBezTo>
                <a:cubicBezTo>
                  <a:pt x="0" y="658669"/>
                  <a:pt x="85325" y="705745"/>
                  <a:pt x="217400" y="734580"/>
                </a:cubicBezTo>
                <a:lnTo>
                  <a:pt x="217063" y="737117"/>
                </a:lnTo>
                <a:lnTo>
                  <a:pt x="217063" y="2943282"/>
                </a:lnTo>
                <a:cubicBezTo>
                  <a:pt x="217063" y="3039089"/>
                  <a:pt x="294931" y="3121078"/>
                  <a:pt x="405721" y="3153265"/>
                </a:cubicBezTo>
                <a:cubicBezTo>
                  <a:pt x="400324" y="3160310"/>
                  <a:pt x="397646" y="3168520"/>
                  <a:pt x="397646" y="3177204"/>
                </a:cubicBezTo>
                <a:lnTo>
                  <a:pt x="397646" y="3194256"/>
                </a:lnTo>
                <a:cubicBezTo>
                  <a:pt x="397646" y="3224314"/>
                  <a:pt x="429716" y="3248680"/>
                  <a:pt x="469276" y="3248680"/>
                </a:cubicBezTo>
                <a:lnTo>
                  <a:pt x="496274" y="3248680"/>
                </a:lnTo>
                <a:cubicBezTo>
                  <a:pt x="503831" y="3569617"/>
                  <a:pt x="518631" y="3867052"/>
                  <a:pt x="514761" y="4228323"/>
                </a:cubicBezTo>
                <a:lnTo>
                  <a:pt x="577573" y="4091802"/>
                </a:lnTo>
                <a:cubicBezTo>
                  <a:pt x="580481" y="3794896"/>
                  <a:pt x="583388" y="3537508"/>
                  <a:pt x="586278" y="3248680"/>
                </a:cubicBezTo>
                <a:lnTo>
                  <a:pt x="611834" y="3248680"/>
                </a:lnTo>
                <a:cubicBezTo>
                  <a:pt x="651395" y="3248680"/>
                  <a:pt x="683465" y="3224314"/>
                  <a:pt x="683465" y="3194256"/>
                </a:cubicBezTo>
                <a:lnTo>
                  <a:pt x="683465" y="3177205"/>
                </a:lnTo>
                <a:cubicBezTo>
                  <a:pt x="683465" y="3168518"/>
                  <a:pt x="680787" y="3160307"/>
                  <a:pt x="675388" y="3153262"/>
                </a:cubicBezTo>
                <a:cubicBezTo>
                  <a:pt x="786180" y="3121079"/>
                  <a:pt x="864048" y="3039089"/>
                  <a:pt x="864048" y="2943282"/>
                </a:cubicBezTo>
                <a:lnTo>
                  <a:pt x="864048" y="737117"/>
                </a:lnTo>
                <a:cubicBezTo>
                  <a:pt x="864048" y="736269"/>
                  <a:pt x="864042" y="735422"/>
                  <a:pt x="863712" y="734579"/>
                </a:cubicBezTo>
                <a:cubicBezTo>
                  <a:pt x="995786" y="705744"/>
                  <a:pt x="1081111" y="658669"/>
                  <a:pt x="1081111" y="605632"/>
                </a:cubicBezTo>
                <a:cubicBezTo>
                  <a:pt x="1081111" y="547115"/>
                  <a:pt x="977246" y="495856"/>
                  <a:pt x="821477" y="468058"/>
                </a:cubicBezTo>
                <a:lnTo>
                  <a:pt x="857637" y="271871"/>
                </a:lnTo>
                <a:cubicBezTo>
                  <a:pt x="975865" y="244661"/>
                  <a:pt x="1051474" y="201406"/>
                  <a:pt x="1051474" y="152868"/>
                </a:cubicBezTo>
                <a:cubicBezTo>
                  <a:pt x="1051474" y="68441"/>
                  <a:pt x="822728" y="0"/>
                  <a:pt x="540555" y="0"/>
                </a:cubicBezTo>
                <a:cubicBezTo>
                  <a:pt x="293654" y="0"/>
                  <a:pt x="87658" y="52400"/>
                  <a:pt x="40017" y="12205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13" name="Rounded Rectangle 17"/>
          <p:cNvSpPr/>
          <p:nvPr/>
        </p:nvSpPr>
        <p:spPr>
          <a:xfrm>
            <a:off x="11156400" y="3570840"/>
            <a:ext cx="332640" cy="529560"/>
          </a:xfrm>
          <a:custGeom>
            <a:avLst/>
            <a:gdLst>
              <a:gd name="textAreaLeft" fmla="*/ 0 w 332640"/>
              <a:gd name="textAreaRight" fmla="*/ 333000 w 332640"/>
              <a:gd name="textAreaTop" fmla="*/ 0 h 529560"/>
              <a:gd name="textAreaBottom" fmla="*/ 529920 h 529560"/>
            </a:gdLst>
            <a:ahLst/>
            <a:rect l="textAreaLeft" t="textAreaTop" r="textAreaRight" b="textAreaBottom"/>
            <a:pathLst>
              <a:path w="2016224" h="3207971">
                <a:moveTo>
                  <a:pt x="854575" y="1382799"/>
                </a:moveTo>
                <a:lnTo>
                  <a:pt x="854575" y="1686462"/>
                </a:lnTo>
                <a:lnTo>
                  <a:pt x="550912" y="1686462"/>
                </a:lnTo>
                <a:lnTo>
                  <a:pt x="550912" y="1993536"/>
                </a:lnTo>
                <a:lnTo>
                  <a:pt x="854575" y="1993536"/>
                </a:lnTo>
                <a:lnTo>
                  <a:pt x="854575" y="2297199"/>
                </a:lnTo>
                <a:lnTo>
                  <a:pt x="1161649" y="2297199"/>
                </a:lnTo>
                <a:lnTo>
                  <a:pt x="1161649" y="1993536"/>
                </a:lnTo>
                <a:lnTo>
                  <a:pt x="1465312" y="1993536"/>
                </a:lnTo>
                <a:lnTo>
                  <a:pt x="1465312" y="1686462"/>
                </a:lnTo>
                <a:lnTo>
                  <a:pt x="1161649" y="1686462"/>
                </a:lnTo>
                <a:lnTo>
                  <a:pt x="1161649" y="1382799"/>
                </a:lnTo>
                <a:close/>
                <a:moveTo>
                  <a:pt x="397285" y="941591"/>
                </a:moveTo>
                <a:lnTo>
                  <a:pt x="1618940" y="941591"/>
                </a:lnTo>
                <a:lnTo>
                  <a:pt x="1618940" y="2738407"/>
                </a:lnTo>
                <a:lnTo>
                  <a:pt x="397285" y="2738407"/>
                </a:lnTo>
                <a:close/>
                <a:moveTo>
                  <a:pt x="305673" y="849979"/>
                </a:moveTo>
                <a:lnTo>
                  <a:pt x="305673" y="2830019"/>
                </a:lnTo>
                <a:lnTo>
                  <a:pt x="1710552" y="2830019"/>
                </a:lnTo>
                <a:lnTo>
                  <a:pt x="1710552" y="849979"/>
                </a:lnTo>
                <a:close/>
                <a:moveTo>
                  <a:pt x="240515" y="472027"/>
                </a:moveTo>
                <a:lnTo>
                  <a:pt x="1775709" y="472027"/>
                </a:lnTo>
                <a:cubicBezTo>
                  <a:pt x="1908542" y="472027"/>
                  <a:pt x="2016224" y="579709"/>
                  <a:pt x="2016224" y="712542"/>
                </a:cubicBezTo>
                <a:lnTo>
                  <a:pt x="2016224" y="2967456"/>
                </a:lnTo>
                <a:cubicBezTo>
                  <a:pt x="2016224" y="3100289"/>
                  <a:pt x="1908542" y="3207971"/>
                  <a:pt x="1775709" y="3207971"/>
                </a:cubicBezTo>
                <a:lnTo>
                  <a:pt x="240515" y="3207971"/>
                </a:lnTo>
                <a:cubicBezTo>
                  <a:pt x="107682" y="3207971"/>
                  <a:pt x="0" y="3100289"/>
                  <a:pt x="0" y="2967456"/>
                </a:cubicBezTo>
                <a:lnTo>
                  <a:pt x="0" y="712542"/>
                </a:lnTo>
                <a:cubicBezTo>
                  <a:pt x="0" y="579709"/>
                  <a:pt x="107682" y="472027"/>
                  <a:pt x="240515" y="472027"/>
                </a:cubicBezTo>
                <a:close/>
                <a:moveTo>
                  <a:pt x="515787" y="0"/>
                </a:moveTo>
                <a:lnTo>
                  <a:pt x="1500437" y="0"/>
                </a:lnTo>
                <a:cubicBezTo>
                  <a:pt x="1541893" y="0"/>
                  <a:pt x="1575500" y="33607"/>
                  <a:pt x="1575500" y="75063"/>
                </a:cubicBezTo>
                <a:lnTo>
                  <a:pt x="1575500" y="367990"/>
                </a:lnTo>
                <a:lnTo>
                  <a:pt x="440724" y="367990"/>
                </a:lnTo>
                <a:lnTo>
                  <a:pt x="440724" y="75063"/>
                </a:lnTo>
                <a:cubicBezTo>
                  <a:pt x="440724" y="33607"/>
                  <a:pt x="474331" y="0"/>
                  <a:pt x="5157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14" name="Oval 21"/>
          <p:cNvSpPr/>
          <p:nvPr/>
        </p:nvSpPr>
        <p:spPr>
          <a:xfrm>
            <a:off x="9438840" y="3570840"/>
            <a:ext cx="529560" cy="529560"/>
          </a:xfrm>
          <a:custGeom>
            <a:avLst/>
            <a:gdLst>
              <a:gd name="textAreaLeft" fmla="*/ 0 w 529560"/>
              <a:gd name="textAreaRight" fmla="*/ 529920 w 529560"/>
              <a:gd name="textAreaTop" fmla="*/ 0 h 529560"/>
              <a:gd name="textAreaBottom" fmla="*/ 529920 h 529560"/>
            </a:gdLst>
            <a:ahLst/>
            <a:rect l="textAreaLeft" t="textAreaTop" r="textAreaRight" b="textAreaBottom"/>
            <a:pathLst>
              <a:path w="3240000" h="3240000">
                <a:moveTo>
                  <a:pt x="1799999" y="306000"/>
                </a:moveTo>
                <a:lnTo>
                  <a:pt x="1440000" y="306000"/>
                </a:lnTo>
                <a:lnTo>
                  <a:pt x="1440000" y="1308231"/>
                </a:lnTo>
                <a:lnTo>
                  <a:pt x="572043" y="807116"/>
                </a:lnTo>
                <a:lnTo>
                  <a:pt x="392043" y="1118885"/>
                </a:lnTo>
                <a:lnTo>
                  <a:pt x="1260000" y="1620000"/>
                </a:lnTo>
                <a:lnTo>
                  <a:pt x="392043" y="2121116"/>
                </a:lnTo>
                <a:lnTo>
                  <a:pt x="572043" y="2432885"/>
                </a:lnTo>
                <a:lnTo>
                  <a:pt x="1440000" y="1931769"/>
                </a:lnTo>
                <a:lnTo>
                  <a:pt x="1440000" y="2934000"/>
                </a:lnTo>
                <a:lnTo>
                  <a:pt x="1800000" y="2934000"/>
                </a:lnTo>
                <a:lnTo>
                  <a:pt x="1800000" y="1931769"/>
                </a:lnTo>
                <a:lnTo>
                  <a:pt x="2667957" y="2432884"/>
                </a:lnTo>
                <a:lnTo>
                  <a:pt x="2847957" y="2121116"/>
                </a:lnTo>
                <a:lnTo>
                  <a:pt x="1980000" y="1620000"/>
                </a:lnTo>
                <a:lnTo>
                  <a:pt x="2847958" y="1118885"/>
                </a:lnTo>
                <a:lnTo>
                  <a:pt x="2667957" y="807116"/>
                </a:lnTo>
                <a:lnTo>
                  <a:pt x="1800000" y="1308231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15" name="Oval 25"/>
          <p:cNvSpPr/>
          <p:nvPr/>
        </p:nvSpPr>
        <p:spPr>
          <a:xfrm>
            <a:off x="10277640" y="3570840"/>
            <a:ext cx="528840" cy="529560"/>
          </a:xfrm>
          <a:custGeom>
            <a:avLst/>
            <a:gdLst>
              <a:gd name="textAreaLeft" fmla="*/ 0 w 528840"/>
              <a:gd name="textAreaRight" fmla="*/ 529200 w 528840"/>
              <a:gd name="textAreaTop" fmla="*/ 0 h 529560"/>
              <a:gd name="textAreaBottom" fmla="*/ 529920 h 529560"/>
            </a:gdLst>
            <a:ahLst/>
            <a:rect l="textAreaLeft" t="textAreaTop" r="textAreaRight" b="textAreaBottom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16" name="Block Arc 20"/>
          <p:cNvSpPr/>
          <p:nvPr/>
        </p:nvSpPr>
        <p:spPr>
          <a:xfrm rot="10800000">
            <a:off x="5299200" y="4675320"/>
            <a:ext cx="488160" cy="529560"/>
          </a:xfrm>
          <a:custGeom>
            <a:avLst/>
            <a:gdLst>
              <a:gd name="textAreaLeft" fmla="*/ 0 w 488160"/>
              <a:gd name="textAreaRight" fmla="*/ 488520 w 488160"/>
              <a:gd name="textAreaTop" fmla="*/ 0 h 529560"/>
              <a:gd name="textAreaBottom" fmla="*/ 529920 h 529560"/>
            </a:gdLst>
            <a:ahLst/>
            <a:rect l="textAreaLeft" t="textAreaTop" r="textAreaRight" b="textAreaBottom"/>
            <a:pathLst>
              <a:path w="2958558" h="3207983">
                <a:moveTo>
                  <a:pt x="376920" y="2960896"/>
                </a:moveTo>
                <a:cubicBezTo>
                  <a:pt x="266613" y="2960896"/>
                  <a:pt x="177192" y="2871475"/>
                  <a:pt x="177192" y="2761168"/>
                </a:cubicBezTo>
                <a:cubicBezTo>
                  <a:pt x="177192" y="2650861"/>
                  <a:pt x="266613" y="2561440"/>
                  <a:pt x="376920" y="2561440"/>
                </a:cubicBezTo>
                <a:cubicBezTo>
                  <a:pt x="487227" y="2561440"/>
                  <a:pt x="576648" y="2650861"/>
                  <a:pt x="576648" y="2761168"/>
                </a:cubicBezTo>
                <a:cubicBezTo>
                  <a:pt x="576648" y="2871475"/>
                  <a:pt x="487227" y="2960896"/>
                  <a:pt x="376920" y="2960896"/>
                </a:cubicBezTo>
                <a:close/>
                <a:moveTo>
                  <a:pt x="376921" y="3072323"/>
                </a:moveTo>
                <a:cubicBezTo>
                  <a:pt x="539434" y="3072323"/>
                  <a:pt x="671176" y="2940581"/>
                  <a:pt x="671176" y="2778068"/>
                </a:cubicBezTo>
                <a:cubicBezTo>
                  <a:pt x="671176" y="2615555"/>
                  <a:pt x="539434" y="2483813"/>
                  <a:pt x="376921" y="2483813"/>
                </a:cubicBezTo>
                <a:cubicBezTo>
                  <a:pt x="214408" y="2483813"/>
                  <a:pt x="82666" y="2615555"/>
                  <a:pt x="82666" y="2778068"/>
                </a:cubicBezTo>
                <a:cubicBezTo>
                  <a:pt x="82666" y="2940581"/>
                  <a:pt x="214408" y="3072323"/>
                  <a:pt x="376921" y="3072323"/>
                </a:cubicBezTo>
                <a:close/>
                <a:moveTo>
                  <a:pt x="2379939" y="3207575"/>
                </a:moveTo>
                <a:cubicBezTo>
                  <a:pt x="2342159" y="3210380"/>
                  <a:pt x="2303308" y="3198772"/>
                  <a:pt x="2272342" y="3172087"/>
                </a:cubicBezTo>
                <a:cubicBezTo>
                  <a:pt x="2210411" y="3118717"/>
                  <a:pt x="2203469" y="3025247"/>
                  <a:pt x="2256839" y="2963315"/>
                </a:cubicBezTo>
                <a:cubicBezTo>
                  <a:pt x="2292137" y="2922355"/>
                  <a:pt x="2344975" y="2905450"/>
                  <a:pt x="2394194" y="2916618"/>
                </a:cubicBezTo>
                <a:lnTo>
                  <a:pt x="2482323" y="2842744"/>
                </a:lnTo>
                <a:lnTo>
                  <a:pt x="2486558" y="2847797"/>
                </a:lnTo>
                <a:cubicBezTo>
                  <a:pt x="2638916" y="2767056"/>
                  <a:pt x="2628462" y="2744879"/>
                  <a:pt x="2689889" y="2690172"/>
                </a:cubicBezTo>
                <a:cubicBezTo>
                  <a:pt x="2722819" y="2655246"/>
                  <a:pt x="2732363" y="2657367"/>
                  <a:pt x="2726376" y="2568558"/>
                </a:cubicBezTo>
                <a:lnTo>
                  <a:pt x="2730335" y="2568172"/>
                </a:lnTo>
                <a:lnTo>
                  <a:pt x="2726098" y="2568172"/>
                </a:lnTo>
                <a:lnTo>
                  <a:pt x="2726098" y="2140027"/>
                </a:lnTo>
                <a:lnTo>
                  <a:pt x="2686068" y="2140105"/>
                </a:lnTo>
                <a:cubicBezTo>
                  <a:pt x="2685662" y="1932305"/>
                  <a:pt x="2574529" y="1740506"/>
                  <a:pt x="2394530" y="1636956"/>
                </a:cubicBezTo>
                <a:cubicBezTo>
                  <a:pt x="2214320" y="1533284"/>
                  <a:pt x="1992511" y="1533845"/>
                  <a:pt x="1812826" y="1638426"/>
                </a:cubicBezTo>
                <a:cubicBezTo>
                  <a:pt x="1633353" y="1742884"/>
                  <a:pt x="1523189" y="1935240"/>
                  <a:pt x="1523830" y="2143038"/>
                </a:cubicBezTo>
                <a:lnTo>
                  <a:pt x="1483625" y="2143162"/>
                </a:lnTo>
                <a:lnTo>
                  <a:pt x="1483625" y="2568172"/>
                </a:lnTo>
                <a:lnTo>
                  <a:pt x="1479388" y="2568172"/>
                </a:lnTo>
                <a:lnTo>
                  <a:pt x="1483347" y="2568558"/>
                </a:lnTo>
                <a:cubicBezTo>
                  <a:pt x="1477359" y="2657367"/>
                  <a:pt x="1486903" y="2655246"/>
                  <a:pt x="1519833" y="2690172"/>
                </a:cubicBezTo>
                <a:cubicBezTo>
                  <a:pt x="1581261" y="2744879"/>
                  <a:pt x="1570806" y="2767057"/>
                  <a:pt x="1723166" y="2847797"/>
                </a:cubicBezTo>
                <a:lnTo>
                  <a:pt x="1727402" y="2842744"/>
                </a:lnTo>
                <a:lnTo>
                  <a:pt x="1815530" y="2916618"/>
                </a:lnTo>
                <a:cubicBezTo>
                  <a:pt x="1864749" y="2905450"/>
                  <a:pt x="1917587" y="2922356"/>
                  <a:pt x="1952884" y="2963315"/>
                </a:cubicBezTo>
                <a:cubicBezTo>
                  <a:pt x="2006254" y="3025247"/>
                  <a:pt x="1999313" y="3118717"/>
                  <a:pt x="1937381" y="3172087"/>
                </a:cubicBezTo>
                <a:cubicBezTo>
                  <a:pt x="1906416" y="3198772"/>
                  <a:pt x="1867565" y="3210380"/>
                  <a:pt x="1829785" y="3207575"/>
                </a:cubicBezTo>
                <a:cubicBezTo>
                  <a:pt x="1792004" y="3204769"/>
                  <a:pt x="1755294" y="3187551"/>
                  <a:pt x="1728609" y="3156586"/>
                </a:cubicBezTo>
                <a:cubicBezTo>
                  <a:pt x="1704170" y="3128225"/>
                  <a:pt x="1692377" y="3093251"/>
                  <a:pt x="1694258" y="3058558"/>
                </a:cubicBezTo>
                <a:lnTo>
                  <a:pt x="1607474" y="2985811"/>
                </a:lnTo>
                <a:lnTo>
                  <a:pt x="1609754" y="2983092"/>
                </a:lnTo>
                <a:cubicBezTo>
                  <a:pt x="1505378" y="2914609"/>
                  <a:pt x="1454899" y="2874388"/>
                  <a:pt x="1372959" y="2808609"/>
                </a:cubicBezTo>
                <a:cubicBezTo>
                  <a:pt x="1301402" y="2768123"/>
                  <a:pt x="1295976" y="2652344"/>
                  <a:pt x="1300245" y="2568172"/>
                </a:cubicBezTo>
                <a:lnTo>
                  <a:pt x="1296941" y="2568172"/>
                </a:lnTo>
                <a:lnTo>
                  <a:pt x="1296941" y="2143739"/>
                </a:lnTo>
                <a:lnTo>
                  <a:pt x="1251342" y="2143880"/>
                </a:lnTo>
                <a:cubicBezTo>
                  <a:pt x="1250400" y="1838694"/>
                  <a:pt x="1412261" y="1556194"/>
                  <a:pt x="1675942" y="1402813"/>
                </a:cubicBezTo>
                <a:cubicBezTo>
                  <a:pt x="1778114" y="1343381"/>
                  <a:pt x="1889554" y="1306836"/>
                  <a:pt x="2003205" y="1293823"/>
                </a:cubicBezTo>
                <a:lnTo>
                  <a:pt x="2003205" y="878785"/>
                </a:lnTo>
                <a:lnTo>
                  <a:pt x="1998176" y="878621"/>
                </a:lnTo>
                <a:cubicBezTo>
                  <a:pt x="2009560" y="630102"/>
                  <a:pt x="1847671" y="398939"/>
                  <a:pt x="1584243" y="287563"/>
                </a:cubicBezTo>
                <a:cubicBezTo>
                  <a:pt x="1373323" y="198386"/>
                  <a:pt x="1125012" y="198092"/>
                  <a:pt x="913796" y="286769"/>
                </a:cubicBezTo>
                <a:cubicBezTo>
                  <a:pt x="650203" y="397436"/>
                  <a:pt x="487575" y="627955"/>
                  <a:pt x="497878" y="876315"/>
                </a:cubicBezTo>
                <a:lnTo>
                  <a:pt x="492947" y="876461"/>
                </a:lnTo>
                <a:lnTo>
                  <a:pt x="492947" y="2424958"/>
                </a:lnTo>
                <a:cubicBezTo>
                  <a:pt x="646520" y="2471832"/>
                  <a:pt x="757382" y="2615059"/>
                  <a:pt x="757382" y="2784179"/>
                </a:cubicBezTo>
                <a:cubicBezTo>
                  <a:pt x="757382" y="2993324"/>
                  <a:pt x="587836" y="3162870"/>
                  <a:pt x="378691" y="3162870"/>
                </a:cubicBezTo>
                <a:cubicBezTo>
                  <a:pt x="169546" y="3162870"/>
                  <a:pt x="0" y="2993324"/>
                  <a:pt x="0" y="2784179"/>
                </a:cubicBezTo>
                <a:cubicBezTo>
                  <a:pt x="0" y="2610447"/>
                  <a:pt x="116991" y="2464039"/>
                  <a:pt x="276947" y="2421074"/>
                </a:cubicBezTo>
                <a:lnTo>
                  <a:pt x="276947" y="783746"/>
                </a:lnTo>
                <a:lnTo>
                  <a:pt x="281758" y="783746"/>
                </a:lnTo>
                <a:cubicBezTo>
                  <a:pt x="307533" y="493124"/>
                  <a:pt x="502412" y="231983"/>
                  <a:pt x="801266" y="95774"/>
                </a:cubicBezTo>
                <a:cubicBezTo>
                  <a:pt x="1082323" y="-32324"/>
                  <a:pt x="1416727" y="-31901"/>
                  <a:pt x="1697364" y="96907"/>
                </a:cubicBezTo>
                <a:cubicBezTo>
                  <a:pt x="1994951" y="233494"/>
                  <a:pt x="2188714" y="494056"/>
                  <a:pt x="2214549" y="783746"/>
                </a:cubicBezTo>
                <a:lnTo>
                  <a:pt x="2219205" y="783746"/>
                </a:lnTo>
                <a:lnTo>
                  <a:pt x="2219205" y="1295162"/>
                </a:lnTo>
                <a:cubicBezTo>
                  <a:pt x="2327099" y="1309357"/>
                  <a:pt x="2432799" y="1344641"/>
                  <a:pt x="2530224" y="1400656"/>
                </a:cubicBezTo>
                <a:cubicBezTo>
                  <a:pt x="2794677" y="1552703"/>
                  <a:pt x="2957961" y="1834385"/>
                  <a:pt x="2958558" y="2139573"/>
                </a:cubicBezTo>
                <a:lnTo>
                  <a:pt x="2912782" y="2139663"/>
                </a:lnTo>
                <a:lnTo>
                  <a:pt x="2912782" y="2568172"/>
                </a:lnTo>
                <a:lnTo>
                  <a:pt x="2909478" y="2568172"/>
                </a:lnTo>
                <a:cubicBezTo>
                  <a:pt x="2913747" y="2652344"/>
                  <a:pt x="2908320" y="2768123"/>
                  <a:pt x="2836763" y="2808609"/>
                </a:cubicBezTo>
                <a:cubicBezTo>
                  <a:pt x="2754824" y="2874388"/>
                  <a:pt x="2704345" y="2914609"/>
                  <a:pt x="2599970" y="2983091"/>
                </a:cubicBezTo>
                <a:lnTo>
                  <a:pt x="2602250" y="2985811"/>
                </a:lnTo>
                <a:lnTo>
                  <a:pt x="2515466" y="3058559"/>
                </a:lnTo>
                <a:cubicBezTo>
                  <a:pt x="2517346" y="3093252"/>
                  <a:pt x="2505554" y="3128225"/>
                  <a:pt x="2481114" y="3156586"/>
                </a:cubicBezTo>
                <a:cubicBezTo>
                  <a:pt x="2454429" y="3187551"/>
                  <a:pt x="2417719" y="3204769"/>
                  <a:pt x="2379939" y="32075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517" name="Block Arc 11"/>
          <p:cNvSpPr/>
          <p:nvPr/>
        </p:nvSpPr>
        <p:spPr>
          <a:xfrm rot="10800000">
            <a:off x="8710560" y="4659480"/>
            <a:ext cx="319680" cy="520560"/>
          </a:xfrm>
          <a:custGeom>
            <a:avLst/>
            <a:gdLst>
              <a:gd name="textAreaLeft" fmla="*/ 0 w 319680"/>
              <a:gd name="textAreaRight" fmla="*/ 320040 w 319680"/>
              <a:gd name="textAreaTop" fmla="*/ 0 h 520560"/>
              <a:gd name="textAreaBottom" fmla="*/ 520920 h 520560"/>
            </a:gdLst>
            <a:ahLst/>
            <a:rect l="textAreaLeft" t="textAreaTop" r="textAreaRight" b="textAreaBottom"/>
            <a:pathLst>
              <a:path w="3636337" h="7138182">
                <a:moveTo>
                  <a:pt x="1563551" y="3029061"/>
                </a:moveTo>
                <a:lnTo>
                  <a:pt x="1563551" y="1171769"/>
                </a:lnTo>
                <a:cubicBezTo>
                  <a:pt x="1444523" y="1201084"/>
                  <a:pt x="1330799" y="1254073"/>
                  <a:pt x="1228219" y="1328453"/>
                </a:cubicBezTo>
                <a:cubicBezTo>
                  <a:pt x="927220" y="1546705"/>
                  <a:pt x="771440" y="1913395"/>
                  <a:pt x="823311" y="2281559"/>
                </a:cubicBezTo>
                <a:cubicBezTo>
                  <a:pt x="886035" y="2761950"/>
                  <a:pt x="1181988" y="2923981"/>
                  <a:pt x="1563551" y="3029061"/>
                </a:cubicBezTo>
                <a:close/>
                <a:moveTo>
                  <a:pt x="2056123" y="5971053"/>
                </a:moveTo>
                <a:cubicBezTo>
                  <a:pt x="2180706" y="5941789"/>
                  <a:pt x="2300029" y="5887431"/>
                  <a:pt x="2407191" y="5809729"/>
                </a:cubicBezTo>
                <a:cubicBezTo>
                  <a:pt x="2708190" y="5591477"/>
                  <a:pt x="2863970" y="5224787"/>
                  <a:pt x="2812099" y="4856623"/>
                </a:cubicBezTo>
                <a:cubicBezTo>
                  <a:pt x="2712300" y="4365494"/>
                  <a:pt x="2419393" y="4148018"/>
                  <a:pt x="2056123" y="4007016"/>
                </a:cubicBezTo>
                <a:close/>
                <a:moveTo>
                  <a:pt x="2056123" y="7138182"/>
                </a:moveTo>
                <a:lnTo>
                  <a:pt x="1563551" y="7138182"/>
                </a:lnTo>
                <a:lnTo>
                  <a:pt x="1563551" y="6796553"/>
                </a:lnTo>
                <a:cubicBezTo>
                  <a:pt x="1376287" y="6771102"/>
                  <a:pt x="1191751" y="6715291"/>
                  <a:pt x="1016794" y="6629471"/>
                </a:cubicBezTo>
                <a:cubicBezTo>
                  <a:pt x="412303" y="6332946"/>
                  <a:pt x="21102" y="5726704"/>
                  <a:pt x="0" y="5053734"/>
                </a:cubicBezTo>
                <a:lnTo>
                  <a:pt x="813973" y="5028205"/>
                </a:lnTo>
                <a:cubicBezTo>
                  <a:pt x="825624" y="5399818"/>
                  <a:pt x="1041643" y="5734588"/>
                  <a:pt x="1375441" y="5898325"/>
                </a:cubicBezTo>
                <a:cubicBezTo>
                  <a:pt x="1436179" y="5928119"/>
                  <a:pt x="1499008" y="5951362"/>
                  <a:pt x="1563551" y="5965918"/>
                </a:cubicBezTo>
                <a:lnTo>
                  <a:pt x="1563551" y="3847635"/>
                </a:lnTo>
                <a:cubicBezTo>
                  <a:pt x="920238" y="3662345"/>
                  <a:pt x="233045" y="3450393"/>
                  <a:pt x="16852" y="2382091"/>
                </a:cubicBezTo>
                <a:cubicBezTo>
                  <a:pt x="-73403" y="1719933"/>
                  <a:pt x="208577" y="1061859"/>
                  <a:pt x="750173" y="669157"/>
                </a:cubicBezTo>
                <a:cubicBezTo>
                  <a:pt x="994931" y="491686"/>
                  <a:pt x="1274723" y="381458"/>
                  <a:pt x="1563551" y="341319"/>
                </a:cubicBezTo>
                <a:lnTo>
                  <a:pt x="1563551" y="0"/>
                </a:lnTo>
                <a:lnTo>
                  <a:pt x="2056123" y="0"/>
                </a:lnTo>
                <a:lnTo>
                  <a:pt x="2056123" y="339268"/>
                </a:lnTo>
                <a:cubicBezTo>
                  <a:pt x="2248752" y="363969"/>
                  <a:pt x="2438747" y="420481"/>
                  <a:pt x="2618616" y="508711"/>
                </a:cubicBezTo>
                <a:cubicBezTo>
                  <a:pt x="3223107" y="805237"/>
                  <a:pt x="3614308" y="1411478"/>
                  <a:pt x="3635410" y="2084448"/>
                </a:cubicBezTo>
                <a:lnTo>
                  <a:pt x="2821437" y="2109978"/>
                </a:lnTo>
                <a:cubicBezTo>
                  <a:pt x="2809786" y="1738364"/>
                  <a:pt x="2593767" y="1403594"/>
                  <a:pt x="2259969" y="1239857"/>
                </a:cubicBezTo>
                <a:cubicBezTo>
                  <a:pt x="2194243" y="1207617"/>
                  <a:pt x="2126069" y="1183046"/>
                  <a:pt x="2056123" y="1168235"/>
                </a:cubicBezTo>
                <a:lnTo>
                  <a:pt x="2056123" y="3150890"/>
                </a:lnTo>
                <a:cubicBezTo>
                  <a:pt x="2675271" y="3303511"/>
                  <a:pt x="3347939" y="3564428"/>
                  <a:pt x="3618512" y="4743007"/>
                </a:cubicBezTo>
                <a:cubicBezTo>
                  <a:pt x="3712448" y="5409725"/>
                  <a:pt x="3430336" y="6073786"/>
                  <a:pt x="2885237" y="6469025"/>
                </a:cubicBezTo>
                <a:cubicBezTo>
                  <a:pt x="2636047" y="6649712"/>
                  <a:pt x="2350538" y="6760700"/>
                  <a:pt x="2056123" y="679874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518" name="Rectangle 21"/>
          <p:cNvSpPr/>
          <p:nvPr/>
        </p:nvSpPr>
        <p:spPr>
          <a:xfrm>
            <a:off x="6977880" y="4798080"/>
            <a:ext cx="505440" cy="282960"/>
          </a:xfrm>
          <a:custGeom>
            <a:avLst/>
            <a:gdLst>
              <a:gd name="textAreaLeft" fmla="*/ 0 w 505440"/>
              <a:gd name="textAreaRight" fmla="*/ 505800 w 505440"/>
              <a:gd name="textAreaTop" fmla="*/ 0 h 282960"/>
              <a:gd name="textAreaBottom" fmla="*/ 283320 h 282960"/>
            </a:gdLst>
            <a:ahLst/>
            <a:rect l="textAreaLeft" t="textAreaTop" r="textAreaRight" b="textAreaBottom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19" name="Round Same Side Corner Rectangle 8"/>
          <p:cNvSpPr/>
          <p:nvPr/>
        </p:nvSpPr>
        <p:spPr>
          <a:xfrm>
            <a:off x="11061720" y="4700160"/>
            <a:ext cx="522000" cy="522720"/>
          </a:xfrm>
          <a:custGeom>
            <a:avLst/>
            <a:gdLst>
              <a:gd name="textAreaLeft" fmla="*/ 0 w 522000"/>
              <a:gd name="textAreaRight" fmla="*/ 522360 w 522000"/>
              <a:gd name="textAreaTop" fmla="*/ 0 h 522720"/>
              <a:gd name="textAreaBottom" fmla="*/ 523080 h 522720"/>
            </a:gdLst>
            <a:ahLst/>
            <a:rect l="textAreaLeft" t="textAreaTop" r="textAreaRight" b="textAreaBottom"/>
            <a:pathLst>
              <a:path w="3197597" h="3202496">
                <a:moveTo>
                  <a:pt x="601421" y="1611393"/>
                </a:moveTo>
                <a:lnTo>
                  <a:pt x="2596176" y="1611393"/>
                </a:lnTo>
                <a:cubicBezTo>
                  <a:pt x="2928331" y="1611393"/>
                  <a:pt x="3197594" y="1880656"/>
                  <a:pt x="3197594" y="2212811"/>
                </a:cubicBezTo>
                <a:lnTo>
                  <a:pt x="3197594" y="2776360"/>
                </a:lnTo>
                <a:lnTo>
                  <a:pt x="3197597" y="2776360"/>
                </a:lnTo>
                <a:lnTo>
                  <a:pt x="3197597" y="2914824"/>
                </a:lnTo>
                <a:lnTo>
                  <a:pt x="3197198" y="2914824"/>
                </a:lnTo>
                <a:lnTo>
                  <a:pt x="3197198" y="3202496"/>
                </a:lnTo>
                <a:lnTo>
                  <a:pt x="398" y="3202496"/>
                </a:lnTo>
                <a:lnTo>
                  <a:pt x="398" y="2914824"/>
                </a:lnTo>
                <a:lnTo>
                  <a:pt x="0" y="2914824"/>
                </a:lnTo>
                <a:lnTo>
                  <a:pt x="0" y="2212811"/>
                </a:lnTo>
                <a:cubicBezTo>
                  <a:pt x="0" y="1880656"/>
                  <a:pt x="269266" y="1611393"/>
                  <a:pt x="601421" y="1611393"/>
                </a:cubicBezTo>
                <a:close/>
                <a:moveTo>
                  <a:pt x="1598801" y="0"/>
                </a:moveTo>
                <a:cubicBezTo>
                  <a:pt x="1998649" y="0"/>
                  <a:pt x="2322791" y="324142"/>
                  <a:pt x="2322791" y="723993"/>
                </a:cubicBezTo>
                <a:cubicBezTo>
                  <a:pt x="2322791" y="1123843"/>
                  <a:pt x="1998649" y="1447985"/>
                  <a:pt x="1598801" y="1447985"/>
                </a:cubicBezTo>
                <a:cubicBezTo>
                  <a:pt x="1198951" y="1447985"/>
                  <a:pt x="874809" y="1123843"/>
                  <a:pt x="874809" y="723993"/>
                </a:cubicBezTo>
                <a:cubicBezTo>
                  <a:pt x="874809" y="324142"/>
                  <a:pt x="1198951" y="0"/>
                  <a:pt x="159880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20" name="Rounded Rectangle 51"/>
          <p:cNvSpPr/>
          <p:nvPr/>
        </p:nvSpPr>
        <p:spPr>
          <a:xfrm flipH="1" rot="16200000">
            <a:off x="9442800" y="5627880"/>
            <a:ext cx="541080" cy="509760"/>
          </a:xfrm>
          <a:custGeom>
            <a:avLst/>
            <a:gdLst>
              <a:gd name="textAreaLeft" fmla="*/ -360 w 541080"/>
              <a:gd name="textAreaRight" fmla="*/ 541080 w 541080"/>
              <a:gd name="textAreaTop" fmla="*/ 0 h 509760"/>
              <a:gd name="textAreaBottom" fmla="*/ 510120 h 509760"/>
            </a:gdLst>
            <a:ahLst/>
            <a:rect l="textAreaLeft" t="textAreaTop" r="textAreaRight" b="textAreaBottom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521" name="Isosceles Triangle 5"/>
          <p:cNvSpPr/>
          <p:nvPr/>
        </p:nvSpPr>
        <p:spPr>
          <a:xfrm>
            <a:off x="7895160" y="4737960"/>
            <a:ext cx="403920" cy="403560"/>
          </a:xfrm>
          <a:custGeom>
            <a:avLst/>
            <a:gdLst>
              <a:gd name="textAreaLeft" fmla="*/ 0 w 403920"/>
              <a:gd name="textAreaRight" fmla="*/ 404280 w 403920"/>
              <a:gd name="textAreaTop" fmla="*/ 0 h 403560"/>
              <a:gd name="textAreaBottom" fmla="*/ 403920 h 403560"/>
            </a:gdLst>
            <a:ahLst/>
            <a:rect l="textAreaLeft" t="textAreaTop" r="textAreaRight" b="textAreaBottom"/>
            <a:pathLst>
              <a:path w="3229104" h="3225610">
                <a:moveTo>
                  <a:pt x="2311104" y="907633"/>
                </a:moveTo>
                <a:lnTo>
                  <a:pt x="3229104" y="907633"/>
                </a:lnTo>
                <a:lnTo>
                  <a:pt x="1769979" y="3097491"/>
                </a:lnTo>
                <a:close/>
                <a:moveTo>
                  <a:pt x="823" y="907633"/>
                </a:moveTo>
                <a:lnTo>
                  <a:pt x="918823" y="907633"/>
                </a:lnTo>
                <a:lnTo>
                  <a:pt x="1498048" y="3135591"/>
                </a:lnTo>
                <a:close/>
                <a:moveTo>
                  <a:pt x="1036980" y="907632"/>
                </a:moveTo>
                <a:lnTo>
                  <a:pt x="2192122" y="907632"/>
                </a:lnTo>
                <a:lnTo>
                  <a:pt x="1614551" y="3225610"/>
                </a:lnTo>
                <a:close/>
                <a:moveTo>
                  <a:pt x="2769693" y="0"/>
                </a:moveTo>
                <a:lnTo>
                  <a:pt x="3229104" y="792088"/>
                </a:lnTo>
                <a:lnTo>
                  <a:pt x="2310282" y="792088"/>
                </a:lnTo>
                <a:close/>
                <a:moveTo>
                  <a:pt x="1732713" y="0"/>
                </a:moveTo>
                <a:lnTo>
                  <a:pt x="2651535" y="0"/>
                </a:lnTo>
                <a:lnTo>
                  <a:pt x="2192124" y="792088"/>
                </a:lnTo>
                <a:close/>
                <a:moveTo>
                  <a:pt x="1614553" y="0"/>
                </a:moveTo>
                <a:lnTo>
                  <a:pt x="2073964" y="792088"/>
                </a:lnTo>
                <a:lnTo>
                  <a:pt x="1155142" y="792088"/>
                </a:lnTo>
                <a:close/>
                <a:moveTo>
                  <a:pt x="577571" y="0"/>
                </a:moveTo>
                <a:lnTo>
                  <a:pt x="1496393" y="0"/>
                </a:lnTo>
                <a:lnTo>
                  <a:pt x="1036982" y="792088"/>
                </a:lnTo>
                <a:close/>
                <a:moveTo>
                  <a:pt x="459411" y="0"/>
                </a:moveTo>
                <a:lnTo>
                  <a:pt x="918822" y="792088"/>
                </a:lnTo>
                <a:lnTo>
                  <a:pt x="0" y="7920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22" name="Trapezoid 22"/>
          <p:cNvSpPr/>
          <p:nvPr/>
        </p:nvSpPr>
        <p:spPr>
          <a:xfrm>
            <a:off x="9438840" y="4805280"/>
            <a:ext cx="529560" cy="269280"/>
          </a:xfrm>
          <a:custGeom>
            <a:avLst/>
            <a:gdLst>
              <a:gd name="textAreaLeft" fmla="*/ 0 w 529560"/>
              <a:gd name="textAreaRight" fmla="*/ 529920 w 529560"/>
              <a:gd name="textAreaTop" fmla="*/ 0 h 269280"/>
              <a:gd name="textAreaBottom" fmla="*/ 269640 h 269280"/>
            </a:gdLst>
            <a:ahLst/>
            <a:rect l="textAreaLeft" t="textAreaTop" r="textAreaRight" b="textAreaBottom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23" name="Rounded Rectangle 20"/>
          <p:cNvSpPr/>
          <p:nvPr/>
        </p:nvSpPr>
        <p:spPr>
          <a:xfrm rot="2160000">
            <a:off x="10296720" y="4674960"/>
            <a:ext cx="490680" cy="529560"/>
          </a:xfrm>
          <a:custGeom>
            <a:avLst/>
            <a:gdLst>
              <a:gd name="textAreaLeft" fmla="*/ 0 w 490680"/>
              <a:gd name="textAreaRight" fmla="*/ 491040 w 490680"/>
              <a:gd name="textAreaTop" fmla="*/ 0 h 529560"/>
              <a:gd name="textAreaBottom" fmla="*/ 529920 h 529560"/>
            </a:gdLst>
            <a:ahLst/>
            <a:rect l="textAreaLeft" t="textAreaTop" r="textAreaRight" b="textAreaBottom"/>
            <a:pathLst>
              <a:path w="2735240" h="2951283">
                <a:moveTo>
                  <a:pt x="945240" y="943134"/>
                </a:moveTo>
                <a:cubicBezTo>
                  <a:pt x="504657" y="1263236"/>
                  <a:pt x="406988" y="1879894"/>
                  <a:pt x="727090" y="2320477"/>
                </a:cubicBezTo>
                <a:cubicBezTo>
                  <a:pt x="1047193" y="2761060"/>
                  <a:pt x="1663850" y="2858729"/>
                  <a:pt x="2104434" y="2538627"/>
                </a:cubicBezTo>
                <a:cubicBezTo>
                  <a:pt x="2545017" y="2218524"/>
                  <a:pt x="2642686" y="1601867"/>
                  <a:pt x="2322584" y="1161283"/>
                </a:cubicBezTo>
                <a:cubicBezTo>
                  <a:pt x="2003839" y="722570"/>
                  <a:pt x="1391052" y="623866"/>
                  <a:pt x="951049" y="939346"/>
                </a:cubicBezTo>
                <a:lnTo>
                  <a:pt x="1557721" y="1618250"/>
                </a:lnTo>
                <a:cubicBezTo>
                  <a:pt x="1596798" y="1621348"/>
                  <a:pt x="1633874" y="1641400"/>
                  <a:pt x="1658719" y="1675596"/>
                </a:cubicBezTo>
                <a:cubicBezTo>
                  <a:pt x="1705470" y="1739944"/>
                  <a:pt x="1691206" y="1830007"/>
                  <a:pt x="1626858" y="1876758"/>
                </a:cubicBezTo>
                <a:cubicBezTo>
                  <a:pt x="1562511" y="1923509"/>
                  <a:pt x="1472448" y="1909245"/>
                  <a:pt x="1425696" y="1844897"/>
                </a:cubicBezTo>
                <a:cubicBezTo>
                  <a:pt x="1398776" y="1807844"/>
                  <a:pt x="1392087" y="1762265"/>
                  <a:pt x="1405709" y="1721944"/>
                </a:cubicBezTo>
                <a:lnTo>
                  <a:pt x="950242" y="939871"/>
                </a:lnTo>
                <a:cubicBezTo>
                  <a:pt x="948462" y="940800"/>
                  <a:pt x="946850" y="941964"/>
                  <a:pt x="945240" y="943134"/>
                </a:cubicBezTo>
                <a:close/>
                <a:moveTo>
                  <a:pt x="390013" y="178929"/>
                </a:moveTo>
                <a:cubicBezTo>
                  <a:pt x="223423" y="299964"/>
                  <a:pt x="186493" y="533130"/>
                  <a:pt x="307528" y="699721"/>
                </a:cubicBezTo>
                <a:cubicBezTo>
                  <a:pt x="392822" y="817118"/>
                  <a:pt x="533802" y="870124"/>
                  <a:pt x="667672" y="847235"/>
                </a:cubicBezTo>
                <a:lnTo>
                  <a:pt x="556452" y="694153"/>
                </a:lnTo>
                <a:lnTo>
                  <a:pt x="528500" y="714461"/>
                </a:lnTo>
                <a:cubicBezTo>
                  <a:pt x="498835" y="736014"/>
                  <a:pt x="457314" y="729437"/>
                  <a:pt x="435761" y="699772"/>
                </a:cubicBezTo>
                <a:lnTo>
                  <a:pt x="341779" y="570418"/>
                </a:lnTo>
                <a:cubicBezTo>
                  <a:pt x="320226" y="540753"/>
                  <a:pt x="326803" y="499231"/>
                  <a:pt x="356468" y="477679"/>
                </a:cubicBezTo>
                <a:lnTo>
                  <a:pt x="684509" y="239343"/>
                </a:lnTo>
                <a:cubicBezTo>
                  <a:pt x="714174" y="217790"/>
                  <a:pt x="755695" y="224366"/>
                  <a:pt x="777248" y="254031"/>
                </a:cubicBezTo>
                <a:lnTo>
                  <a:pt x="871230" y="383386"/>
                </a:lnTo>
                <a:cubicBezTo>
                  <a:pt x="892782" y="413051"/>
                  <a:pt x="886206" y="454572"/>
                  <a:pt x="856541" y="476125"/>
                </a:cubicBezTo>
                <a:lnTo>
                  <a:pt x="828590" y="496433"/>
                </a:lnTo>
                <a:lnTo>
                  <a:pt x="939810" y="649514"/>
                </a:lnTo>
                <a:cubicBezTo>
                  <a:pt x="1002947" y="529270"/>
                  <a:pt x="996100" y="378811"/>
                  <a:pt x="910806" y="261414"/>
                </a:cubicBezTo>
                <a:cubicBezTo>
                  <a:pt x="789771" y="94824"/>
                  <a:pt x="556604" y="57894"/>
                  <a:pt x="390013" y="178929"/>
                </a:cubicBezTo>
                <a:close/>
                <a:moveTo>
                  <a:pt x="326716" y="91807"/>
                </a:moveTo>
                <a:cubicBezTo>
                  <a:pt x="541423" y="-64186"/>
                  <a:pt x="841934" y="-16590"/>
                  <a:pt x="997927" y="198117"/>
                </a:cubicBezTo>
                <a:cubicBezTo>
                  <a:pt x="1090326" y="325293"/>
                  <a:pt x="1111296" y="482575"/>
                  <a:pt x="1067359" y="621566"/>
                </a:cubicBezTo>
                <a:cubicBezTo>
                  <a:pt x="1125087" y="596400"/>
                  <a:pt x="1184605" y="577365"/>
                  <a:pt x="1244892" y="563339"/>
                </a:cubicBezTo>
                <a:lnTo>
                  <a:pt x="1244892" y="425809"/>
                </a:lnTo>
                <a:lnTo>
                  <a:pt x="1238396" y="425809"/>
                </a:lnTo>
                <a:cubicBezTo>
                  <a:pt x="1203300" y="425809"/>
                  <a:pt x="1174849" y="397358"/>
                  <a:pt x="1174849" y="362262"/>
                </a:cubicBezTo>
                <a:lnTo>
                  <a:pt x="1174849" y="209229"/>
                </a:lnTo>
                <a:cubicBezTo>
                  <a:pt x="1174849" y="191681"/>
                  <a:pt x="1181962" y="175794"/>
                  <a:pt x="1193462" y="164294"/>
                </a:cubicBezTo>
                <a:cubicBezTo>
                  <a:pt x="1204961" y="152795"/>
                  <a:pt x="1220848" y="145682"/>
                  <a:pt x="1238396" y="145682"/>
                </a:cubicBezTo>
                <a:lnTo>
                  <a:pt x="1484804" y="145682"/>
                </a:lnTo>
                <a:cubicBezTo>
                  <a:pt x="1519900" y="145682"/>
                  <a:pt x="1548351" y="174133"/>
                  <a:pt x="1548351" y="209229"/>
                </a:cubicBezTo>
                <a:lnTo>
                  <a:pt x="1548351" y="362262"/>
                </a:lnTo>
                <a:cubicBezTo>
                  <a:pt x="1548351" y="397358"/>
                  <a:pt x="1519900" y="425809"/>
                  <a:pt x="1484804" y="425809"/>
                </a:cubicBezTo>
                <a:lnTo>
                  <a:pt x="1478305" y="425809"/>
                </a:lnTo>
                <a:lnTo>
                  <a:pt x="1478305" y="531522"/>
                </a:lnTo>
                <a:cubicBezTo>
                  <a:pt x="1867969" y="516696"/>
                  <a:pt x="2257580" y="690299"/>
                  <a:pt x="2504004" y="1029474"/>
                </a:cubicBezTo>
                <a:cubicBezTo>
                  <a:pt x="2896903" y="1570253"/>
                  <a:pt x="2777023" y="2327148"/>
                  <a:pt x="2236244" y="2720047"/>
                </a:cubicBezTo>
                <a:cubicBezTo>
                  <a:pt x="1695464" y="3112946"/>
                  <a:pt x="938569" y="2993066"/>
                  <a:pt x="545670" y="2452287"/>
                </a:cubicBezTo>
                <a:cubicBezTo>
                  <a:pt x="302842" y="2118063"/>
                  <a:pt x="255883" y="1701289"/>
                  <a:pt x="383624" y="1339097"/>
                </a:cubicBezTo>
                <a:lnTo>
                  <a:pt x="271337" y="1301981"/>
                </a:lnTo>
                <a:lnTo>
                  <a:pt x="269200" y="1308446"/>
                </a:lnTo>
                <a:cubicBezTo>
                  <a:pt x="258184" y="1341768"/>
                  <a:pt x="222242" y="1359852"/>
                  <a:pt x="188919" y="1348836"/>
                </a:cubicBezTo>
                <a:lnTo>
                  <a:pt x="43619" y="1300805"/>
                </a:lnTo>
                <a:cubicBezTo>
                  <a:pt x="10297" y="1289790"/>
                  <a:pt x="-7787" y="1253847"/>
                  <a:pt x="3228" y="1220525"/>
                </a:cubicBezTo>
                <a:lnTo>
                  <a:pt x="80565" y="986568"/>
                </a:lnTo>
                <a:cubicBezTo>
                  <a:pt x="86073" y="969906"/>
                  <a:pt x="97812" y="957056"/>
                  <a:pt x="112340" y="949746"/>
                </a:cubicBezTo>
                <a:cubicBezTo>
                  <a:pt x="126869" y="942436"/>
                  <a:pt x="144185" y="940669"/>
                  <a:pt x="160847" y="946177"/>
                </a:cubicBezTo>
                <a:lnTo>
                  <a:pt x="306147" y="994208"/>
                </a:lnTo>
                <a:cubicBezTo>
                  <a:pt x="339468" y="1005223"/>
                  <a:pt x="357552" y="1041166"/>
                  <a:pt x="346537" y="1074488"/>
                </a:cubicBezTo>
                <a:lnTo>
                  <a:pt x="344596" y="1080361"/>
                </a:lnTo>
                <a:lnTo>
                  <a:pt x="482601" y="1125980"/>
                </a:lnTo>
                <a:cubicBezTo>
                  <a:pt x="516519" y="1067404"/>
                  <a:pt x="556040" y="1011588"/>
                  <a:pt x="601675" y="959905"/>
                </a:cubicBezTo>
                <a:cubicBezTo>
                  <a:pt x="455910" y="958740"/>
                  <a:pt x="312806" y="890195"/>
                  <a:pt x="220407" y="763018"/>
                </a:cubicBezTo>
                <a:cubicBezTo>
                  <a:pt x="64413" y="548311"/>
                  <a:pt x="112009" y="247801"/>
                  <a:pt x="326716" y="91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24" name="Trapezoid 28"/>
          <p:cNvSpPr/>
          <p:nvPr/>
        </p:nvSpPr>
        <p:spPr>
          <a:xfrm>
            <a:off x="4477320" y="4674960"/>
            <a:ext cx="436680" cy="529560"/>
          </a:xfrm>
          <a:custGeom>
            <a:avLst/>
            <a:gdLst>
              <a:gd name="textAreaLeft" fmla="*/ 0 w 436680"/>
              <a:gd name="textAreaRight" fmla="*/ 437040 w 436680"/>
              <a:gd name="textAreaTop" fmla="*/ 0 h 529560"/>
              <a:gd name="textAreaBottom" fmla="*/ 529920 h 529560"/>
            </a:gdLst>
            <a:ahLst/>
            <a:rect l="textAreaLeft" t="textAreaTop" r="textAreaRight" b="textAreaBottom"/>
            <a:pathLst>
              <a:path w="2664297" h="3228846">
                <a:moveTo>
                  <a:pt x="2006233" y="1910002"/>
                </a:moveTo>
                <a:cubicBezTo>
                  <a:pt x="2195393" y="2270441"/>
                  <a:pt x="2396463" y="2592453"/>
                  <a:pt x="2218318" y="2693318"/>
                </a:cubicBezTo>
                <a:cubicBezTo>
                  <a:pt x="1760490" y="2959655"/>
                  <a:pt x="875097" y="3011972"/>
                  <a:pt x="413381" y="2693318"/>
                </a:cubicBezTo>
                <a:cubicBezTo>
                  <a:pt x="278026" y="2578660"/>
                  <a:pt x="448417" y="2270210"/>
                  <a:pt x="622358" y="1918652"/>
                </a:cubicBezTo>
                <a:close/>
                <a:moveTo>
                  <a:pt x="998355" y="318176"/>
                </a:moveTo>
                <a:lnTo>
                  <a:pt x="1054483" y="938365"/>
                </a:lnTo>
                <a:cubicBezTo>
                  <a:pt x="1073419" y="1202005"/>
                  <a:pt x="-94533" y="2544942"/>
                  <a:pt x="263185" y="2803859"/>
                </a:cubicBezTo>
                <a:cubicBezTo>
                  <a:pt x="799752" y="3120272"/>
                  <a:pt x="1828684" y="3068324"/>
                  <a:pt x="2360732" y="2803859"/>
                </a:cubicBezTo>
                <a:cubicBezTo>
                  <a:pt x="2817826" y="2582721"/>
                  <a:pt x="1567592" y="1249230"/>
                  <a:pt x="1559424" y="938364"/>
                </a:cubicBezTo>
                <a:lnTo>
                  <a:pt x="1635785" y="320808"/>
                </a:lnTo>
                <a:lnTo>
                  <a:pt x="1616510" y="323841"/>
                </a:lnTo>
                <a:cubicBezTo>
                  <a:pt x="1541035" y="362546"/>
                  <a:pt x="1432716" y="386340"/>
                  <a:pt x="1312455" y="386340"/>
                </a:cubicBezTo>
                <a:cubicBezTo>
                  <a:pt x="1186664" y="386340"/>
                  <a:pt x="1073940" y="360308"/>
                  <a:pt x="998355" y="318176"/>
                </a:cubicBezTo>
                <a:close/>
                <a:moveTo>
                  <a:pt x="1312455" y="60748"/>
                </a:moveTo>
                <a:cubicBezTo>
                  <a:pt x="1155275" y="60748"/>
                  <a:pt x="1027857" y="120035"/>
                  <a:pt x="1027857" y="193171"/>
                </a:cubicBezTo>
                <a:cubicBezTo>
                  <a:pt x="1027857" y="266307"/>
                  <a:pt x="1155275" y="325594"/>
                  <a:pt x="1312455" y="325594"/>
                </a:cubicBezTo>
                <a:cubicBezTo>
                  <a:pt x="1469634" y="325594"/>
                  <a:pt x="1597052" y="266307"/>
                  <a:pt x="1597052" y="193171"/>
                </a:cubicBezTo>
                <a:cubicBezTo>
                  <a:pt x="1597052" y="120035"/>
                  <a:pt x="1469634" y="60748"/>
                  <a:pt x="1312455" y="60748"/>
                </a:cubicBezTo>
                <a:close/>
                <a:moveTo>
                  <a:pt x="1312455" y="0"/>
                </a:moveTo>
                <a:cubicBezTo>
                  <a:pt x="1537130" y="0"/>
                  <a:pt x="1720121" y="83046"/>
                  <a:pt x="1726235" y="186847"/>
                </a:cubicBezTo>
                <a:cubicBezTo>
                  <a:pt x="1726742" y="186524"/>
                  <a:pt x="1727174" y="186120"/>
                  <a:pt x="1727606" y="185717"/>
                </a:cubicBezTo>
                <a:lnTo>
                  <a:pt x="1727102" y="190850"/>
                </a:lnTo>
                <a:cubicBezTo>
                  <a:pt x="1727595" y="191614"/>
                  <a:pt x="1727605" y="192391"/>
                  <a:pt x="1727605" y="193170"/>
                </a:cubicBezTo>
                <a:lnTo>
                  <a:pt x="1726271" y="199326"/>
                </a:lnTo>
                <a:lnTo>
                  <a:pt x="1655630" y="919826"/>
                </a:lnTo>
                <a:cubicBezTo>
                  <a:pt x="1665213" y="1268678"/>
                  <a:pt x="3079202" y="2735754"/>
                  <a:pt x="2542920" y="2983914"/>
                </a:cubicBezTo>
                <a:cubicBezTo>
                  <a:pt x="1918698" y="3280693"/>
                  <a:pt x="711513" y="3338989"/>
                  <a:pt x="81991" y="2983914"/>
                </a:cubicBezTo>
                <a:cubicBezTo>
                  <a:pt x="-337699" y="2693358"/>
                  <a:pt x="991496" y="1215684"/>
                  <a:pt x="969280" y="919828"/>
                </a:cubicBezTo>
                <a:lnTo>
                  <a:pt x="898640" y="199335"/>
                </a:lnTo>
                <a:cubicBezTo>
                  <a:pt x="897375" y="197339"/>
                  <a:pt x="897304" y="195258"/>
                  <a:pt x="897304" y="193170"/>
                </a:cubicBezTo>
                <a:lnTo>
                  <a:pt x="897808" y="190847"/>
                </a:lnTo>
                <a:lnTo>
                  <a:pt x="897305" y="185717"/>
                </a:lnTo>
                <a:lnTo>
                  <a:pt x="898687" y="186789"/>
                </a:lnTo>
                <a:cubicBezTo>
                  <a:pt x="904857" y="83015"/>
                  <a:pt x="1087821" y="0"/>
                  <a:pt x="131245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25" name="Rounded Rectangle 2"/>
          <p:cNvSpPr/>
          <p:nvPr/>
        </p:nvSpPr>
        <p:spPr>
          <a:xfrm>
            <a:off x="5283360" y="5634720"/>
            <a:ext cx="518760" cy="518760"/>
          </a:xfrm>
          <a:custGeom>
            <a:avLst/>
            <a:gdLst>
              <a:gd name="textAreaLeft" fmla="*/ 0 w 518760"/>
              <a:gd name="textAreaRight" fmla="*/ 519120 w 518760"/>
              <a:gd name="textAreaTop" fmla="*/ 0 h 518760"/>
              <a:gd name="textAreaBottom" fmla="*/ 519120 h 518760"/>
            </a:gdLst>
            <a:ahLst/>
            <a:rect l="textAreaLeft" t="textAreaTop" r="textAreaRight" b="textAreaBottom"/>
            <a:pathLst>
              <a:path w="3960440" h="3960000">
                <a:moveTo>
                  <a:pt x="1979373" y="472350"/>
                </a:moveTo>
                <a:cubicBezTo>
                  <a:pt x="1228307" y="485871"/>
                  <a:pt x="850011" y="1078219"/>
                  <a:pt x="813783" y="1434034"/>
                </a:cubicBezTo>
                <a:cubicBezTo>
                  <a:pt x="787561" y="1781828"/>
                  <a:pt x="889690" y="2005359"/>
                  <a:pt x="1119009" y="2222584"/>
                </a:cubicBezTo>
                <a:cubicBezTo>
                  <a:pt x="1178964" y="2123026"/>
                  <a:pt x="1260199" y="1908547"/>
                  <a:pt x="1328015" y="1812920"/>
                </a:cubicBezTo>
                <a:cubicBezTo>
                  <a:pt x="1222115" y="1647651"/>
                  <a:pt x="1255483" y="1756375"/>
                  <a:pt x="1234998" y="1431771"/>
                </a:cubicBezTo>
                <a:cubicBezTo>
                  <a:pt x="1331609" y="922504"/>
                  <a:pt x="1719145" y="812633"/>
                  <a:pt x="2217373" y="891303"/>
                </a:cubicBezTo>
                <a:cubicBezTo>
                  <a:pt x="2693518" y="1016895"/>
                  <a:pt x="2787642" y="1344599"/>
                  <a:pt x="2783502" y="1606823"/>
                </a:cubicBezTo>
                <a:cubicBezTo>
                  <a:pt x="2771081" y="1743454"/>
                  <a:pt x="2679609" y="2064482"/>
                  <a:pt x="2456028" y="2225955"/>
                </a:cubicBezTo>
                <a:cubicBezTo>
                  <a:pt x="2192422" y="2399851"/>
                  <a:pt x="2004893" y="2209395"/>
                  <a:pt x="2026974" y="2018938"/>
                </a:cubicBezTo>
                <a:cubicBezTo>
                  <a:pt x="2072519" y="1810540"/>
                  <a:pt x="2086043" y="1754994"/>
                  <a:pt x="2135727" y="1554876"/>
                </a:cubicBezTo>
                <a:cubicBezTo>
                  <a:pt x="2195073" y="1382360"/>
                  <a:pt x="2084273" y="1259912"/>
                  <a:pt x="1915898" y="1219889"/>
                </a:cubicBezTo>
                <a:cubicBezTo>
                  <a:pt x="1750283" y="1186766"/>
                  <a:pt x="1626460" y="1331294"/>
                  <a:pt x="1589196" y="1434803"/>
                </a:cubicBezTo>
                <a:cubicBezTo>
                  <a:pt x="1499489" y="1732912"/>
                  <a:pt x="1614533" y="1824000"/>
                  <a:pt x="1574511" y="1939931"/>
                </a:cubicBezTo>
                <a:cubicBezTo>
                  <a:pt x="1332991" y="2671400"/>
                  <a:pt x="1220920" y="3468343"/>
                  <a:pt x="1339611" y="3487664"/>
                </a:cubicBezTo>
                <a:cubicBezTo>
                  <a:pt x="1434840" y="3497327"/>
                  <a:pt x="1730357" y="3129057"/>
                  <a:pt x="1887692" y="2422431"/>
                </a:cubicBezTo>
                <a:cubicBezTo>
                  <a:pt x="1985681" y="2531460"/>
                  <a:pt x="2093439" y="2747804"/>
                  <a:pt x="2336342" y="2720202"/>
                </a:cubicBezTo>
                <a:cubicBezTo>
                  <a:pt x="2693796" y="2666377"/>
                  <a:pt x="3092265" y="2401394"/>
                  <a:pt x="3176454" y="1627140"/>
                </a:cubicBezTo>
                <a:cubicBezTo>
                  <a:pt x="3254038" y="999456"/>
                  <a:pt x="2816023" y="430731"/>
                  <a:pt x="1979373" y="472350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526" name="Rounded Rectangle 8"/>
          <p:cNvSpPr/>
          <p:nvPr/>
        </p:nvSpPr>
        <p:spPr>
          <a:xfrm>
            <a:off x="4436280" y="5634720"/>
            <a:ext cx="519120" cy="518760"/>
          </a:xfrm>
          <a:custGeom>
            <a:avLst/>
            <a:gdLst>
              <a:gd name="textAreaLeft" fmla="*/ 0 w 519120"/>
              <a:gd name="textAreaRight" fmla="*/ 519480 w 519120"/>
              <a:gd name="textAreaTop" fmla="*/ 0 h 518760"/>
              <a:gd name="textAreaBottom" fmla="*/ 519120 h 518760"/>
            </a:gdLst>
            <a:ahLst/>
            <a:rect l="textAreaLeft" t="textAreaTop" r="textAreaRight" b="textAreaBottom"/>
            <a:pathLst>
              <a:path w="3888432" h="3960440">
                <a:moveTo>
                  <a:pt x="554477" y="1512168"/>
                </a:moveTo>
                <a:lnTo>
                  <a:pt x="554477" y="3312368"/>
                </a:lnTo>
                <a:lnTo>
                  <a:pt x="1201638" y="3312368"/>
                </a:lnTo>
                <a:lnTo>
                  <a:pt x="1201638" y="1512168"/>
                </a:lnTo>
                <a:lnTo>
                  <a:pt x="554477" y="1512168"/>
                </a:lnTo>
                <a:close/>
                <a:moveTo>
                  <a:pt x="2840340" y="1479943"/>
                </a:moveTo>
                <a:cubicBezTo>
                  <a:pt x="2293254" y="1484797"/>
                  <a:pt x="2254084" y="1780470"/>
                  <a:pt x="2136833" y="1785510"/>
                </a:cubicBezTo>
                <a:lnTo>
                  <a:pt x="2136833" y="1510185"/>
                </a:lnTo>
                <a:lnTo>
                  <a:pt x="1489672" y="1510185"/>
                </a:lnTo>
                <a:lnTo>
                  <a:pt x="1489672" y="3310385"/>
                </a:lnTo>
                <a:lnTo>
                  <a:pt x="2136833" y="3310385"/>
                </a:lnTo>
                <a:cubicBezTo>
                  <a:pt x="2140283" y="2925445"/>
                  <a:pt x="2133383" y="2560917"/>
                  <a:pt x="2147184" y="2155564"/>
                </a:cubicBezTo>
                <a:cubicBezTo>
                  <a:pt x="2187272" y="1842063"/>
                  <a:pt x="2668986" y="1938990"/>
                  <a:pt x="2673919" y="2138897"/>
                </a:cubicBezTo>
                <a:lnTo>
                  <a:pt x="2679688" y="3312366"/>
                </a:lnTo>
                <a:lnTo>
                  <a:pt x="3326849" y="3312366"/>
                </a:lnTo>
                <a:cubicBezTo>
                  <a:pt x="3329155" y="2917782"/>
                  <a:pt x="3331462" y="2523197"/>
                  <a:pt x="3333768" y="2128613"/>
                </a:cubicBezTo>
                <a:cubicBezTo>
                  <a:pt x="3339026" y="1942962"/>
                  <a:pt x="3184753" y="1475890"/>
                  <a:pt x="2840340" y="1479943"/>
                </a:cubicBezTo>
                <a:close/>
                <a:moveTo>
                  <a:pt x="878058" y="648072"/>
                </a:moveTo>
                <a:cubicBezTo>
                  <a:pt x="699349" y="648072"/>
                  <a:pt x="554477" y="792944"/>
                  <a:pt x="554477" y="971653"/>
                </a:cubicBezTo>
                <a:cubicBezTo>
                  <a:pt x="554477" y="1150362"/>
                  <a:pt x="699349" y="1295234"/>
                  <a:pt x="878058" y="1295234"/>
                </a:cubicBezTo>
                <a:cubicBezTo>
                  <a:pt x="1056767" y="1295234"/>
                  <a:pt x="1201639" y="1150362"/>
                  <a:pt x="1201639" y="971653"/>
                </a:cubicBezTo>
                <a:cubicBezTo>
                  <a:pt x="1201639" y="792944"/>
                  <a:pt x="1056767" y="648072"/>
                  <a:pt x="878058" y="648072"/>
                </a:cubicBezTo>
                <a:close/>
                <a:moveTo>
                  <a:pt x="333511" y="0"/>
                </a:moveTo>
                <a:lnTo>
                  <a:pt x="3554921" y="0"/>
                </a:lnTo>
                <a:cubicBezTo>
                  <a:pt x="3739114" y="0"/>
                  <a:pt x="3888432" y="149318"/>
                  <a:pt x="3888432" y="333511"/>
                </a:cubicBezTo>
                <a:lnTo>
                  <a:pt x="3888432" y="3626929"/>
                </a:lnTo>
                <a:cubicBezTo>
                  <a:pt x="3888432" y="3811122"/>
                  <a:pt x="3739114" y="3960440"/>
                  <a:pt x="3554921" y="3960440"/>
                </a:cubicBezTo>
                <a:lnTo>
                  <a:pt x="333511" y="3960440"/>
                </a:lnTo>
                <a:cubicBezTo>
                  <a:pt x="149318" y="3960440"/>
                  <a:pt x="0" y="3811122"/>
                  <a:pt x="0" y="3626929"/>
                </a:cubicBezTo>
                <a:lnTo>
                  <a:pt x="0" y="333511"/>
                </a:lnTo>
                <a:cubicBezTo>
                  <a:pt x="0" y="149318"/>
                  <a:pt x="149318" y="0"/>
                  <a:pt x="3335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527" name="Rounded Rectangle 2"/>
          <p:cNvSpPr/>
          <p:nvPr/>
        </p:nvSpPr>
        <p:spPr>
          <a:xfrm>
            <a:off x="6971400" y="5634720"/>
            <a:ext cx="518760" cy="518760"/>
          </a:xfrm>
          <a:custGeom>
            <a:avLst/>
            <a:gdLst>
              <a:gd name="textAreaLeft" fmla="*/ 0 w 518760"/>
              <a:gd name="textAreaRight" fmla="*/ 519120 w 518760"/>
              <a:gd name="textAreaTop" fmla="*/ 0 h 518760"/>
              <a:gd name="textAreaBottom" fmla="*/ 519120 h 518760"/>
            </a:gdLst>
            <a:ahLst/>
            <a:rect l="textAreaLeft" t="textAreaTop" r="textAreaRight" b="textAreaBottom"/>
            <a:pathLst>
              <a:path w="3960000" h="3960000">
                <a:moveTo>
                  <a:pt x="3160999" y="1374274"/>
                </a:moveTo>
                <a:lnTo>
                  <a:pt x="3155132" y="1419362"/>
                </a:lnTo>
                <a:lnTo>
                  <a:pt x="3160999" y="1374274"/>
                </a:lnTo>
                <a:close/>
                <a:moveTo>
                  <a:pt x="2496208" y="770986"/>
                </a:moveTo>
                <a:cubicBezTo>
                  <a:pt x="2113414" y="770986"/>
                  <a:pt x="1929581" y="1106902"/>
                  <a:pt x="1921633" y="1292845"/>
                </a:cubicBezTo>
                <a:cubicBezTo>
                  <a:pt x="1914712" y="1454769"/>
                  <a:pt x="1928136" y="1522392"/>
                  <a:pt x="1942445" y="1570340"/>
                </a:cubicBezTo>
                <a:cubicBezTo>
                  <a:pt x="1547199" y="1510736"/>
                  <a:pt x="1237189" y="1330681"/>
                  <a:pt x="815277" y="836121"/>
                </a:cubicBezTo>
                <a:cubicBezTo>
                  <a:pt x="618819" y="1229038"/>
                  <a:pt x="733086" y="1558961"/>
                  <a:pt x="965659" y="1735195"/>
                </a:cubicBezTo>
                <a:cubicBezTo>
                  <a:pt x="864541" y="1716416"/>
                  <a:pt x="662904" y="1695759"/>
                  <a:pt x="570453" y="1629310"/>
                </a:cubicBezTo>
                <a:cubicBezTo>
                  <a:pt x="597898" y="2016450"/>
                  <a:pt x="990931" y="2177657"/>
                  <a:pt x="1196057" y="2257108"/>
                </a:cubicBezTo>
                <a:cubicBezTo>
                  <a:pt x="1113718" y="2275887"/>
                  <a:pt x="943857" y="2321380"/>
                  <a:pt x="813848" y="2296824"/>
                </a:cubicBezTo>
                <a:cubicBezTo>
                  <a:pt x="926523" y="2634848"/>
                  <a:pt x="1326064" y="2611755"/>
                  <a:pt x="1486410" y="2607420"/>
                </a:cubicBezTo>
                <a:cubicBezTo>
                  <a:pt x="1297174" y="2749708"/>
                  <a:pt x="1000058" y="2795794"/>
                  <a:pt x="489408" y="2829018"/>
                </a:cubicBezTo>
                <a:cubicBezTo>
                  <a:pt x="914827" y="3139596"/>
                  <a:pt x="1734874" y="3242281"/>
                  <a:pt x="2062787" y="3146219"/>
                </a:cubicBezTo>
                <a:cubicBezTo>
                  <a:pt x="2763394" y="2903535"/>
                  <a:pt x="2915370" y="2621267"/>
                  <a:pt x="3074271" y="2105563"/>
                </a:cubicBezTo>
                <a:cubicBezTo>
                  <a:pt x="3173740" y="1733406"/>
                  <a:pt x="3145310" y="1648999"/>
                  <a:pt x="3207849" y="1493166"/>
                </a:cubicBezTo>
                <a:cubicBezTo>
                  <a:pt x="3270388" y="1337333"/>
                  <a:pt x="3414210" y="1276468"/>
                  <a:pt x="3449507" y="1170564"/>
                </a:cubicBezTo>
                <a:cubicBezTo>
                  <a:pt x="3349883" y="1192977"/>
                  <a:pt x="3252716" y="1239516"/>
                  <a:pt x="3140091" y="1227260"/>
                </a:cubicBezTo>
                <a:cubicBezTo>
                  <a:pt x="3219995" y="1183499"/>
                  <a:pt x="3274317" y="996523"/>
                  <a:pt x="3324107" y="851504"/>
                </a:cubicBezTo>
                <a:cubicBezTo>
                  <a:pt x="3215037" y="921165"/>
                  <a:pt x="3152155" y="998691"/>
                  <a:pt x="2995677" y="1008938"/>
                </a:cubicBezTo>
                <a:cubicBezTo>
                  <a:pt x="2884471" y="881691"/>
                  <a:pt x="2678487" y="770986"/>
                  <a:pt x="2496208" y="770986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528" name="Rounded Rectangle 3"/>
          <p:cNvSpPr/>
          <p:nvPr/>
        </p:nvSpPr>
        <p:spPr>
          <a:xfrm>
            <a:off x="6121440" y="5634720"/>
            <a:ext cx="518760" cy="518760"/>
          </a:xfrm>
          <a:custGeom>
            <a:avLst/>
            <a:gdLst>
              <a:gd name="textAreaLeft" fmla="*/ 0 w 518760"/>
              <a:gd name="textAreaRight" fmla="*/ 519120 w 518760"/>
              <a:gd name="textAreaTop" fmla="*/ 0 h 518760"/>
              <a:gd name="textAreaBottom" fmla="*/ 519120 h 518760"/>
            </a:gdLst>
            <a:ahLst/>
            <a:rect l="textAreaLeft" t="textAreaTop" r="textAreaRight" b="textAreaBottom"/>
            <a:pathLst>
              <a:path w="3960000" h="3960000">
                <a:moveTo>
                  <a:pt x="2841893" y="181064"/>
                </a:moveTo>
                <a:cubicBezTo>
                  <a:pt x="2485731" y="190239"/>
                  <a:pt x="2106781" y="339266"/>
                  <a:pt x="2105790" y="859562"/>
                </a:cubicBezTo>
                <a:lnTo>
                  <a:pt x="2106860" y="863292"/>
                </a:lnTo>
                <a:lnTo>
                  <a:pt x="2106860" y="1248172"/>
                </a:lnTo>
                <a:lnTo>
                  <a:pt x="1691968" y="1248172"/>
                </a:lnTo>
                <a:lnTo>
                  <a:pt x="1691968" y="1824236"/>
                </a:lnTo>
                <a:lnTo>
                  <a:pt x="2106860" y="1824236"/>
                </a:lnTo>
                <a:lnTo>
                  <a:pt x="2106860" y="3779396"/>
                </a:lnTo>
                <a:lnTo>
                  <a:pt x="2754932" y="3779396"/>
                </a:lnTo>
                <a:lnTo>
                  <a:pt x="2754932" y="1824236"/>
                </a:lnTo>
                <a:lnTo>
                  <a:pt x="3305869" y="1813665"/>
                </a:lnTo>
                <a:lnTo>
                  <a:pt x="3348152" y="1248172"/>
                </a:lnTo>
                <a:lnTo>
                  <a:pt x="2754932" y="1248172"/>
                </a:lnTo>
                <a:lnTo>
                  <a:pt x="2754932" y="907124"/>
                </a:lnTo>
                <a:cubicBezTo>
                  <a:pt x="2746287" y="682909"/>
                  <a:pt x="3126764" y="685506"/>
                  <a:pt x="3369037" y="704441"/>
                </a:cubicBezTo>
                <a:cubicBezTo>
                  <a:pt x="3391941" y="556446"/>
                  <a:pt x="3409927" y="381656"/>
                  <a:pt x="3410216" y="195189"/>
                </a:cubicBezTo>
                <a:cubicBezTo>
                  <a:pt x="3239930" y="163882"/>
                  <a:pt x="3118909" y="173928"/>
                  <a:pt x="2841893" y="181064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529" name="Rounded Rectangle 10"/>
          <p:cNvSpPr/>
          <p:nvPr/>
        </p:nvSpPr>
        <p:spPr>
          <a:xfrm>
            <a:off x="7836480" y="5624280"/>
            <a:ext cx="520920" cy="529560"/>
          </a:xfrm>
          <a:custGeom>
            <a:avLst/>
            <a:gdLst>
              <a:gd name="textAreaLeft" fmla="*/ 0 w 520920"/>
              <a:gd name="textAreaRight" fmla="*/ 521280 w 520920"/>
              <a:gd name="textAreaTop" fmla="*/ 0 h 529560"/>
              <a:gd name="textAreaBottom" fmla="*/ 529920 h 529560"/>
            </a:gdLst>
            <a:ahLst/>
            <a:rect l="textAreaLeft" t="textAreaTop" r="textAreaRight" b="textAreaBottom"/>
            <a:pathLst>
              <a:path w="3186824" h="3240000">
                <a:moveTo>
                  <a:pt x="2141174" y="1384899"/>
                </a:moveTo>
                <a:lnTo>
                  <a:pt x="2141174" y="1528887"/>
                </a:lnTo>
                <a:lnTo>
                  <a:pt x="1997174" y="1528887"/>
                </a:lnTo>
                <a:lnTo>
                  <a:pt x="1997174" y="1744911"/>
                </a:lnTo>
                <a:lnTo>
                  <a:pt x="2141174" y="1744911"/>
                </a:lnTo>
                <a:lnTo>
                  <a:pt x="2141174" y="1888899"/>
                </a:lnTo>
                <a:lnTo>
                  <a:pt x="2357174" y="1888899"/>
                </a:lnTo>
                <a:lnTo>
                  <a:pt x="2357174" y="1744911"/>
                </a:lnTo>
                <a:lnTo>
                  <a:pt x="2501174" y="1744911"/>
                </a:lnTo>
                <a:lnTo>
                  <a:pt x="2501174" y="1528887"/>
                </a:lnTo>
                <a:lnTo>
                  <a:pt x="2357174" y="1528887"/>
                </a:lnTo>
                <a:lnTo>
                  <a:pt x="2357174" y="1384899"/>
                </a:lnTo>
                <a:close/>
                <a:moveTo>
                  <a:pt x="1286582" y="1008157"/>
                </a:moveTo>
                <a:cubicBezTo>
                  <a:pt x="1148208" y="1006486"/>
                  <a:pt x="1009270" y="1051569"/>
                  <a:pt x="894997" y="1143711"/>
                </a:cubicBezTo>
                <a:cubicBezTo>
                  <a:pt x="666451" y="1327995"/>
                  <a:pt x="600947" y="1648602"/>
                  <a:pt x="738892" y="1907765"/>
                </a:cubicBezTo>
                <a:cubicBezTo>
                  <a:pt x="876837" y="2166928"/>
                  <a:pt x="1179371" y="2291639"/>
                  <a:pt x="1459875" y="2204971"/>
                </a:cubicBezTo>
                <a:cubicBezTo>
                  <a:pt x="1676459" y="2138053"/>
                  <a:pt x="1832801" y="1959669"/>
                  <a:pt x="1876637" y="1747242"/>
                </a:cubicBezTo>
                <a:lnTo>
                  <a:pt x="1879565" y="1747242"/>
                </a:lnTo>
                <a:lnTo>
                  <a:pt x="1879565" y="1728291"/>
                </a:lnTo>
                <a:cubicBezTo>
                  <a:pt x="1891883" y="1671800"/>
                  <a:pt x="1894168" y="1612713"/>
                  <a:pt x="1887545" y="1552862"/>
                </a:cubicBezTo>
                <a:lnTo>
                  <a:pt x="1879565" y="1553745"/>
                </a:lnTo>
                <a:lnTo>
                  <a:pt x="1879565" y="1531218"/>
                </a:lnTo>
                <a:lnTo>
                  <a:pt x="1231565" y="1531218"/>
                </a:lnTo>
                <a:lnTo>
                  <a:pt x="1231565" y="1747242"/>
                </a:lnTo>
                <a:lnTo>
                  <a:pt x="1565835" y="1747242"/>
                </a:lnTo>
                <a:cubicBezTo>
                  <a:pt x="1530201" y="1827940"/>
                  <a:pt x="1460959" y="1892348"/>
                  <a:pt x="1371795" y="1919897"/>
                </a:cubicBezTo>
                <a:cubicBezTo>
                  <a:pt x="1228031" y="1964316"/>
                  <a:pt x="1072976" y="1900399"/>
                  <a:pt x="1002277" y="1767573"/>
                </a:cubicBezTo>
                <a:cubicBezTo>
                  <a:pt x="931578" y="1634747"/>
                  <a:pt x="965150" y="1470429"/>
                  <a:pt x="1082284" y="1375980"/>
                </a:cubicBezTo>
                <a:cubicBezTo>
                  <a:pt x="1199418" y="1281531"/>
                  <a:pt x="1367118" y="1283556"/>
                  <a:pt x="1481937" y="1380807"/>
                </a:cubicBezTo>
                <a:lnTo>
                  <a:pt x="1674778" y="1153129"/>
                </a:lnTo>
                <a:cubicBezTo>
                  <a:pt x="1562764" y="1058254"/>
                  <a:pt x="1424955" y="1009828"/>
                  <a:pt x="1286582" y="1008157"/>
                </a:cubicBezTo>
                <a:close/>
                <a:moveTo>
                  <a:pt x="293028" y="0"/>
                </a:moveTo>
                <a:lnTo>
                  <a:pt x="2893796" y="0"/>
                </a:lnTo>
                <a:cubicBezTo>
                  <a:pt x="3055631" y="0"/>
                  <a:pt x="3186824" y="131193"/>
                  <a:pt x="3186824" y="293028"/>
                </a:cubicBezTo>
                <a:lnTo>
                  <a:pt x="3186824" y="2946972"/>
                </a:lnTo>
                <a:cubicBezTo>
                  <a:pt x="3186824" y="3108807"/>
                  <a:pt x="3055631" y="3240000"/>
                  <a:pt x="2893796" y="3240000"/>
                </a:cubicBezTo>
                <a:lnTo>
                  <a:pt x="293028" y="3240000"/>
                </a:lnTo>
                <a:cubicBezTo>
                  <a:pt x="131193" y="3240000"/>
                  <a:pt x="0" y="3108807"/>
                  <a:pt x="0" y="2946972"/>
                </a:cubicBezTo>
                <a:lnTo>
                  <a:pt x="0" y="293028"/>
                </a:lnTo>
                <a:cubicBezTo>
                  <a:pt x="0" y="131193"/>
                  <a:pt x="131193" y="0"/>
                  <a:pt x="2930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30" name="Block Arc 6"/>
          <p:cNvSpPr/>
          <p:nvPr/>
        </p:nvSpPr>
        <p:spPr>
          <a:xfrm>
            <a:off x="8625960" y="5660640"/>
            <a:ext cx="488160" cy="492840"/>
          </a:xfrm>
          <a:custGeom>
            <a:avLst/>
            <a:gdLst>
              <a:gd name="textAreaLeft" fmla="*/ 0 w 488160"/>
              <a:gd name="textAreaRight" fmla="*/ 488520 w 488160"/>
              <a:gd name="textAreaTop" fmla="*/ 0 h 492840"/>
              <a:gd name="textAreaBottom" fmla="*/ 493200 h 492840"/>
            </a:gdLst>
            <a:ahLst/>
            <a:rect l="textAreaLeft" t="textAreaTop" r="textAreaRight" b="textAreaBottom"/>
            <a:pathLst>
              <a:path w="3189723" h="3221116">
                <a:moveTo>
                  <a:pt x="2664630" y="2175617"/>
                </a:moveTo>
                <a:lnTo>
                  <a:pt x="2658205" y="2178566"/>
                </a:lnTo>
                <a:cubicBezTo>
                  <a:pt x="2662222" y="2175972"/>
                  <a:pt x="2664284" y="2175096"/>
                  <a:pt x="2664630" y="2175617"/>
                </a:cubicBezTo>
                <a:close/>
                <a:moveTo>
                  <a:pt x="1477043" y="1144372"/>
                </a:moveTo>
                <a:lnTo>
                  <a:pt x="1409070" y="1159393"/>
                </a:lnTo>
                <a:cubicBezTo>
                  <a:pt x="1167974" y="1216277"/>
                  <a:pt x="1134894" y="1538245"/>
                  <a:pt x="1152384" y="1703728"/>
                </a:cubicBezTo>
                <a:cubicBezTo>
                  <a:pt x="1169874" y="1869211"/>
                  <a:pt x="1272747" y="2156947"/>
                  <a:pt x="1514013" y="2152290"/>
                </a:cubicBezTo>
                <a:cubicBezTo>
                  <a:pt x="1680659" y="2149073"/>
                  <a:pt x="1865876" y="1940767"/>
                  <a:pt x="1850815" y="1654259"/>
                </a:cubicBezTo>
                <a:cubicBezTo>
                  <a:pt x="1844015" y="1608142"/>
                  <a:pt x="1837162" y="1561942"/>
                  <a:pt x="1830467" y="1515986"/>
                </a:cubicBezTo>
                <a:cubicBezTo>
                  <a:pt x="1779361" y="1292438"/>
                  <a:pt x="1635542" y="1134285"/>
                  <a:pt x="1477043" y="1144372"/>
                </a:cubicBezTo>
                <a:close/>
                <a:moveTo>
                  <a:pt x="1651152" y="501"/>
                </a:moveTo>
                <a:cubicBezTo>
                  <a:pt x="1977584" y="8635"/>
                  <a:pt x="2235425" y="52153"/>
                  <a:pt x="2580395" y="324821"/>
                </a:cubicBezTo>
                <a:cubicBezTo>
                  <a:pt x="3000061" y="656529"/>
                  <a:pt x="3430704" y="1549940"/>
                  <a:pt x="3030464" y="2249544"/>
                </a:cubicBezTo>
                <a:cubicBezTo>
                  <a:pt x="2882259" y="2451798"/>
                  <a:pt x="2785813" y="2507403"/>
                  <a:pt x="2585849" y="2588887"/>
                </a:cubicBezTo>
                <a:cubicBezTo>
                  <a:pt x="2194785" y="2615774"/>
                  <a:pt x="1984876" y="2478759"/>
                  <a:pt x="1973374" y="2195096"/>
                </a:cubicBezTo>
                <a:cubicBezTo>
                  <a:pt x="1841986" y="2496540"/>
                  <a:pt x="1610941" y="2555551"/>
                  <a:pt x="1390827" y="2527630"/>
                </a:cubicBezTo>
                <a:cubicBezTo>
                  <a:pt x="1131071" y="2494680"/>
                  <a:pt x="853863" y="2136270"/>
                  <a:pt x="783896" y="1665044"/>
                </a:cubicBezTo>
                <a:cubicBezTo>
                  <a:pt x="715204" y="1202409"/>
                  <a:pt x="991941" y="900416"/>
                  <a:pt x="1268509" y="819983"/>
                </a:cubicBezTo>
                <a:cubicBezTo>
                  <a:pt x="1288264" y="814237"/>
                  <a:pt x="1308391" y="810536"/>
                  <a:pt x="1328805" y="807930"/>
                </a:cubicBezTo>
                <a:cubicBezTo>
                  <a:pt x="1349219" y="805325"/>
                  <a:pt x="1369921" y="803817"/>
                  <a:pt x="1390827" y="802457"/>
                </a:cubicBezTo>
                <a:cubicBezTo>
                  <a:pt x="1416795" y="800769"/>
                  <a:pt x="1355770" y="788713"/>
                  <a:pt x="1462242" y="801708"/>
                </a:cubicBezTo>
                <a:cubicBezTo>
                  <a:pt x="1599590" y="818472"/>
                  <a:pt x="1776043" y="890774"/>
                  <a:pt x="1956122" y="1110076"/>
                </a:cubicBezTo>
                <a:lnTo>
                  <a:pt x="1973374" y="875315"/>
                </a:lnTo>
                <a:lnTo>
                  <a:pt x="2333414" y="875315"/>
                </a:lnTo>
                <a:cubicBezTo>
                  <a:pt x="2330539" y="1325736"/>
                  <a:pt x="2327663" y="1603628"/>
                  <a:pt x="2324788" y="2054049"/>
                </a:cubicBezTo>
                <a:cubicBezTo>
                  <a:pt x="2290850" y="2479718"/>
                  <a:pt x="2627788" y="2217580"/>
                  <a:pt x="2661746" y="2179658"/>
                </a:cubicBezTo>
                <a:lnTo>
                  <a:pt x="2691046" y="2188689"/>
                </a:lnTo>
                <a:lnTo>
                  <a:pt x="2667011" y="2175828"/>
                </a:lnTo>
                <a:cubicBezTo>
                  <a:pt x="2945550" y="1655295"/>
                  <a:pt x="2803444" y="1009445"/>
                  <a:pt x="2332141" y="653899"/>
                </a:cubicBezTo>
                <a:cubicBezTo>
                  <a:pt x="1860838" y="298353"/>
                  <a:pt x="1200794" y="339069"/>
                  <a:pt x="776764" y="749845"/>
                </a:cubicBezTo>
                <a:cubicBezTo>
                  <a:pt x="352733" y="1160621"/>
                  <a:pt x="291083" y="1819040"/>
                  <a:pt x="631487" y="2301392"/>
                </a:cubicBezTo>
                <a:cubicBezTo>
                  <a:pt x="971891" y="2783745"/>
                  <a:pt x="1612904" y="2946283"/>
                  <a:pt x="2142017" y="2684410"/>
                </a:cubicBezTo>
                <a:lnTo>
                  <a:pt x="2324866" y="3053856"/>
                </a:lnTo>
                <a:cubicBezTo>
                  <a:pt x="1613730" y="3405817"/>
                  <a:pt x="752200" y="3187363"/>
                  <a:pt x="294693" y="2539075"/>
                </a:cubicBezTo>
                <a:cubicBezTo>
                  <a:pt x="-162814" y="1890787"/>
                  <a:pt x="-79956" y="1005863"/>
                  <a:pt x="489947" y="453774"/>
                </a:cubicBezTo>
                <a:cubicBezTo>
                  <a:pt x="810518" y="143225"/>
                  <a:pt x="1231454" y="-9956"/>
                  <a:pt x="1651152" y="50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531" name="Left Arrow 1"/>
          <p:cNvSpPr/>
          <p:nvPr/>
        </p:nvSpPr>
        <p:spPr>
          <a:xfrm>
            <a:off x="11089080" y="5624280"/>
            <a:ext cx="543960" cy="529560"/>
          </a:xfrm>
          <a:custGeom>
            <a:avLst/>
            <a:gdLst>
              <a:gd name="textAreaLeft" fmla="*/ 0 w 543960"/>
              <a:gd name="textAreaRight" fmla="*/ 544320 w 543960"/>
              <a:gd name="textAreaTop" fmla="*/ 0 h 529560"/>
              <a:gd name="textAreaBottom" fmla="*/ 529920 h 529560"/>
            </a:gdLst>
            <a:ahLst/>
            <a:rect l="textAreaLeft" t="textAreaTop" r="textAreaRight" b="textAreaBottom"/>
            <a:pathLst>
              <a:path w="3306630" h="3218379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32" name="Oval 35"/>
          <p:cNvSpPr/>
          <p:nvPr/>
        </p:nvSpPr>
        <p:spPr>
          <a:xfrm>
            <a:off x="10359360" y="5625360"/>
            <a:ext cx="425880" cy="537120"/>
          </a:xfrm>
          <a:custGeom>
            <a:avLst/>
            <a:gdLst>
              <a:gd name="textAreaLeft" fmla="*/ 0 w 425880"/>
              <a:gd name="textAreaRight" fmla="*/ 426240 w 425880"/>
              <a:gd name="textAreaTop" fmla="*/ 0 h 537120"/>
              <a:gd name="textAreaBottom" fmla="*/ 537480 h 537120"/>
            </a:gdLst>
            <a:ahLst/>
            <a:rect l="textAreaLeft" t="textAreaTop" r="textAreaRight" b="textAreaBottom"/>
            <a:pathLst>
              <a:path w="2548531" h="3213371">
                <a:moveTo>
                  <a:pt x="792000" y="2498954"/>
                </a:moveTo>
                <a:lnTo>
                  <a:pt x="792000" y="2641726"/>
                </a:lnTo>
                <a:cubicBezTo>
                  <a:pt x="463357" y="2661706"/>
                  <a:pt x="216000" y="2748872"/>
                  <a:pt x="216000" y="2853371"/>
                </a:cubicBezTo>
                <a:cubicBezTo>
                  <a:pt x="216000" y="2972665"/>
                  <a:pt x="538355" y="3069371"/>
                  <a:pt x="936000" y="3069371"/>
                </a:cubicBezTo>
                <a:cubicBezTo>
                  <a:pt x="1333645" y="3069371"/>
                  <a:pt x="1656000" y="2972665"/>
                  <a:pt x="1656000" y="2853371"/>
                </a:cubicBezTo>
                <a:cubicBezTo>
                  <a:pt x="1656000" y="2748872"/>
                  <a:pt x="1408644" y="2661706"/>
                  <a:pt x="1080000" y="2641726"/>
                </a:cubicBezTo>
                <a:lnTo>
                  <a:pt x="1080000" y="2498954"/>
                </a:lnTo>
                <a:cubicBezTo>
                  <a:pt x="1528614" y="2524263"/>
                  <a:pt x="1872000" y="2673393"/>
                  <a:pt x="1872000" y="2853371"/>
                </a:cubicBezTo>
                <a:cubicBezTo>
                  <a:pt x="1872000" y="3052194"/>
                  <a:pt x="1452939" y="3213371"/>
                  <a:pt x="936000" y="3213371"/>
                </a:cubicBezTo>
                <a:cubicBezTo>
                  <a:pt x="419061" y="3213371"/>
                  <a:pt x="0" y="3052194"/>
                  <a:pt x="0" y="2853371"/>
                </a:cubicBezTo>
                <a:cubicBezTo>
                  <a:pt x="0" y="2673393"/>
                  <a:pt x="343386" y="2524263"/>
                  <a:pt x="792000" y="2498954"/>
                </a:cubicBezTo>
                <a:close/>
                <a:moveTo>
                  <a:pt x="2190403" y="180020"/>
                </a:moveTo>
                <a:cubicBezTo>
                  <a:pt x="2388233" y="180020"/>
                  <a:pt x="2548531" y="236495"/>
                  <a:pt x="2548531" y="306081"/>
                </a:cubicBezTo>
                <a:lnTo>
                  <a:pt x="2548531" y="1314569"/>
                </a:lnTo>
                <a:cubicBezTo>
                  <a:pt x="2548531" y="1244983"/>
                  <a:pt x="2388233" y="1188508"/>
                  <a:pt x="2190403" y="1188508"/>
                </a:cubicBezTo>
                <a:cubicBezTo>
                  <a:pt x="1992574" y="1188508"/>
                  <a:pt x="1832276" y="1244983"/>
                  <a:pt x="1832276" y="1314569"/>
                </a:cubicBezTo>
                <a:cubicBezTo>
                  <a:pt x="1832276" y="1384155"/>
                  <a:pt x="1671978" y="1440630"/>
                  <a:pt x="1474148" y="1440630"/>
                </a:cubicBezTo>
                <a:cubicBezTo>
                  <a:pt x="1276318" y="1440630"/>
                  <a:pt x="1116020" y="1384155"/>
                  <a:pt x="1116020" y="1314569"/>
                </a:cubicBezTo>
                <a:lnTo>
                  <a:pt x="1116020" y="306081"/>
                </a:lnTo>
                <a:cubicBezTo>
                  <a:pt x="1116020" y="375667"/>
                  <a:pt x="1276318" y="432142"/>
                  <a:pt x="1474148" y="432142"/>
                </a:cubicBezTo>
                <a:cubicBezTo>
                  <a:pt x="1671978" y="432142"/>
                  <a:pt x="1832276" y="375667"/>
                  <a:pt x="1832276" y="306081"/>
                </a:cubicBezTo>
                <a:cubicBezTo>
                  <a:pt x="1832276" y="236495"/>
                  <a:pt x="1992574" y="180020"/>
                  <a:pt x="2190403" y="180020"/>
                </a:cubicBezTo>
                <a:close/>
                <a:moveTo>
                  <a:pt x="936000" y="0"/>
                </a:moveTo>
                <a:cubicBezTo>
                  <a:pt x="1035422" y="0"/>
                  <a:pt x="1116020" y="80598"/>
                  <a:pt x="1116020" y="180020"/>
                </a:cubicBezTo>
                <a:cubicBezTo>
                  <a:pt x="1116020" y="246019"/>
                  <a:pt x="1080504" y="303723"/>
                  <a:pt x="1026000" y="332457"/>
                </a:cubicBezTo>
                <a:lnTo>
                  <a:pt x="1026000" y="2887874"/>
                </a:lnTo>
                <a:lnTo>
                  <a:pt x="846000" y="2887874"/>
                </a:lnTo>
                <a:lnTo>
                  <a:pt x="846000" y="332457"/>
                </a:lnTo>
                <a:cubicBezTo>
                  <a:pt x="791497" y="303723"/>
                  <a:pt x="755980" y="246019"/>
                  <a:pt x="755980" y="180020"/>
                </a:cubicBezTo>
                <a:cubicBezTo>
                  <a:pt x="755980" y="80598"/>
                  <a:pt x="836578" y="0"/>
                  <a:pt x="936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PlaceHolder 1"/>
          <p:cNvSpPr>
            <a:spLocks noGrp="1"/>
          </p:cNvSpPr>
          <p:nvPr>
            <p:ph/>
          </p:nvPr>
        </p:nvSpPr>
        <p:spPr>
          <a:xfrm>
            <a:off x="323640" y="123480"/>
            <a:ext cx="11572920" cy="72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87407"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rial"/>
                <a:ea typeface="Arial Unicode MS"/>
              </a:rPr>
              <a:t>Fully Editable Icon Sets: C</a:t>
            </a:r>
            <a:endParaRPr b="0" lang="en-US" sz="5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34" name="Isosceles Triangle 68"/>
          <p:cNvSpPr/>
          <p:nvPr/>
        </p:nvSpPr>
        <p:spPr>
          <a:xfrm rot="10800000">
            <a:off x="7872480" y="4610520"/>
            <a:ext cx="220320" cy="686880"/>
          </a:xfrm>
          <a:custGeom>
            <a:avLst/>
            <a:gdLst>
              <a:gd name="textAreaLeft" fmla="*/ 0 w 220320"/>
              <a:gd name="textAreaRight" fmla="*/ 220680 w 220320"/>
              <a:gd name="textAreaTop" fmla="*/ 0 h 686880"/>
              <a:gd name="textAreaBottom" fmla="*/ 687240 h 686880"/>
            </a:gdLst>
            <a:ahLst/>
            <a:rect l="textAreaLeft" t="textAreaTop" r="textAreaRight" b="textAreaBottom"/>
            <a:pathLst>
              <a:path w="1040400" h="3240000">
                <a:moveTo>
                  <a:pt x="41345" y="940666"/>
                </a:moveTo>
                <a:lnTo>
                  <a:pt x="1242" y="653403"/>
                </a:lnTo>
                <a:lnTo>
                  <a:pt x="0" y="653403"/>
                </a:lnTo>
                <a:lnTo>
                  <a:pt x="1057" y="652077"/>
                </a:lnTo>
                <a:lnTo>
                  <a:pt x="447" y="647712"/>
                </a:lnTo>
                <a:lnTo>
                  <a:pt x="4531" y="647712"/>
                </a:lnTo>
                <a:lnTo>
                  <a:pt x="520200" y="0"/>
                </a:lnTo>
                <a:lnTo>
                  <a:pt x="659109" y="174478"/>
                </a:lnTo>
                <a:close/>
                <a:moveTo>
                  <a:pt x="101622" y="1372451"/>
                </a:moveTo>
                <a:lnTo>
                  <a:pt x="61820" y="1087335"/>
                </a:lnTo>
                <a:lnTo>
                  <a:pt x="728036" y="261055"/>
                </a:lnTo>
                <a:lnTo>
                  <a:pt x="870500" y="439998"/>
                </a:lnTo>
                <a:lnTo>
                  <a:pt x="860164" y="431664"/>
                </a:lnTo>
                <a:close/>
                <a:moveTo>
                  <a:pt x="161365" y="1800403"/>
                </a:moveTo>
                <a:lnTo>
                  <a:pt x="122098" y="1519120"/>
                </a:lnTo>
                <a:lnTo>
                  <a:pt x="930953" y="515931"/>
                </a:lnTo>
                <a:lnTo>
                  <a:pt x="1035869" y="647712"/>
                </a:lnTo>
                <a:lnTo>
                  <a:pt x="1039954" y="647712"/>
                </a:lnTo>
                <a:lnTo>
                  <a:pt x="1039345" y="652078"/>
                </a:lnTo>
                <a:lnTo>
                  <a:pt x="1040400" y="653403"/>
                </a:lnTo>
                <a:lnTo>
                  <a:pt x="1039160" y="653403"/>
                </a:lnTo>
                <a:lnTo>
                  <a:pt x="1029316" y="723920"/>
                </a:lnTo>
                <a:close/>
                <a:moveTo>
                  <a:pt x="217894" y="2205330"/>
                </a:moveTo>
                <a:lnTo>
                  <a:pt x="181840" y="1947070"/>
                </a:lnTo>
                <a:lnTo>
                  <a:pt x="1000266" y="932012"/>
                </a:lnTo>
                <a:lnTo>
                  <a:pt x="949113" y="1298429"/>
                </a:lnTo>
                <a:close/>
                <a:moveTo>
                  <a:pt x="330192" y="2564220"/>
                </a:moveTo>
                <a:lnTo>
                  <a:pt x="267995" y="2564220"/>
                </a:lnTo>
                <a:lnTo>
                  <a:pt x="237100" y="2342912"/>
                </a:lnTo>
                <a:lnTo>
                  <a:pt x="242309" y="2347112"/>
                </a:lnTo>
                <a:lnTo>
                  <a:pt x="920063" y="1506522"/>
                </a:lnTo>
                <a:lnTo>
                  <a:pt x="865005" y="1900914"/>
                </a:lnTo>
                <a:close/>
                <a:moveTo>
                  <a:pt x="772406" y="2564220"/>
                </a:moveTo>
                <a:lnTo>
                  <a:pt x="468924" y="2564220"/>
                </a:lnTo>
                <a:lnTo>
                  <a:pt x="835955" y="2109008"/>
                </a:lnTo>
                <a:close/>
                <a:moveTo>
                  <a:pt x="892044" y="3240000"/>
                </a:moveTo>
                <a:lnTo>
                  <a:pt x="148356" y="3240000"/>
                </a:lnTo>
                <a:lnTo>
                  <a:pt x="276144" y="2663936"/>
                </a:lnTo>
                <a:lnTo>
                  <a:pt x="764256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35" name="Rectangle 9"/>
          <p:cNvSpPr/>
          <p:nvPr/>
        </p:nvSpPr>
        <p:spPr>
          <a:xfrm>
            <a:off x="8435520" y="4689720"/>
            <a:ext cx="529200" cy="528120"/>
          </a:xfrm>
          <a:custGeom>
            <a:avLst/>
            <a:gdLst>
              <a:gd name="textAreaLeft" fmla="*/ 0 w 529200"/>
              <a:gd name="textAreaRight" fmla="*/ 529560 w 529200"/>
              <a:gd name="textAreaTop" fmla="*/ 0 h 528120"/>
              <a:gd name="textAreaBottom" fmla="*/ 528480 h 528120"/>
            </a:gdLst>
            <a:ahLst/>
            <a:rect l="textAreaLeft" t="textAreaTop" r="textAreaRight" b="textAreaBottom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36" name="Isosceles Triangle 8"/>
          <p:cNvSpPr/>
          <p:nvPr/>
        </p:nvSpPr>
        <p:spPr>
          <a:xfrm rot="16200000">
            <a:off x="4359240" y="3634560"/>
            <a:ext cx="443880" cy="529200"/>
          </a:xfrm>
          <a:custGeom>
            <a:avLst/>
            <a:gdLst>
              <a:gd name="textAreaLeft" fmla="*/ 0 w 443880"/>
              <a:gd name="textAreaRight" fmla="*/ 444240 w 443880"/>
              <a:gd name="textAreaTop" fmla="*/ 0 h 529200"/>
              <a:gd name="textAreaBottom" fmla="*/ 529560 h 529200"/>
            </a:gdLst>
            <a:ahLst/>
            <a:rect l="textAreaLeft" t="textAreaTop" r="textAreaRight" b="textAreaBottom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37" name="Donut 8"/>
          <p:cNvSpPr/>
          <p:nvPr/>
        </p:nvSpPr>
        <p:spPr>
          <a:xfrm>
            <a:off x="9475200" y="3608640"/>
            <a:ext cx="486000" cy="580680"/>
          </a:xfrm>
          <a:custGeom>
            <a:avLst/>
            <a:gdLst>
              <a:gd name="textAreaLeft" fmla="*/ 0 w 486000"/>
              <a:gd name="textAreaRight" fmla="*/ 486360 w 486000"/>
              <a:gd name="textAreaTop" fmla="*/ 0 h 580680"/>
              <a:gd name="textAreaBottom" fmla="*/ 581040 h 580680"/>
            </a:gdLst>
            <a:ahLst/>
            <a:rect l="textAreaLeft" t="textAreaTop" r="textAreaRight" b="textAreaBottom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538" name="Freeform 18"/>
          <p:cNvSpPr/>
          <p:nvPr/>
        </p:nvSpPr>
        <p:spPr>
          <a:xfrm>
            <a:off x="10104840" y="4747680"/>
            <a:ext cx="510840" cy="412200"/>
          </a:xfrm>
          <a:custGeom>
            <a:avLst/>
            <a:gdLst>
              <a:gd name="textAreaLeft" fmla="*/ 0 w 510840"/>
              <a:gd name="textAreaRight" fmla="*/ 511200 w 510840"/>
              <a:gd name="textAreaTop" fmla="*/ 0 h 412200"/>
              <a:gd name="textAreaBottom" fmla="*/ 412560 h 412200"/>
            </a:gdLst>
            <a:ahLst/>
            <a:rect l="textAreaLeft" t="textAreaTop" r="textAreaRight" b="textAreaBottom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39" name="Oval 7"/>
          <p:cNvSpPr/>
          <p:nvPr/>
        </p:nvSpPr>
        <p:spPr>
          <a:xfrm>
            <a:off x="10252440" y="3641760"/>
            <a:ext cx="514080" cy="514080"/>
          </a:xfrm>
          <a:custGeom>
            <a:avLst/>
            <a:gdLst>
              <a:gd name="textAreaLeft" fmla="*/ 0 w 514080"/>
              <a:gd name="textAreaRight" fmla="*/ 514440 w 514080"/>
              <a:gd name="textAreaTop" fmla="*/ 0 h 514080"/>
              <a:gd name="textAreaBottom" fmla="*/ 514440 h 514080"/>
            </a:gdLst>
            <a:ahLst/>
            <a:rect l="textAreaLeft" t="textAreaTop" r="textAreaRight" b="textAreaBottom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40" name="Freeform 20"/>
          <p:cNvSpPr/>
          <p:nvPr/>
        </p:nvSpPr>
        <p:spPr>
          <a:xfrm>
            <a:off x="10998360" y="5652720"/>
            <a:ext cx="536040" cy="572760"/>
          </a:xfrm>
          <a:custGeom>
            <a:avLst/>
            <a:gdLst>
              <a:gd name="textAreaLeft" fmla="*/ 0 w 536040"/>
              <a:gd name="textAreaRight" fmla="*/ 536400 w 536040"/>
              <a:gd name="textAreaTop" fmla="*/ 0 h 572760"/>
              <a:gd name="textAreaBottom" fmla="*/ 573120 h 572760"/>
            </a:gdLst>
            <a:ahLst/>
            <a:rect l="textAreaLeft" t="textAreaTop" r="textAreaRight" b="textAreaBottom"/>
            <a:pathLst>
              <a:path w="2969045" h="3173121">
                <a:moveTo>
                  <a:pt x="1148733" y="3168594"/>
                </a:moveTo>
                <a:cubicBezTo>
                  <a:pt x="-68605" y="2992718"/>
                  <a:pt x="289357" y="2373225"/>
                  <a:pt x="0" y="1749200"/>
                </a:cubicBezTo>
                <a:cubicBezTo>
                  <a:pt x="211718" y="1712379"/>
                  <a:pt x="518500" y="2277611"/>
                  <a:pt x="449559" y="2009927"/>
                </a:cubicBezTo>
                <a:cubicBezTo>
                  <a:pt x="87752" y="952162"/>
                  <a:pt x="1169975" y="921963"/>
                  <a:pt x="826277" y="0"/>
                </a:cubicBezTo>
                <a:cubicBezTo>
                  <a:pt x="1894489" y="60376"/>
                  <a:pt x="1582046" y="1053258"/>
                  <a:pt x="2084415" y="1294704"/>
                </a:cubicBezTo>
                <a:cubicBezTo>
                  <a:pt x="2220765" y="1319082"/>
                  <a:pt x="2384277" y="1207659"/>
                  <a:pt x="2081534" y="711461"/>
                </a:cubicBezTo>
                <a:cubicBezTo>
                  <a:pt x="3844765" y="2025429"/>
                  <a:pt x="2606774" y="3099478"/>
                  <a:pt x="1581537" y="3173121"/>
                </a:cubicBezTo>
                <a:cubicBezTo>
                  <a:pt x="2049242" y="2917586"/>
                  <a:pt x="2204598" y="1824606"/>
                  <a:pt x="1237328" y="1143558"/>
                </a:cubicBezTo>
                <a:cubicBezTo>
                  <a:pt x="1479342" y="1777869"/>
                  <a:pt x="1318476" y="2090782"/>
                  <a:pt x="1162138" y="2408222"/>
                </a:cubicBezTo>
                <a:cubicBezTo>
                  <a:pt x="1159532" y="2246847"/>
                  <a:pt x="1324413" y="1899876"/>
                  <a:pt x="918927" y="1697760"/>
                </a:cubicBezTo>
                <a:cubicBezTo>
                  <a:pt x="1108697" y="2305733"/>
                  <a:pt x="307113" y="2497246"/>
                  <a:pt x="1148733" y="316859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41" name="Rounded Rectangle 25"/>
          <p:cNvSpPr/>
          <p:nvPr/>
        </p:nvSpPr>
        <p:spPr>
          <a:xfrm>
            <a:off x="10972800" y="2640960"/>
            <a:ext cx="586800" cy="429840"/>
          </a:xfrm>
          <a:custGeom>
            <a:avLst/>
            <a:gdLst>
              <a:gd name="textAreaLeft" fmla="*/ 0 w 586800"/>
              <a:gd name="textAreaRight" fmla="*/ 587160 w 586800"/>
              <a:gd name="textAreaTop" fmla="*/ 0 h 429840"/>
              <a:gd name="textAreaBottom" fmla="*/ 430200 h 429840"/>
            </a:gdLst>
            <a:ahLst/>
            <a:rect l="textAreaLeft" t="textAreaTop" r="textAreaRight" b="textAreaBottom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42" name="Block Arc 41"/>
          <p:cNvSpPr/>
          <p:nvPr/>
        </p:nvSpPr>
        <p:spPr>
          <a:xfrm>
            <a:off x="9453960" y="5654160"/>
            <a:ext cx="563040" cy="570240"/>
          </a:xfrm>
          <a:custGeom>
            <a:avLst/>
            <a:gdLst>
              <a:gd name="textAreaLeft" fmla="*/ 0 w 563040"/>
              <a:gd name="textAreaRight" fmla="*/ 563400 w 563040"/>
              <a:gd name="textAreaTop" fmla="*/ 0 h 570240"/>
              <a:gd name="textAreaBottom" fmla="*/ 570600 h 570240"/>
            </a:gdLst>
            <a:ahLst/>
            <a:rect l="textAreaLeft" t="textAreaTop" r="textAreaRight" b="textAreaBottom"/>
            <a:pathLst>
              <a:path w="2844151" h="2880180">
                <a:moveTo>
                  <a:pt x="2390187" y="1502145"/>
                </a:moveTo>
                <a:lnTo>
                  <a:pt x="2844151" y="1530794"/>
                </a:lnTo>
                <a:cubicBezTo>
                  <a:pt x="2804784" y="2154619"/>
                  <a:pt x="2367464" y="2681809"/>
                  <a:pt x="1761650" y="2835749"/>
                </a:cubicBezTo>
                <a:cubicBezTo>
                  <a:pt x="1191486" y="2980631"/>
                  <a:pt x="594633" y="2763755"/>
                  <a:pt x="252983" y="2293680"/>
                </a:cubicBezTo>
                <a:lnTo>
                  <a:pt x="102982" y="2380283"/>
                </a:lnTo>
                <a:lnTo>
                  <a:pt x="104524" y="1603708"/>
                </a:lnTo>
                <a:lnTo>
                  <a:pt x="777828" y="1990661"/>
                </a:lnTo>
                <a:lnTo>
                  <a:pt x="648358" y="2065410"/>
                </a:lnTo>
                <a:cubicBezTo>
                  <a:pt x="886760" y="2358087"/>
                  <a:pt x="1276546" y="2489694"/>
                  <a:pt x="1649627" y="2394891"/>
                </a:cubicBezTo>
                <a:cubicBezTo>
                  <a:pt x="2064076" y="2289577"/>
                  <a:pt x="2363256" y="1928916"/>
                  <a:pt x="2390187" y="1502145"/>
                </a:cubicBezTo>
                <a:close/>
                <a:moveTo>
                  <a:pt x="1424249" y="58"/>
                </a:moveTo>
                <a:cubicBezTo>
                  <a:pt x="1880498" y="-4073"/>
                  <a:pt x="2318325" y="209551"/>
                  <a:pt x="2591169" y="586524"/>
                </a:cubicBezTo>
                <a:lnTo>
                  <a:pt x="2741170" y="499921"/>
                </a:lnTo>
                <a:lnTo>
                  <a:pt x="2739628" y="1276497"/>
                </a:lnTo>
                <a:lnTo>
                  <a:pt x="2066324" y="889544"/>
                </a:lnTo>
                <a:lnTo>
                  <a:pt x="2195793" y="814795"/>
                </a:lnTo>
                <a:cubicBezTo>
                  <a:pt x="1957391" y="522118"/>
                  <a:pt x="1567606" y="390511"/>
                  <a:pt x="1194524" y="485313"/>
                </a:cubicBezTo>
                <a:cubicBezTo>
                  <a:pt x="780075" y="590627"/>
                  <a:pt x="480895" y="951288"/>
                  <a:pt x="453964" y="1378059"/>
                </a:cubicBezTo>
                <a:lnTo>
                  <a:pt x="0" y="1349410"/>
                </a:lnTo>
                <a:cubicBezTo>
                  <a:pt x="39367" y="725585"/>
                  <a:pt x="476687" y="198395"/>
                  <a:pt x="1082501" y="44455"/>
                </a:cubicBezTo>
                <a:cubicBezTo>
                  <a:pt x="1196091" y="15591"/>
                  <a:pt x="1310740" y="1086"/>
                  <a:pt x="1424249" y="5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543" name="Round Same Side Corner Rectangle 11"/>
          <p:cNvSpPr/>
          <p:nvPr/>
        </p:nvSpPr>
        <p:spPr>
          <a:xfrm rot="9900000">
            <a:off x="10208880" y="1535040"/>
            <a:ext cx="579600" cy="492120"/>
          </a:xfrm>
          <a:custGeom>
            <a:avLst/>
            <a:gdLst>
              <a:gd name="textAreaLeft" fmla="*/ 0 w 579600"/>
              <a:gd name="textAreaRight" fmla="*/ 579960 w 579600"/>
              <a:gd name="textAreaTop" fmla="*/ 0 h 492120"/>
              <a:gd name="textAreaBottom" fmla="*/ 492480 h 492120"/>
            </a:gdLst>
            <a:ahLst/>
            <a:rect l="textAreaLeft" t="textAreaTop" r="textAreaRight" b="textAreaBottom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44" name="Donut 39"/>
          <p:cNvSpPr/>
          <p:nvPr/>
        </p:nvSpPr>
        <p:spPr>
          <a:xfrm>
            <a:off x="4246200" y="4665960"/>
            <a:ext cx="575280" cy="575280"/>
          </a:xfrm>
          <a:custGeom>
            <a:avLst/>
            <a:gdLst>
              <a:gd name="textAreaLeft" fmla="*/ 0 w 575280"/>
              <a:gd name="textAreaRight" fmla="*/ 575640 w 575280"/>
              <a:gd name="textAreaTop" fmla="*/ 0 h 575280"/>
              <a:gd name="textAreaBottom" fmla="*/ 575640 h 575280"/>
            </a:gdLst>
            <a:ahLst/>
            <a:rect l="textAreaLeft" t="textAreaTop" r="textAreaRight" b="textAreaBottom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545" name="Freeform 25"/>
          <p:cNvSpPr/>
          <p:nvPr/>
        </p:nvSpPr>
        <p:spPr>
          <a:xfrm>
            <a:off x="8766360" y="3640680"/>
            <a:ext cx="417600" cy="516600"/>
          </a:xfrm>
          <a:custGeom>
            <a:avLst/>
            <a:gdLst>
              <a:gd name="textAreaLeft" fmla="*/ 0 w 417600"/>
              <a:gd name="textAreaRight" fmla="*/ 417960 w 417600"/>
              <a:gd name="textAreaTop" fmla="*/ 0 h 516600"/>
              <a:gd name="textAreaBottom" fmla="*/ 516960 h 516600"/>
            </a:gdLst>
            <a:ahLst/>
            <a:rect l="textAreaLeft" t="textAreaTop" r="textAreaRight" b="textAreaBottom"/>
            <a:pathLst>
              <a:path w="1565431" h="1937121">
                <a:moveTo>
                  <a:pt x="332898" y="199"/>
                </a:moveTo>
                <a:cubicBezTo>
                  <a:pt x="480797" y="-12106"/>
                  <a:pt x="712130" y="551085"/>
                  <a:pt x="532477" y="593021"/>
                </a:cubicBezTo>
                <a:lnTo>
                  <a:pt x="344260" y="645543"/>
                </a:lnTo>
                <a:cubicBezTo>
                  <a:pt x="475639" y="1163599"/>
                  <a:pt x="690666" y="1300897"/>
                  <a:pt x="951847" y="1518960"/>
                </a:cubicBezTo>
                <a:cubicBezTo>
                  <a:pt x="1003138" y="1396518"/>
                  <a:pt x="1042046" y="1291100"/>
                  <a:pt x="1137450" y="1301627"/>
                </a:cubicBezTo>
                <a:cubicBezTo>
                  <a:pt x="1276950" y="1299313"/>
                  <a:pt x="1636332" y="1564228"/>
                  <a:pt x="1553064" y="1689868"/>
                </a:cubicBezTo>
                <a:cubicBezTo>
                  <a:pt x="1389777" y="1941825"/>
                  <a:pt x="1145722" y="1971673"/>
                  <a:pt x="1002627" y="1909214"/>
                </a:cubicBezTo>
                <a:cubicBezTo>
                  <a:pt x="545977" y="1690048"/>
                  <a:pt x="-37590" y="1110316"/>
                  <a:pt x="1901" y="380586"/>
                </a:cubicBezTo>
                <a:cubicBezTo>
                  <a:pt x="36305" y="148891"/>
                  <a:pt x="133416" y="23363"/>
                  <a:pt x="332898" y="1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46" name="Rectangle 36"/>
          <p:cNvSpPr/>
          <p:nvPr/>
        </p:nvSpPr>
        <p:spPr>
          <a:xfrm>
            <a:off x="5164920" y="4708800"/>
            <a:ext cx="585720" cy="489600"/>
          </a:xfrm>
          <a:custGeom>
            <a:avLst/>
            <a:gdLst>
              <a:gd name="textAreaLeft" fmla="*/ 0 w 585720"/>
              <a:gd name="textAreaRight" fmla="*/ 586080 w 585720"/>
              <a:gd name="textAreaTop" fmla="*/ 0 h 489600"/>
              <a:gd name="textAreaBottom" fmla="*/ 489960 h 489600"/>
            </a:gdLst>
            <a:ahLst/>
            <a:rect l="textAreaLeft" t="textAreaTop" r="textAreaRight" b="textAreaBottom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47" name="Rounded Rectangle 27"/>
          <p:cNvSpPr/>
          <p:nvPr/>
        </p:nvSpPr>
        <p:spPr>
          <a:xfrm>
            <a:off x="8316360" y="1548720"/>
            <a:ext cx="604800" cy="464760"/>
          </a:xfrm>
          <a:custGeom>
            <a:avLst/>
            <a:gdLst>
              <a:gd name="textAreaLeft" fmla="*/ 0 w 604800"/>
              <a:gd name="textAreaRight" fmla="*/ 605160 w 604800"/>
              <a:gd name="textAreaTop" fmla="*/ 0 h 464760"/>
              <a:gd name="textAreaBottom" fmla="*/ 465120 h 464760"/>
            </a:gdLst>
            <a:ahLst/>
            <a:rect l="textAreaLeft" t="textAreaTop" r="textAreaRight" b="textAreaBottom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48" name="Rounded Rectangle 7"/>
          <p:cNvSpPr/>
          <p:nvPr/>
        </p:nvSpPr>
        <p:spPr>
          <a:xfrm>
            <a:off x="9257760" y="1515600"/>
            <a:ext cx="614880" cy="530640"/>
          </a:xfrm>
          <a:custGeom>
            <a:avLst/>
            <a:gdLst>
              <a:gd name="textAreaLeft" fmla="*/ 0 w 614880"/>
              <a:gd name="textAreaRight" fmla="*/ 615240 w 614880"/>
              <a:gd name="textAreaTop" fmla="*/ 0 h 530640"/>
              <a:gd name="textAreaBottom" fmla="*/ 531000 h 530640"/>
            </a:gdLst>
            <a:ahLst/>
            <a:rect l="textAreaLeft" t="textAreaTop" r="textAreaRight" b="textAreaBottom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49" name="Chord 15"/>
          <p:cNvSpPr/>
          <p:nvPr/>
        </p:nvSpPr>
        <p:spPr>
          <a:xfrm>
            <a:off x="11124720" y="1472040"/>
            <a:ext cx="283320" cy="617760"/>
          </a:xfrm>
          <a:custGeom>
            <a:avLst/>
            <a:gdLst>
              <a:gd name="textAreaLeft" fmla="*/ 0 w 283320"/>
              <a:gd name="textAreaRight" fmla="*/ 283680 w 283320"/>
              <a:gd name="textAreaTop" fmla="*/ 0 h 617760"/>
              <a:gd name="textAreaBottom" fmla="*/ 618120 h 617760"/>
            </a:gdLst>
            <a:ahLst/>
            <a:rect l="textAreaLeft" t="textAreaTop" r="textAreaRight" b="textAreaBottom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50" name="Rectangle 16"/>
          <p:cNvSpPr/>
          <p:nvPr/>
        </p:nvSpPr>
        <p:spPr>
          <a:xfrm>
            <a:off x="6093720" y="4751640"/>
            <a:ext cx="614880" cy="404280"/>
          </a:xfrm>
          <a:custGeom>
            <a:avLst/>
            <a:gdLst>
              <a:gd name="textAreaLeft" fmla="*/ 0 w 614880"/>
              <a:gd name="textAreaRight" fmla="*/ 615240 w 614880"/>
              <a:gd name="textAreaTop" fmla="*/ 0 h 404280"/>
              <a:gd name="textAreaBottom" fmla="*/ 404640 h 404280"/>
            </a:gdLst>
            <a:ahLst/>
            <a:rect l="textAreaLeft" t="textAreaTop" r="textAreaRight" b="textAreaBottom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51" name="Rounded Rectangle 6"/>
          <p:cNvSpPr/>
          <p:nvPr/>
        </p:nvSpPr>
        <p:spPr>
          <a:xfrm>
            <a:off x="5137200" y="3750840"/>
            <a:ext cx="615960" cy="296640"/>
          </a:xfrm>
          <a:custGeom>
            <a:avLst/>
            <a:gdLst>
              <a:gd name="textAreaLeft" fmla="*/ 0 w 615960"/>
              <a:gd name="textAreaRight" fmla="*/ 616320 w 615960"/>
              <a:gd name="textAreaTop" fmla="*/ 0 h 296640"/>
              <a:gd name="textAreaBottom" fmla="*/ 297000 h 296640"/>
            </a:gdLst>
            <a:ahLst/>
            <a:rect l="textAreaLeft" t="textAreaTop" r="textAreaRight" b="textAreaBottom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52" name="Rounded Rectangle 6"/>
          <p:cNvSpPr/>
          <p:nvPr/>
        </p:nvSpPr>
        <p:spPr>
          <a:xfrm>
            <a:off x="6044400" y="3750840"/>
            <a:ext cx="615960" cy="296640"/>
          </a:xfrm>
          <a:custGeom>
            <a:avLst/>
            <a:gdLst>
              <a:gd name="textAreaLeft" fmla="*/ 0 w 615960"/>
              <a:gd name="textAreaRight" fmla="*/ 616320 w 615960"/>
              <a:gd name="textAreaTop" fmla="*/ 0 h 296640"/>
              <a:gd name="textAreaBottom" fmla="*/ 297000 h 296640"/>
            </a:gdLst>
            <a:ahLst/>
            <a:rect l="textAreaLeft" t="textAreaTop" r="textAreaRight" b="textAreaBottom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53" name="Rounded Rectangle 6"/>
          <p:cNvSpPr/>
          <p:nvPr/>
        </p:nvSpPr>
        <p:spPr>
          <a:xfrm>
            <a:off x="6951600" y="3750840"/>
            <a:ext cx="615960" cy="296640"/>
          </a:xfrm>
          <a:custGeom>
            <a:avLst/>
            <a:gdLst>
              <a:gd name="textAreaLeft" fmla="*/ 0 w 615960"/>
              <a:gd name="textAreaRight" fmla="*/ 616320 w 615960"/>
              <a:gd name="textAreaTop" fmla="*/ 0 h 296640"/>
              <a:gd name="textAreaBottom" fmla="*/ 297000 h 296640"/>
            </a:gdLst>
            <a:ahLst/>
            <a:rect l="textAreaLeft" t="textAreaTop" r="textAreaRight" b="textAreaBottom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54" name="Rounded Rectangle 6"/>
          <p:cNvSpPr/>
          <p:nvPr/>
        </p:nvSpPr>
        <p:spPr>
          <a:xfrm>
            <a:off x="7859160" y="3750840"/>
            <a:ext cx="615960" cy="296640"/>
          </a:xfrm>
          <a:custGeom>
            <a:avLst/>
            <a:gdLst>
              <a:gd name="textAreaLeft" fmla="*/ 0 w 615960"/>
              <a:gd name="textAreaRight" fmla="*/ 616320 w 615960"/>
              <a:gd name="textAreaTop" fmla="*/ 0 h 296640"/>
              <a:gd name="textAreaBottom" fmla="*/ 297000 h 296640"/>
            </a:gdLst>
            <a:ahLst/>
            <a:rect l="textAreaLeft" t="textAreaTop" r="textAreaRight" b="textAreaBottom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240385" y="234376"/>
                </a:moveTo>
                <a:lnTo>
                  <a:pt x="2744441" y="234376"/>
                </a:lnTo>
                <a:lnTo>
                  <a:pt x="2744441" y="1314376"/>
                </a:lnTo>
                <a:lnTo>
                  <a:pt x="2240385" y="1314376"/>
                </a:ln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55" name="Teardrop 6"/>
          <p:cNvSpPr/>
          <p:nvPr/>
        </p:nvSpPr>
        <p:spPr>
          <a:xfrm rot="8100000">
            <a:off x="11057760" y="3690360"/>
            <a:ext cx="417240" cy="417240"/>
          </a:xfrm>
          <a:custGeom>
            <a:avLst/>
            <a:gdLst>
              <a:gd name="textAreaLeft" fmla="*/ 0 w 417240"/>
              <a:gd name="textAreaRight" fmla="*/ 417600 w 417240"/>
              <a:gd name="textAreaTop" fmla="*/ 0 h 417240"/>
              <a:gd name="textAreaBottom" fmla="*/ 417600 h 417240"/>
            </a:gdLst>
            <a:ahLst/>
            <a:rect l="textAreaLeft" t="textAreaTop" r="textAreaRight" b="textAreaBottom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56" name="Donut 24"/>
          <p:cNvSpPr/>
          <p:nvPr/>
        </p:nvSpPr>
        <p:spPr>
          <a:xfrm>
            <a:off x="5773680" y="2544480"/>
            <a:ext cx="617040" cy="622080"/>
          </a:xfrm>
          <a:custGeom>
            <a:avLst/>
            <a:gdLst>
              <a:gd name="textAreaLeft" fmla="*/ 0 w 617040"/>
              <a:gd name="textAreaRight" fmla="*/ 617400 w 617040"/>
              <a:gd name="textAreaTop" fmla="*/ 0 h 622080"/>
              <a:gd name="textAreaBottom" fmla="*/ 622440 h 622080"/>
            </a:gdLst>
            <a:ahLst/>
            <a:rect l="textAreaLeft" t="textAreaTop" r="textAreaRight" b="textAreaBottom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557" name="Chord 38"/>
          <p:cNvSpPr/>
          <p:nvPr/>
        </p:nvSpPr>
        <p:spPr>
          <a:xfrm>
            <a:off x="6733440" y="2544120"/>
            <a:ext cx="484560" cy="623160"/>
          </a:xfrm>
          <a:custGeom>
            <a:avLst/>
            <a:gdLst>
              <a:gd name="textAreaLeft" fmla="*/ 0 w 484560"/>
              <a:gd name="textAreaRight" fmla="*/ 484920 w 484560"/>
              <a:gd name="textAreaTop" fmla="*/ 0 h 623160"/>
              <a:gd name="textAreaBottom" fmla="*/ 623520 h 623160"/>
            </a:gdLst>
            <a:ahLst/>
            <a:rect l="textAreaLeft" t="textAreaTop" r="textAreaRight" b="textAreaBottom"/>
            <a:pathLst>
              <a:path w="2519554" h="3240000">
                <a:moveTo>
                  <a:pt x="1259778" y="0"/>
                </a:moveTo>
                <a:cubicBezTo>
                  <a:pt x="1299543" y="0"/>
                  <a:pt x="1331778" y="32235"/>
                  <a:pt x="1331778" y="72000"/>
                </a:cubicBezTo>
                <a:lnTo>
                  <a:pt x="1331778" y="292696"/>
                </a:lnTo>
                <a:cubicBezTo>
                  <a:pt x="1526887" y="301316"/>
                  <a:pt x="1719796" y="357828"/>
                  <a:pt x="1894309" y="459601"/>
                </a:cubicBezTo>
                <a:cubicBezTo>
                  <a:pt x="2284331" y="687055"/>
                  <a:pt x="2522839" y="1105809"/>
                  <a:pt x="2519520" y="1557297"/>
                </a:cubicBezTo>
                <a:lnTo>
                  <a:pt x="2509882" y="1557270"/>
                </a:lnTo>
                <a:cubicBezTo>
                  <a:pt x="2413806" y="1435449"/>
                  <a:pt x="2264527" y="1358626"/>
                  <a:pt x="2097304" y="1358626"/>
                </a:cubicBezTo>
                <a:cubicBezTo>
                  <a:pt x="1931567" y="1358626"/>
                  <a:pt x="1783455" y="1434091"/>
                  <a:pt x="1688484" y="1554913"/>
                </a:cubicBezTo>
                <a:lnTo>
                  <a:pt x="1657888" y="1554825"/>
                </a:lnTo>
                <a:cubicBezTo>
                  <a:pt x="1579123" y="1454657"/>
                  <a:pt x="1463823" y="1385682"/>
                  <a:pt x="1331778" y="1368008"/>
                </a:cubicBezTo>
                <a:lnTo>
                  <a:pt x="1331778" y="2507895"/>
                </a:lnTo>
                <a:lnTo>
                  <a:pt x="1356113" y="2507895"/>
                </a:lnTo>
                <a:lnTo>
                  <a:pt x="1356113" y="2868215"/>
                </a:lnTo>
                <a:lnTo>
                  <a:pt x="1353558" y="2868215"/>
                </a:lnTo>
                <a:cubicBezTo>
                  <a:pt x="1347515" y="3074779"/>
                  <a:pt x="1177830" y="3240000"/>
                  <a:pt x="969556" y="3240000"/>
                </a:cubicBezTo>
                <a:cubicBezTo>
                  <a:pt x="759529" y="3240000"/>
                  <a:pt x="588743" y="3071985"/>
                  <a:pt x="585029" y="2863014"/>
                </a:cubicBezTo>
                <a:cubicBezTo>
                  <a:pt x="584214" y="2861474"/>
                  <a:pt x="584183" y="2859896"/>
                  <a:pt x="584183" y="2858310"/>
                </a:cubicBezTo>
                <a:lnTo>
                  <a:pt x="584422" y="2856985"/>
                </a:lnTo>
                <a:cubicBezTo>
                  <a:pt x="584186" y="2856201"/>
                  <a:pt x="584184" y="2855415"/>
                  <a:pt x="584184" y="2854628"/>
                </a:cubicBezTo>
                <a:lnTo>
                  <a:pt x="584846" y="2854628"/>
                </a:lnTo>
                <a:cubicBezTo>
                  <a:pt x="585977" y="2797047"/>
                  <a:pt x="628115" y="2750982"/>
                  <a:pt x="679843" y="2750982"/>
                </a:cubicBezTo>
                <a:cubicBezTo>
                  <a:pt x="731571" y="2750982"/>
                  <a:pt x="773709" y="2797047"/>
                  <a:pt x="774841" y="2854628"/>
                </a:cubicBezTo>
                <a:lnTo>
                  <a:pt x="776870" y="2854628"/>
                </a:lnTo>
                <a:cubicBezTo>
                  <a:pt x="776870" y="2961046"/>
                  <a:pt x="863138" y="3047314"/>
                  <a:pt x="969556" y="3047314"/>
                </a:cubicBezTo>
                <a:cubicBezTo>
                  <a:pt x="1075974" y="3047314"/>
                  <a:pt x="1162242" y="2961046"/>
                  <a:pt x="1162242" y="2854628"/>
                </a:cubicBezTo>
                <a:lnTo>
                  <a:pt x="1163439" y="2854628"/>
                </a:lnTo>
                <a:lnTo>
                  <a:pt x="1163439" y="2507895"/>
                </a:lnTo>
                <a:lnTo>
                  <a:pt x="1187778" y="2507895"/>
                </a:lnTo>
                <a:lnTo>
                  <a:pt x="1187778" y="1365548"/>
                </a:lnTo>
                <a:cubicBezTo>
                  <a:pt x="1048083" y="1378241"/>
                  <a:pt x="925400" y="1448176"/>
                  <a:pt x="842602" y="1552487"/>
                </a:cubicBezTo>
                <a:lnTo>
                  <a:pt x="807450" y="1552386"/>
                </a:lnTo>
                <a:cubicBezTo>
                  <a:pt x="712615" y="1432960"/>
                  <a:pt x="565486" y="1358626"/>
                  <a:pt x="400996" y="1358626"/>
                </a:cubicBezTo>
                <a:cubicBezTo>
                  <a:pt x="240343" y="1358626"/>
                  <a:pt x="96251" y="1429532"/>
                  <a:pt x="0" y="1543232"/>
                </a:cubicBezTo>
                <a:cubicBezTo>
                  <a:pt x="1264" y="1094357"/>
                  <a:pt x="241710" y="680052"/>
                  <a:pt x="631054" y="455977"/>
                </a:cubicBezTo>
                <a:cubicBezTo>
                  <a:pt x="804121" y="356374"/>
                  <a:pt x="994908" y="301092"/>
                  <a:pt x="1187778" y="292721"/>
                </a:cubicBezTo>
                <a:lnTo>
                  <a:pt x="1187778" y="72000"/>
                </a:lnTo>
                <a:cubicBezTo>
                  <a:pt x="1187778" y="32235"/>
                  <a:pt x="1220013" y="0"/>
                  <a:pt x="125977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58" name="Heart 38"/>
          <p:cNvSpPr/>
          <p:nvPr/>
        </p:nvSpPr>
        <p:spPr>
          <a:xfrm>
            <a:off x="7436160" y="1509120"/>
            <a:ext cx="543960" cy="543960"/>
          </a:xfrm>
          <a:prstGeom prst="hear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59" name="Round Same Side Corner Rectangle 19"/>
          <p:cNvSpPr/>
          <p:nvPr/>
        </p:nvSpPr>
        <p:spPr>
          <a:xfrm>
            <a:off x="10302120" y="5685120"/>
            <a:ext cx="411480" cy="508320"/>
          </a:xfrm>
          <a:custGeom>
            <a:avLst/>
            <a:gdLst>
              <a:gd name="textAreaLeft" fmla="*/ 0 w 411480"/>
              <a:gd name="textAreaRight" fmla="*/ 411840 w 411480"/>
              <a:gd name="textAreaTop" fmla="*/ 0 h 508320"/>
              <a:gd name="textAreaBottom" fmla="*/ 508680 h 508320"/>
            </a:gdLst>
            <a:ahLst/>
            <a:rect l="textAreaLeft" t="textAreaTop" r="textAreaRight" b="textAreaBottom"/>
            <a:pathLst>
              <a:path w="2600931" h="3213524">
                <a:moveTo>
                  <a:pt x="1304260" y="0"/>
                </a:moveTo>
                <a:cubicBezTo>
                  <a:pt x="1403671" y="0"/>
                  <a:pt x="1484260" y="80589"/>
                  <a:pt x="1484260" y="180000"/>
                </a:cubicBezTo>
                <a:lnTo>
                  <a:pt x="1484260" y="412061"/>
                </a:lnTo>
                <a:lnTo>
                  <a:pt x="2330931" y="412061"/>
                </a:lnTo>
                <a:lnTo>
                  <a:pt x="2600931" y="682061"/>
                </a:lnTo>
                <a:lnTo>
                  <a:pt x="2330931" y="952061"/>
                </a:lnTo>
                <a:lnTo>
                  <a:pt x="1484260" y="952061"/>
                </a:lnTo>
                <a:lnTo>
                  <a:pt x="1484260" y="1110244"/>
                </a:lnTo>
                <a:lnTo>
                  <a:pt x="2375646" y="1110244"/>
                </a:lnTo>
                <a:lnTo>
                  <a:pt x="2375646" y="1650244"/>
                </a:lnTo>
                <a:lnTo>
                  <a:pt x="1484260" y="1650244"/>
                </a:lnTo>
                <a:lnTo>
                  <a:pt x="1484260" y="3213524"/>
                </a:lnTo>
                <a:lnTo>
                  <a:pt x="1124260" y="3213524"/>
                </a:lnTo>
                <a:lnTo>
                  <a:pt x="1124260" y="1650244"/>
                </a:lnTo>
                <a:lnTo>
                  <a:pt x="270000" y="1650244"/>
                </a:lnTo>
                <a:lnTo>
                  <a:pt x="0" y="1380244"/>
                </a:lnTo>
                <a:lnTo>
                  <a:pt x="270000" y="1110244"/>
                </a:lnTo>
                <a:lnTo>
                  <a:pt x="1124260" y="1110244"/>
                </a:lnTo>
                <a:lnTo>
                  <a:pt x="1124260" y="952061"/>
                </a:lnTo>
                <a:lnTo>
                  <a:pt x="224931" y="952061"/>
                </a:lnTo>
                <a:lnTo>
                  <a:pt x="224931" y="412061"/>
                </a:lnTo>
                <a:lnTo>
                  <a:pt x="1124260" y="412061"/>
                </a:lnTo>
                <a:lnTo>
                  <a:pt x="1124260" y="180000"/>
                </a:lnTo>
                <a:cubicBezTo>
                  <a:pt x="1124260" y="80589"/>
                  <a:pt x="1204849" y="0"/>
                  <a:pt x="130426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60" name="Rectangle 23"/>
          <p:cNvSpPr/>
          <p:nvPr/>
        </p:nvSpPr>
        <p:spPr>
          <a:xfrm>
            <a:off x="4242240" y="5739840"/>
            <a:ext cx="677880" cy="398520"/>
          </a:xfrm>
          <a:custGeom>
            <a:avLst/>
            <a:gdLst>
              <a:gd name="textAreaLeft" fmla="*/ 0 w 677880"/>
              <a:gd name="textAreaRight" fmla="*/ 678240 w 677880"/>
              <a:gd name="textAreaTop" fmla="*/ 0 h 398520"/>
              <a:gd name="textAreaBottom" fmla="*/ 398880 h 398520"/>
            </a:gdLst>
            <a:ahLst/>
            <a:rect l="textAreaLeft" t="textAreaTop" r="textAreaRight" b="textAreaBottom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61" name="Oval 31"/>
          <p:cNvSpPr/>
          <p:nvPr/>
        </p:nvSpPr>
        <p:spPr>
          <a:xfrm>
            <a:off x="8665200" y="5684760"/>
            <a:ext cx="504000" cy="509040"/>
          </a:xfrm>
          <a:custGeom>
            <a:avLst/>
            <a:gdLst>
              <a:gd name="textAreaLeft" fmla="*/ 0 w 504000"/>
              <a:gd name="textAreaRight" fmla="*/ 504360 w 504000"/>
              <a:gd name="textAreaTop" fmla="*/ 0 h 509040"/>
              <a:gd name="textAreaBottom" fmla="*/ 509400 h 509040"/>
            </a:gdLst>
            <a:ahLst/>
            <a:rect l="textAreaLeft" t="textAreaTop" r="textAreaRight" b="textAreaBottom"/>
            <a:pathLst>
              <a:path w="3187187" h="3217189">
                <a:moveTo>
                  <a:pt x="2136560" y="2669280"/>
                </a:moveTo>
                <a:cubicBezTo>
                  <a:pt x="2154235" y="2662847"/>
                  <a:pt x="2173778" y="2671961"/>
                  <a:pt x="2180211" y="2689635"/>
                </a:cubicBezTo>
                <a:lnTo>
                  <a:pt x="2338628" y="3124881"/>
                </a:lnTo>
                <a:cubicBezTo>
                  <a:pt x="2345061" y="3142556"/>
                  <a:pt x="2335948" y="3162099"/>
                  <a:pt x="2318273" y="3168533"/>
                </a:cubicBezTo>
                <a:lnTo>
                  <a:pt x="2190259" y="3215126"/>
                </a:lnTo>
                <a:cubicBezTo>
                  <a:pt x="2172585" y="3221559"/>
                  <a:pt x="2153041" y="3212445"/>
                  <a:pt x="2146608" y="3194771"/>
                </a:cubicBezTo>
                <a:lnTo>
                  <a:pt x="1988192" y="2759525"/>
                </a:lnTo>
                <a:cubicBezTo>
                  <a:pt x="1981759" y="2741850"/>
                  <a:pt x="1990872" y="2722307"/>
                  <a:pt x="2008547" y="2715873"/>
                </a:cubicBezTo>
                <a:close/>
                <a:moveTo>
                  <a:pt x="1050626" y="2669280"/>
                </a:moveTo>
                <a:lnTo>
                  <a:pt x="1178640" y="2715873"/>
                </a:lnTo>
                <a:cubicBezTo>
                  <a:pt x="1196314" y="2722307"/>
                  <a:pt x="1205428" y="2741850"/>
                  <a:pt x="1198995" y="2759525"/>
                </a:cubicBezTo>
                <a:lnTo>
                  <a:pt x="1040578" y="3194771"/>
                </a:lnTo>
                <a:cubicBezTo>
                  <a:pt x="1034145" y="3212445"/>
                  <a:pt x="1014601" y="3221559"/>
                  <a:pt x="996927" y="3215126"/>
                </a:cubicBezTo>
                <a:lnTo>
                  <a:pt x="868913" y="3168533"/>
                </a:lnTo>
                <a:cubicBezTo>
                  <a:pt x="851239" y="3162099"/>
                  <a:pt x="842125" y="3142556"/>
                  <a:pt x="848558" y="3124881"/>
                </a:cubicBezTo>
                <a:lnTo>
                  <a:pt x="1006975" y="2689635"/>
                </a:lnTo>
                <a:cubicBezTo>
                  <a:pt x="1013408" y="2671961"/>
                  <a:pt x="1032952" y="2662847"/>
                  <a:pt x="1050626" y="2669280"/>
                </a:cubicBezTo>
                <a:close/>
                <a:moveTo>
                  <a:pt x="2647909" y="2029882"/>
                </a:moveTo>
                <a:cubicBezTo>
                  <a:pt x="2656328" y="2027626"/>
                  <a:pt x="2665608" y="2028582"/>
                  <a:pt x="2673752" y="2033284"/>
                </a:cubicBezTo>
                <a:lnTo>
                  <a:pt x="3074877" y="2264874"/>
                </a:lnTo>
                <a:cubicBezTo>
                  <a:pt x="3091166" y="2274278"/>
                  <a:pt x="3096747" y="2295107"/>
                  <a:pt x="3087343" y="2311396"/>
                </a:cubicBezTo>
                <a:lnTo>
                  <a:pt x="3019228" y="2429374"/>
                </a:lnTo>
                <a:cubicBezTo>
                  <a:pt x="3009824" y="2445663"/>
                  <a:pt x="2988995" y="2451244"/>
                  <a:pt x="2972706" y="2441840"/>
                </a:cubicBezTo>
                <a:lnTo>
                  <a:pt x="2571581" y="2210250"/>
                </a:lnTo>
                <a:cubicBezTo>
                  <a:pt x="2555292" y="2200846"/>
                  <a:pt x="2549710" y="2180017"/>
                  <a:pt x="2559115" y="2163728"/>
                </a:cubicBezTo>
                <a:lnTo>
                  <a:pt x="2627229" y="2045750"/>
                </a:lnTo>
                <a:cubicBezTo>
                  <a:pt x="2631932" y="2037605"/>
                  <a:pt x="2639490" y="2032138"/>
                  <a:pt x="2647909" y="2029882"/>
                </a:cubicBezTo>
                <a:close/>
                <a:moveTo>
                  <a:pt x="539277" y="2029882"/>
                </a:moveTo>
                <a:cubicBezTo>
                  <a:pt x="547696" y="2032138"/>
                  <a:pt x="555255" y="2037605"/>
                  <a:pt x="559957" y="2045750"/>
                </a:cubicBezTo>
                <a:lnTo>
                  <a:pt x="628071" y="2163728"/>
                </a:lnTo>
                <a:cubicBezTo>
                  <a:pt x="637476" y="2180017"/>
                  <a:pt x="631895" y="2200846"/>
                  <a:pt x="615606" y="2210250"/>
                </a:cubicBezTo>
                <a:lnTo>
                  <a:pt x="214481" y="2441840"/>
                </a:lnTo>
                <a:cubicBezTo>
                  <a:pt x="198192" y="2451244"/>
                  <a:pt x="177363" y="2445663"/>
                  <a:pt x="167958" y="2429374"/>
                </a:cubicBezTo>
                <a:lnTo>
                  <a:pt x="99844" y="2311396"/>
                </a:lnTo>
                <a:cubicBezTo>
                  <a:pt x="90439" y="2295107"/>
                  <a:pt x="96020" y="2274278"/>
                  <a:pt x="112309" y="2264874"/>
                </a:cubicBezTo>
                <a:lnTo>
                  <a:pt x="513434" y="2033284"/>
                </a:lnTo>
                <a:cubicBezTo>
                  <a:pt x="521579" y="2028582"/>
                  <a:pt x="530858" y="2027626"/>
                  <a:pt x="539277" y="2029882"/>
                </a:cubicBezTo>
                <a:close/>
                <a:moveTo>
                  <a:pt x="3094879" y="918289"/>
                </a:moveTo>
                <a:cubicBezTo>
                  <a:pt x="3112554" y="911856"/>
                  <a:pt x="3132097" y="920969"/>
                  <a:pt x="3138531" y="938644"/>
                </a:cubicBezTo>
                <a:lnTo>
                  <a:pt x="3185124" y="1066657"/>
                </a:lnTo>
                <a:cubicBezTo>
                  <a:pt x="3191557" y="1084332"/>
                  <a:pt x="3182443" y="1103875"/>
                  <a:pt x="3164769" y="1110308"/>
                </a:cubicBezTo>
                <a:lnTo>
                  <a:pt x="2729523" y="1268725"/>
                </a:lnTo>
                <a:cubicBezTo>
                  <a:pt x="2711848" y="1275158"/>
                  <a:pt x="2692304" y="1266045"/>
                  <a:pt x="2685871" y="1248370"/>
                </a:cubicBezTo>
                <a:lnTo>
                  <a:pt x="2639278" y="1120357"/>
                </a:lnTo>
                <a:cubicBezTo>
                  <a:pt x="2632845" y="1102682"/>
                  <a:pt x="2641959" y="1083138"/>
                  <a:pt x="2659633" y="1076705"/>
                </a:cubicBezTo>
                <a:close/>
                <a:moveTo>
                  <a:pt x="92307" y="918289"/>
                </a:moveTo>
                <a:lnTo>
                  <a:pt x="527553" y="1076705"/>
                </a:lnTo>
                <a:cubicBezTo>
                  <a:pt x="545228" y="1083138"/>
                  <a:pt x="554341" y="1102682"/>
                  <a:pt x="547908" y="1120357"/>
                </a:cubicBezTo>
                <a:lnTo>
                  <a:pt x="501315" y="1248370"/>
                </a:lnTo>
                <a:cubicBezTo>
                  <a:pt x="494882" y="1266045"/>
                  <a:pt x="475338" y="1275158"/>
                  <a:pt x="457664" y="1268725"/>
                </a:cubicBezTo>
                <a:lnTo>
                  <a:pt x="22418" y="1110308"/>
                </a:lnTo>
                <a:cubicBezTo>
                  <a:pt x="4743" y="1103875"/>
                  <a:pt x="-4370" y="1084332"/>
                  <a:pt x="2063" y="1066657"/>
                </a:cubicBezTo>
                <a:lnTo>
                  <a:pt x="48656" y="938644"/>
                </a:lnTo>
                <a:cubicBezTo>
                  <a:pt x="55089" y="920969"/>
                  <a:pt x="74633" y="911856"/>
                  <a:pt x="92307" y="918289"/>
                </a:cubicBezTo>
                <a:close/>
                <a:moveTo>
                  <a:pt x="1593593" y="658644"/>
                </a:moveTo>
                <a:cubicBezTo>
                  <a:pt x="2116495" y="658644"/>
                  <a:pt x="2540391" y="1082540"/>
                  <a:pt x="2540391" y="1605442"/>
                </a:cubicBezTo>
                <a:cubicBezTo>
                  <a:pt x="2540391" y="2128344"/>
                  <a:pt x="2116495" y="2552240"/>
                  <a:pt x="1593593" y="2552240"/>
                </a:cubicBezTo>
                <a:cubicBezTo>
                  <a:pt x="1070691" y="2552240"/>
                  <a:pt x="646795" y="2128344"/>
                  <a:pt x="646795" y="1605442"/>
                </a:cubicBezTo>
                <a:cubicBezTo>
                  <a:pt x="646795" y="1082540"/>
                  <a:pt x="1070691" y="658644"/>
                  <a:pt x="1593593" y="658644"/>
                </a:cubicBezTo>
                <a:close/>
                <a:moveTo>
                  <a:pt x="2246117" y="1165"/>
                </a:moveTo>
                <a:cubicBezTo>
                  <a:pt x="2254536" y="-1090"/>
                  <a:pt x="2263815" y="-135"/>
                  <a:pt x="2271960" y="4568"/>
                </a:cubicBezTo>
                <a:lnTo>
                  <a:pt x="2389938" y="72682"/>
                </a:lnTo>
                <a:cubicBezTo>
                  <a:pt x="2406227" y="82087"/>
                  <a:pt x="2411808" y="102916"/>
                  <a:pt x="2402403" y="119205"/>
                </a:cubicBezTo>
                <a:lnTo>
                  <a:pt x="2170814" y="520330"/>
                </a:lnTo>
                <a:cubicBezTo>
                  <a:pt x="2161409" y="536619"/>
                  <a:pt x="2140580" y="542200"/>
                  <a:pt x="2124291" y="532795"/>
                </a:cubicBezTo>
                <a:lnTo>
                  <a:pt x="2006313" y="464681"/>
                </a:lnTo>
                <a:cubicBezTo>
                  <a:pt x="1990024" y="455276"/>
                  <a:pt x="1984443" y="434447"/>
                  <a:pt x="1993848" y="418158"/>
                </a:cubicBezTo>
                <a:lnTo>
                  <a:pt x="2225437" y="17033"/>
                </a:lnTo>
                <a:cubicBezTo>
                  <a:pt x="2230139" y="8889"/>
                  <a:pt x="2237698" y="3421"/>
                  <a:pt x="2246117" y="1165"/>
                </a:cubicBezTo>
                <a:close/>
                <a:moveTo>
                  <a:pt x="941069" y="1165"/>
                </a:moveTo>
                <a:cubicBezTo>
                  <a:pt x="949488" y="3421"/>
                  <a:pt x="957047" y="8889"/>
                  <a:pt x="961749" y="17033"/>
                </a:cubicBezTo>
                <a:lnTo>
                  <a:pt x="1193338" y="418158"/>
                </a:lnTo>
                <a:cubicBezTo>
                  <a:pt x="1202743" y="434447"/>
                  <a:pt x="1197162" y="455276"/>
                  <a:pt x="1180873" y="464681"/>
                </a:cubicBezTo>
                <a:lnTo>
                  <a:pt x="1062895" y="532795"/>
                </a:lnTo>
                <a:cubicBezTo>
                  <a:pt x="1046606" y="542200"/>
                  <a:pt x="1025777" y="536619"/>
                  <a:pt x="1016372" y="520330"/>
                </a:cubicBezTo>
                <a:lnTo>
                  <a:pt x="784783" y="119205"/>
                </a:lnTo>
                <a:cubicBezTo>
                  <a:pt x="775378" y="102916"/>
                  <a:pt x="780959" y="82087"/>
                  <a:pt x="797248" y="72682"/>
                </a:cubicBezTo>
                <a:lnTo>
                  <a:pt x="915226" y="4568"/>
                </a:lnTo>
                <a:cubicBezTo>
                  <a:pt x="923371" y="-135"/>
                  <a:pt x="932650" y="-1090"/>
                  <a:pt x="941069" y="116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62" name="Rectangle 23"/>
          <p:cNvSpPr/>
          <p:nvPr/>
        </p:nvSpPr>
        <p:spPr>
          <a:xfrm>
            <a:off x="5963040" y="5716440"/>
            <a:ext cx="691560" cy="445680"/>
          </a:xfrm>
          <a:custGeom>
            <a:avLst/>
            <a:gdLst>
              <a:gd name="textAreaLeft" fmla="*/ 0 w 691560"/>
              <a:gd name="textAreaRight" fmla="*/ 691920 w 691560"/>
              <a:gd name="textAreaTop" fmla="*/ 0 h 445680"/>
              <a:gd name="textAreaBottom" fmla="*/ 446040 h 445680"/>
            </a:gdLst>
            <a:ahLst/>
            <a:rect l="textAreaLeft" t="textAreaTop" r="textAreaRight" b="textAreaBottom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63" name="Oval 31"/>
          <p:cNvSpPr/>
          <p:nvPr/>
        </p:nvSpPr>
        <p:spPr>
          <a:xfrm>
            <a:off x="6939720" y="5653440"/>
            <a:ext cx="579600" cy="571680"/>
          </a:xfrm>
          <a:custGeom>
            <a:avLst/>
            <a:gdLst>
              <a:gd name="textAreaLeft" fmla="*/ 0 w 579600"/>
              <a:gd name="textAreaRight" fmla="*/ 579960 w 579600"/>
              <a:gd name="textAreaTop" fmla="*/ 0 h 571680"/>
              <a:gd name="textAreaBottom" fmla="*/ 572040 h 571680"/>
            </a:gdLst>
            <a:ahLst/>
            <a:rect l="textAreaLeft" t="textAreaTop" r="textAreaRight" b="textAreaBottom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64" name="Teardrop 17"/>
          <p:cNvSpPr/>
          <p:nvPr/>
        </p:nvSpPr>
        <p:spPr>
          <a:xfrm rot="18900000">
            <a:off x="5204520" y="5698800"/>
            <a:ext cx="473400" cy="480600"/>
          </a:xfrm>
          <a:custGeom>
            <a:avLst/>
            <a:gdLst>
              <a:gd name="textAreaLeft" fmla="*/ 0 w 473400"/>
              <a:gd name="textAreaRight" fmla="*/ 473760 w 473400"/>
              <a:gd name="textAreaTop" fmla="*/ 0 h 480600"/>
              <a:gd name="textAreaBottom" fmla="*/ 480960 h 480600"/>
            </a:gdLst>
            <a:ahLst/>
            <a:rect l="textAreaLeft" t="textAreaTop" r="textAreaRight" b="textAreaBottom"/>
            <a:pathLst>
              <a:path w="2646489" h="2688071">
                <a:moveTo>
                  <a:pt x="306023" y="2382048"/>
                </a:moveTo>
                <a:cubicBezTo>
                  <a:pt x="271732" y="2441625"/>
                  <a:pt x="254586" y="2501201"/>
                  <a:pt x="254586" y="2560778"/>
                </a:cubicBezTo>
                <a:cubicBezTo>
                  <a:pt x="254586" y="2631080"/>
                  <a:pt x="197595" y="2688071"/>
                  <a:pt x="127293" y="2688071"/>
                </a:cubicBezTo>
                <a:cubicBezTo>
                  <a:pt x="56991" y="2688071"/>
                  <a:pt x="0" y="2631081"/>
                  <a:pt x="0" y="2560778"/>
                </a:cubicBezTo>
                <a:cubicBezTo>
                  <a:pt x="0" y="2490477"/>
                  <a:pt x="56991" y="2433485"/>
                  <a:pt x="127293" y="2433485"/>
                </a:cubicBezTo>
                <a:cubicBezTo>
                  <a:pt x="186870" y="2433486"/>
                  <a:pt x="246446" y="2416340"/>
                  <a:pt x="306023" y="2382048"/>
                </a:cubicBezTo>
                <a:close/>
                <a:moveTo>
                  <a:pt x="812224" y="2334103"/>
                </a:moveTo>
                <a:cubicBezTo>
                  <a:pt x="777933" y="2393681"/>
                  <a:pt x="760787" y="2453256"/>
                  <a:pt x="760787" y="2512834"/>
                </a:cubicBezTo>
                <a:cubicBezTo>
                  <a:pt x="760787" y="2583136"/>
                  <a:pt x="703796" y="2640127"/>
                  <a:pt x="633494" y="2640127"/>
                </a:cubicBezTo>
                <a:cubicBezTo>
                  <a:pt x="563192" y="2640127"/>
                  <a:pt x="506201" y="2583136"/>
                  <a:pt x="506201" y="2512834"/>
                </a:cubicBezTo>
                <a:cubicBezTo>
                  <a:pt x="506201" y="2442532"/>
                  <a:pt x="563192" y="2385541"/>
                  <a:pt x="633494" y="2385541"/>
                </a:cubicBezTo>
                <a:cubicBezTo>
                  <a:pt x="693071" y="2385540"/>
                  <a:pt x="752647" y="2368395"/>
                  <a:pt x="812224" y="2334103"/>
                </a:cubicBezTo>
                <a:close/>
                <a:moveTo>
                  <a:pt x="353968" y="1875848"/>
                </a:moveTo>
                <a:cubicBezTo>
                  <a:pt x="319677" y="1935424"/>
                  <a:pt x="302531" y="1995001"/>
                  <a:pt x="302530" y="2054578"/>
                </a:cubicBezTo>
                <a:cubicBezTo>
                  <a:pt x="302530" y="2124880"/>
                  <a:pt x="245539" y="2181871"/>
                  <a:pt x="175237" y="2181871"/>
                </a:cubicBezTo>
                <a:cubicBezTo>
                  <a:pt x="104935" y="2181871"/>
                  <a:pt x="47945" y="2124880"/>
                  <a:pt x="47944" y="2054578"/>
                </a:cubicBezTo>
                <a:cubicBezTo>
                  <a:pt x="47944" y="1984276"/>
                  <a:pt x="104935" y="1927285"/>
                  <a:pt x="175237" y="1927285"/>
                </a:cubicBezTo>
                <a:cubicBezTo>
                  <a:pt x="234815" y="1927285"/>
                  <a:pt x="294391" y="1910139"/>
                  <a:pt x="353968" y="1875848"/>
                </a:cubicBezTo>
                <a:close/>
                <a:moveTo>
                  <a:pt x="401912" y="1369646"/>
                </a:moveTo>
                <a:cubicBezTo>
                  <a:pt x="367621" y="1429223"/>
                  <a:pt x="350475" y="1488799"/>
                  <a:pt x="350475" y="1548377"/>
                </a:cubicBezTo>
                <a:cubicBezTo>
                  <a:pt x="350475" y="1618679"/>
                  <a:pt x="293484" y="1675670"/>
                  <a:pt x="223182" y="1675670"/>
                </a:cubicBezTo>
                <a:cubicBezTo>
                  <a:pt x="152880" y="1675670"/>
                  <a:pt x="95889" y="1618679"/>
                  <a:pt x="95889" y="1548377"/>
                </a:cubicBezTo>
                <a:cubicBezTo>
                  <a:pt x="95889" y="1478075"/>
                  <a:pt x="152880" y="1421084"/>
                  <a:pt x="223182" y="1421084"/>
                </a:cubicBezTo>
                <a:cubicBezTo>
                  <a:pt x="282759" y="1421084"/>
                  <a:pt x="342335" y="1403938"/>
                  <a:pt x="401912" y="1369646"/>
                </a:cubicBezTo>
                <a:close/>
                <a:moveTo>
                  <a:pt x="1318425" y="2286158"/>
                </a:moveTo>
                <a:cubicBezTo>
                  <a:pt x="1284134" y="2345735"/>
                  <a:pt x="1266988" y="2405312"/>
                  <a:pt x="1266987" y="2464888"/>
                </a:cubicBezTo>
                <a:cubicBezTo>
                  <a:pt x="1266987" y="2535190"/>
                  <a:pt x="1209996" y="2592182"/>
                  <a:pt x="1139694" y="2592182"/>
                </a:cubicBezTo>
                <a:cubicBezTo>
                  <a:pt x="1069392" y="2592182"/>
                  <a:pt x="1012402" y="2535191"/>
                  <a:pt x="1012401" y="2464888"/>
                </a:cubicBezTo>
                <a:cubicBezTo>
                  <a:pt x="1012401" y="2394586"/>
                  <a:pt x="1069392" y="2337595"/>
                  <a:pt x="1139694" y="2337595"/>
                </a:cubicBezTo>
                <a:cubicBezTo>
                  <a:pt x="1199271" y="2337596"/>
                  <a:pt x="1258848" y="2320449"/>
                  <a:pt x="1318425" y="2286158"/>
                </a:cubicBezTo>
                <a:close/>
                <a:moveTo>
                  <a:pt x="860169" y="1827902"/>
                </a:moveTo>
                <a:cubicBezTo>
                  <a:pt x="825878" y="1887479"/>
                  <a:pt x="808731" y="1947056"/>
                  <a:pt x="808731" y="2006633"/>
                </a:cubicBezTo>
                <a:cubicBezTo>
                  <a:pt x="808731" y="2076935"/>
                  <a:pt x="751740" y="2133926"/>
                  <a:pt x="681438" y="2133926"/>
                </a:cubicBezTo>
                <a:cubicBezTo>
                  <a:pt x="611136" y="2133926"/>
                  <a:pt x="554146" y="2076935"/>
                  <a:pt x="554145" y="2006633"/>
                </a:cubicBezTo>
                <a:cubicBezTo>
                  <a:pt x="554145" y="1936331"/>
                  <a:pt x="611136" y="1879340"/>
                  <a:pt x="681438" y="1879340"/>
                </a:cubicBezTo>
                <a:cubicBezTo>
                  <a:pt x="741015" y="1879340"/>
                  <a:pt x="800591" y="1862193"/>
                  <a:pt x="860169" y="1827902"/>
                </a:cubicBezTo>
                <a:close/>
                <a:moveTo>
                  <a:pt x="2096803" y="190871"/>
                </a:moveTo>
                <a:cubicBezTo>
                  <a:pt x="2253382" y="347450"/>
                  <a:pt x="2314442" y="563378"/>
                  <a:pt x="2268166" y="764238"/>
                </a:cubicBezTo>
                <a:cubicBezTo>
                  <a:pt x="2361334" y="768461"/>
                  <a:pt x="2450817" y="809378"/>
                  <a:pt x="2521691" y="880252"/>
                </a:cubicBezTo>
                <a:cubicBezTo>
                  <a:pt x="2675615" y="1034176"/>
                  <a:pt x="2688247" y="1275888"/>
                  <a:pt x="2553508" y="1439575"/>
                </a:cubicBezTo>
                <a:cubicBezTo>
                  <a:pt x="2557767" y="1440633"/>
                  <a:pt x="2560483" y="1443301"/>
                  <a:pt x="2563181" y="1445999"/>
                </a:cubicBezTo>
                <a:cubicBezTo>
                  <a:pt x="2819847" y="1702665"/>
                  <a:pt x="2819847" y="2118808"/>
                  <a:pt x="2563181" y="2375474"/>
                </a:cubicBezTo>
                <a:cubicBezTo>
                  <a:pt x="2320841" y="2617815"/>
                  <a:pt x="1936328" y="2631341"/>
                  <a:pt x="1678325" y="2415804"/>
                </a:cubicBezTo>
                <a:lnTo>
                  <a:pt x="1676180" y="2417949"/>
                </a:lnTo>
                <a:lnTo>
                  <a:pt x="1633705" y="2375475"/>
                </a:lnTo>
                <a:lnTo>
                  <a:pt x="366513" y="1108282"/>
                </a:lnTo>
                <a:lnTo>
                  <a:pt x="369979" y="1104815"/>
                </a:lnTo>
                <a:cubicBezTo>
                  <a:pt x="349908" y="1089573"/>
                  <a:pt x="330850" y="1072619"/>
                  <a:pt x="312598" y="1054367"/>
                </a:cubicBezTo>
                <a:cubicBezTo>
                  <a:pt x="55932" y="797701"/>
                  <a:pt x="55932" y="381558"/>
                  <a:pt x="312598" y="124891"/>
                </a:cubicBezTo>
                <a:cubicBezTo>
                  <a:pt x="569264" y="-131775"/>
                  <a:pt x="985408" y="-131775"/>
                  <a:pt x="1242074" y="124891"/>
                </a:cubicBezTo>
                <a:lnTo>
                  <a:pt x="1249606" y="136238"/>
                </a:lnTo>
                <a:cubicBezTo>
                  <a:pt x="1499513" y="-63604"/>
                  <a:pt x="1863845" y="-42087"/>
                  <a:pt x="2096803" y="19087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65" name="Rectangle 23"/>
          <p:cNvSpPr/>
          <p:nvPr/>
        </p:nvSpPr>
        <p:spPr>
          <a:xfrm>
            <a:off x="7804080" y="5649480"/>
            <a:ext cx="576000" cy="579600"/>
          </a:xfrm>
          <a:custGeom>
            <a:avLst/>
            <a:gdLst>
              <a:gd name="textAreaLeft" fmla="*/ 0 w 576000"/>
              <a:gd name="textAreaRight" fmla="*/ 576360 w 576000"/>
              <a:gd name="textAreaTop" fmla="*/ 0 h 579600"/>
              <a:gd name="textAreaBottom" fmla="*/ 579960 h 579600"/>
            </a:gdLst>
            <a:ahLst/>
            <a:rect l="textAreaLeft" t="textAreaTop" r="textAreaRight" b="textAreaBottom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66" name="Round Same Side Corner Rectangle 8"/>
          <p:cNvSpPr/>
          <p:nvPr/>
        </p:nvSpPr>
        <p:spPr>
          <a:xfrm>
            <a:off x="4455720" y="1450440"/>
            <a:ext cx="250920" cy="661680"/>
          </a:xfrm>
          <a:custGeom>
            <a:avLst/>
            <a:gdLst>
              <a:gd name="textAreaLeft" fmla="*/ 0 w 250920"/>
              <a:gd name="textAreaRight" fmla="*/ 251280 w 250920"/>
              <a:gd name="textAreaTop" fmla="*/ 0 h 661680"/>
              <a:gd name="textAreaBottom" fmla="*/ 662040 h 661680"/>
            </a:gdLst>
            <a:ahLst/>
            <a:rect l="textAreaLeft" t="textAreaTop" r="textAreaRight" b="textAreaBottom"/>
            <a:pathLst>
              <a:path w="1489775" h="3923699">
                <a:moveTo>
                  <a:pt x="280204" y="750754"/>
                </a:moveTo>
                <a:lnTo>
                  <a:pt x="1209570" y="750754"/>
                </a:lnTo>
                <a:cubicBezTo>
                  <a:pt x="1364322" y="750754"/>
                  <a:pt x="1489774" y="876206"/>
                  <a:pt x="1489774" y="1030958"/>
                </a:cubicBezTo>
                <a:lnTo>
                  <a:pt x="1489774" y="1293518"/>
                </a:lnTo>
                <a:lnTo>
                  <a:pt x="1489775" y="1293518"/>
                </a:lnTo>
                <a:lnTo>
                  <a:pt x="1489775" y="2063902"/>
                </a:lnTo>
                <a:cubicBezTo>
                  <a:pt x="1489775" y="2143440"/>
                  <a:pt x="1425297" y="2207918"/>
                  <a:pt x="1345759" y="2207918"/>
                </a:cubicBezTo>
                <a:cubicBezTo>
                  <a:pt x="1266221" y="2207918"/>
                  <a:pt x="1201743" y="2143440"/>
                  <a:pt x="1201743" y="2063902"/>
                </a:cubicBezTo>
                <a:lnTo>
                  <a:pt x="1201743" y="1390678"/>
                </a:lnTo>
                <a:lnTo>
                  <a:pt x="1158887" y="1390678"/>
                </a:lnTo>
                <a:cubicBezTo>
                  <a:pt x="1156542" y="2175018"/>
                  <a:pt x="1154198" y="2959359"/>
                  <a:pt x="1151853" y="3743699"/>
                </a:cubicBezTo>
                <a:cubicBezTo>
                  <a:pt x="1151853" y="3843110"/>
                  <a:pt x="1071264" y="3923699"/>
                  <a:pt x="971853" y="3923699"/>
                </a:cubicBezTo>
                <a:cubicBezTo>
                  <a:pt x="872442" y="3923699"/>
                  <a:pt x="791853" y="3843110"/>
                  <a:pt x="791853" y="3743699"/>
                </a:cubicBezTo>
                <a:lnTo>
                  <a:pt x="791853" y="2305078"/>
                </a:lnTo>
                <a:lnTo>
                  <a:pt x="683854" y="2305078"/>
                </a:lnTo>
                <a:lnTo>
                  <a:pt x="683854" y="3743698"/>
                </a:lnTo>
                <a:cubicBezTo>
                  <a:pt x="683854" y="3843109"/>
                  <a:pt x="603265" y="3923698"/>
                  <a:pt x="503854" y="3923698"/>
                </a:cubicBezTo>
                <a:cubicBezTo>
                  <a:pt x="404443" y="3923698"/>
                  <a:pt x="323854" y="3843109"/>
                  <a:pt x="323854" y="3743698"/>
                </a:cubicBezTo>
                <a:cubicBezTo>
                  <a:pt x="326198" y="2959358"/>
                  <a:pt x="328543" y="2175018"/>
                  <a:pt x="330887" y="1390678"/>
                </a:cubicBezTo>
                <a:lnTo>
                  <a:pt x="288033" y="1390678"/>
                </a:lnTo>
                <a:lnTo>
                  <a:pt x="288033" y="2063902"/>
                </a:lnTo>
                <a:cubicBezTo>
                  <a:pt x="288033" y="2143440"/>
                  <a:pt x="223555" y="2207918"/>
                  <a:pt x="144017" y="2207918"/>
                </a:cubicBezTo>
                <a:cubicBezTo>
                  <a:pt x="64479" y="2207918"/>
                  <a:pt x="1" y="2143440"/>
                  <a:pt x="1" y="2063902"/>
                </a:cubicBezTo>
                <a:lnTo>
                  <a:pt x="1" y="1390678"/>
                </a:lnTo>
                <a:lnTo>
                  <a:pt x="0" y="1390678"/>
                </a:lnTo>
                <a:lnTo>
                  <a:pt x="0" y="1030958"/>
                </a:lnTo>
                <a:cubicBezTo>
                  <a:pt x="0" y="876206"/>
                  <a:pt x="125452" y="750754"/>
                  <a:pt x="280204" y="750754"/>
                </a:cubicBezTo>
                <a:close/>
                <a:moveTo>
                  <a:pt x="744888" y="0"/>
                </a:moveTo>
                <a:cubicBezTo>
                  <a:pt x="931180" y="0"/>
                  <a:pt x="1082199" y="151019"/>
                  <a:pt x="1082199" y="337311"/>
                </a:cubicBezTo>
                <a:cubicBezTo>
                  <a:pt x="1082199" y="523603"/>
                  <a:pt x="931180" y="674622"/>
                  <a:pt x="744888" y="674622"/>
                </a:cubicBezTo>
                <a:cubicBezTo>
                  <a:pt x="558596" y="674622"/>
                  <a:pt x="407577" y="523603"/>
                  <a:pt x="407577" y="337311"/>
                </a:cubicBezTo>
                <a:cubicBezTo>
                  <a:pt x="407577" y="151019"/>
                  <a:pt x="558596" y="0"/>
                  <a:pt x="7448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67" name="Round Same Side Corner Rectangle 20"/>
          <p:cNvSpPr/>
          <p:nvPr/>
        </p:nvSpPr>
        <p:spPr>
          <a:xfrm rot="10800000">
            <a:off x="5043240" y="1447560"/>
            <a:ext cx="312840" cy="667800"/>
          </a:xfrm>
          <a:custGeom>
            <a:avLst/>
            <a:gdLst>
              <a:gd name="textAreaLeft" fmla="*/ 0 w 312840"/>
              <a:gd name="textAreaRight" fmla="*/ 313200 w 312840"/>
              <a:gd name="textAreaTop" fmla="*/ 0 h 667800"/>
              <a:gd name="textAreaBottom" fmla="*/ 668160 h 667800"/>
            </a:gdLst>
            <a:ahLst/>
            <a:rect l="textAreaLeft" t="textAreaTop" r="textAreaRight" b="textAreaBottom"/>
            <a:pathLst>
              <a:path w="1856332" h="3959924">
                <a:moveTo>
                  <a:pt x="1228565" y="3214674"/>
                </a:moveTo>
                <a:lnTo>
                  <a:pt x="622681" y="3214674"/>
                </a:lnTo>
                <a:cubicBezTo>
                  <a:pt x="495703" y="3202920"/>
                  <a:pt x="501057" y="3225622"/>
                  <a:pt x="466697" y="3144149"/>
                </a:cubicBezTo>
                <a:lnTo>
                  <a:pt x="8303" y="1942070"/>
                </a:lnTo>
                <a:cubicBezTo>
                  <a:pt x="-16491" y="1877049"/>
                  <a:pt x="16118" y="1804239"/>
                  <a:pt x="81139" y="1779444"/>
                </a:cubicBezTo>
                <a:cubicBezTo>
                  <a:pt x="146160" y="1754650"/>
                  <a:pt x="218970" y="1787259"/>
                  <a:pt x="243764" y="1852280"/>
                </a:cubicBezTo>
                <a:lnTo>
                  <a:pt x="504770" y="2536736"/>
                </a:lnTo>
                <a:lnTo>
                  <a:pt x="555637" y="2536736"/>
                </a:lnTo>
                <a:lnTo>
                  <a:pt x="226299" y="1210417"/>
                </a:lnTo>
                <a:lnTo>
                  <a:pt x="551784" y="1210417"/>
                </a:lnTo>
                <a:lnTo>
                  <a:pt x="551784" y="168335"/>
                </a:lnTo>
                <a:cubicBezTo>
                  <a:pt x="551784" y="75366"/>
                  <a:pt x="627150" y="0"/>
                  <a:pt x="720119" y="0"/>
                </a:cubicBezTo>
                <a:cubicBezTo>
                  <a:pt x="813088" y="0"/>
                  <a:pt x="888454" y="75366"/>
                  <a:pt x="888454" y="168335"/>
                </a:cubicBezTo>
                <a:lnTo>
                  <a:pt x="888454" y="1210417"/>
                </a:lnTo>
                <a:lnTo>
                  <a:pt x="968040" y="1210417"/>
                </a:lnTo>
                <a:lnTo>
                  <a:pt x="968040" y="168335"/>
                </a:lnTo>
                <a:cubicBezTo>
                  <a:pt x="968040" y="75366"/>
                  <a:pt x="1043406" y="0"/>
                  <a:pt x="1136375" y="0"/>
                </a:cubicBezTo>
                <a:cubicBezTo>
                  <a:pt x="1229344" y="0"/>
                  <a:pt x="1304710" y="75366"/>
                  <a:pt x="1304710" y="168335"/>
                </a:cubicBezTo>
                <a:lnTo>
                  <a:pt x="1304710" y="1210417"/>
                </a:lnTo>
                <a:lnTo>
                  <a:pt x="1631589" y="1210417"/>
                </a:lnTo>
                <a:lnTo>
                  <a:pt x="1302251" y="2536736"/>
                </a:lnTo>
                <a:lnTo>
                  <a:pt x="1351562" y="2536736"/>
                </a:lnTo>
                <a:lnTo>
                  <a:pt x="1612568" y="1852280"/>
                </a:lnTo>
                <a:cubicBezTo>
                  <a:pt x="1637362" y="1787259"/>
                  <a:pt x="1710172" y="1754650"/>
                  <a:pt x="1775193" y="1779444"/>
                </a:cubicBezTo>
                <a:cubicBezTo>
                  <a:pt x="1840214" y="1804239"/>
                  <a:pt x="1872823" y="1877049"/>
                  <a:pt x="1848029" y="1942070"/>
                </a:cubicBezTo>
                <a:lnTo>
                  <a:pt x="1389635" y="3144149"/>
                </a:lnTo>
                <a:cubicBezTo>
                  <a:pt x="1348984" y="3225622"/>
                  <a:pt x="1356391" y="3202920"/>
                  <a:pt x="1228565" y="3214674"/>
                </a:cubicBezTo>
                <a:close/>
                <a:moveTo>
                  <a:pt x="925623" y="3959924"/>
                </a:moveTo>
                <a:cubicBezTo>
                  <a:pt x="746683" y="3959924"/>
                  <a:pt x="601623" y="3814864"/>
                  <a:pt x="601623" y="3635924"/>
                </a:cubicBezTo>
                <a:cubicBezTo>
                  <a:pt x="601623" y="3456984"/>
                  <a:pt x="746683" y="3311924"/>
                  <a:pt x="925623" y="3311924"/>
                </a:cubicBezTo>
                <a:cubicBezTo>
                  <a:pt x="1104563" y="3311924"/>
                  <a:pt x="1249623" y="3456984"/>
                  <a:pt x="1249623" y="3635924"/>
                </a:cubicBezTo>
                <a:cubicBezTo>
                  <a:pt x="1249623" y="3814864"/>
                  <a:pt x="1104563" y="3959924"/>
                  <a:pt x="925623" y="39599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68" name="Donut 87"/>
          <p:cNvSpPr/>
          <p:nvPr/>
        </p:nvSpPr>
        <p:spPr>
          <a:xfrm>
            <a:off x="5691960" y="1540080"/>
            <a:ext cx="507240" cy="521280"/>
          </a:xfrm>
          <a:custGeom>
            <a:avLst/>
            <a:gdLst>
              <a:gd name="textAreaLeft" fmla="*/ 0 w 507240"/>
              <a:gd name="textAreaRight" fmla="*/ 507600 w 507240"/>
              <a:gd name="textAreaTop" fmla="*/ 0 h 521280"/>
              <a:gd name="textAreaBottom" fmla="*/ 521640 h 521280"/>
            </a:gdLst>
            <a:ahLst/>
            <a:rect l="textAreaLeft" t="textAreaTop" r="textAreaRight" b="textAreaBottom"/>
            <a:pathLst>
              <a:path w="356471" h="366339">
                <a:moveTo>
                  <a:pt x="144025" y="123680"/>
                </a:moveTo>
                <a:cubicBezTo>
                  <a:pt x="89551" y="123680"/>
                  <a:pt x="45391" y="167840"/>
                  <a:pt x="45391" y="222314"/>
                </a:cubicBezTo>
                <a:cubicBezTo>
                  <a:pt x="45391" y="276788"/>
                  <a:pt x="89551" y="320948"/>
                  <a:pt x="144025" y="320948"/>
                </a:cubicBezTo>
                <a:cubicBezTo>
                  <a:pt x="198499" y="320948"/>
                  <a:pt x="242659" y="276788"/>
                  <a:pt x="242659" y="222314"/>
                </a:cubicBezTo>
                <a:cubicBezTo>
                  <a:pt x="242659" y="167840"/>
                  <a:pt x="198499" y="123680"/>
                  <a:pt x="144025" y="123680"/>
                </a:cubicBezTo>
                <a:close/>
                <a:moveTo>
                  <a:pt x="354808" y="0"/>
                </a:moveTo>
                <a:lnTo>
                  <a:pt x="356471" y="85288"/>
                </a:lnTo>
                <a:lnTo>
                  <a:pt x="334733" y="64382"/>
                </a:lnTo>
                <a:lnTo>
                  <a:pt x="260258" y="141819"/>
                </a:lnTo>
                <a:cubicBezTo>
                  <a:pt x="278587" y="163579"/>
                  <a:pt x="288050" y="191841"/>
                  <a:pt x="288050" y="222314"/>
                </a:cubicBezTo>
                <a:cubicBezTo>
                  <a:pt x="288050" y="301857"/>
                  <a:pt x="223568" y="366339"/>
                  <a:pt x="144025" y="366339"/>
                </a:cubicBezTo>
                <a:cubicBezTo>
                  <a:pt x="64482" y="366339"/>
                  <a:pt x="0" y="301857"/>
                  <a:pt x="0" y="222314"/>
                </a:cubicBezTo>
                <a:cubicBezTo>
                  <a:pt x="0" y="142771"/>
                  <a:pt x="64482" y="78289"/>
                  <a:pt x="144025" y="78289"/>
                </a:cubicBezTo>
                <a:cubicBezTo>
                  <a:pt x="170876" y="78289"/>
                  <a:pt x="196011" y="85637"/>
                  <a:pt x="216282" y="100527"/>
                </a:cubicBezTo>
                <a:lnTo>
                  <a:pt x="291257" y="22569"/>
                </a:lnTo>
                <a:lnTo>
                  <a:pt x="269519" y="166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569" name="Donut 90"/>
          <p:cNvSpPr/>
          <p:nvPr/>
        </p:nvSpPr>
        <p:spPr>
          <a:xfrm>
            <a:off x="6568560" y="1501920"/>
            <a:ext cx="531720" cy="543240"/>
          </a:xfrm>
          <a:custGeom>
            <a:avLst/>
            <a:gdLst>
              <a:gd name="textAreaLeft" fmla="*/ 0 w 531720"/>
              <a:gd name="textAreaRight" fmla="*/ 532080 w 531720"/>
              <a:gd name="textAreaTop" fmla="*/ 0 h 543240"/>
              <a:gd name="textAreaBottom" fmla="*/ 543600 h 543240"/>
            </a:gdLst>
            <a:ahLst/>
            <a:rect l="textAreaLeft" t="textAreaTop" r="textAreaRight" b="textAreaBottom"/>
            <a:pathLst>
              <a:path w="373598" h="381817">
                <a:moveTo>
                  <a:pt x="229573" y="45391"/>
                </a:moveTo>
                <a:cubicBezTo>
                  <a:pt x="175099" y="45391"/>
                  <a:pt x="130939" y="89551"/>
                  <a:pt x="130939" y="144025"/>
                </a:cubicBezTo>
                <a:cubicBezTo>
                  <a:pt x="130939" y="198499"/>
                  <a:pt x="175099" y="242659"/>
                  <a:pt x="229573" y="242659"/>
                </a:cubicBezTo>
                <a:cubicBezTo>
                  <a:pt x="284047" y="242659"/>
                  <a:pt x="328207" y="198499"/>
                  <a:pt x="328207" y="144025"/>
                </a:cubicBezTo>
                <a:cubicBezTo>
                  <a:pt x="328207" y="89551"/>
                  <a:pt x="284047" y="45391"/>
                  <a:pt x="229573" y="45391"/>
                </a:cubicBezTo>
                <a:close/>
                <a:moveTo>
                  <a:pt x="229573" y="0"/>
                </a:moveTo>
                <a:cubicBezTo>
                  <a:pt x="309116" y="0"/>
                  <a:pt x="373598" y="64482"/>
                  <a:pt x="373598" y="144025"/>
                </a:cubicBezTo>
                <a:cubicBezTo>
                  <a:pt x="373598" y="223568"/>
                  <a:pt x="309116" y="288050"/>
                  <a:pt x="229573" y="288050"/>
                </a:cubicBezTo>
                <a:cubicBezTo>
                  <a:pt x="202172" y="288050"/>
                  <a:pt x="176558" y="280398"/>
                  <a:pt x="156060" y="264966"/>
                </a:cubicBezTo>
                <a:lnTo>
                  <a:pt x="128993" y="292033"/>
                </a:lnTo>
                <a:lnTo>
                  <a:pt x="160228" y="323268"/>
                </a:lnTo>
                <a:cubicBezTo>
                  <a:pt x="171055" y="334095"/>
                  <a:pt x="171055" y="351650"/>
                  <a:pt x="160228" y="362477"/>
                </a:cubicBezTo>
                <a:cubicBezTo>
                  <a:pt x="149401" y="373304"/>
                  <a:pt x="131846" y="373304"/>
                  <a:pt x="121019" y="362477"/>
                </a:cubicBezTo>
                <a:lnTo>
                  <a:pt x="89784" y="331242"/>
                </a:lnTo>
                <a:lnTo>
                  <a:pt x="39209" y="381817"/>
                </a:lnTo>
                <a:cubicBezTo>
                  <a:pt x="28381" y="392644"/>
                  <a:pt x="10827" y="392644"/>
                  <a:pt x="0" y="381817"/>
                </a:cubicBezTo>
                <a:cubicBezTo>
                  <a:pt x="-10828" y="370989"/>
                  <a:pt x="-10828" y="353435"/>
                  <a:pt x="0" y="342608"/>
                </a:cubicBezTo>
                <a:lnTo>
                  <a:pt x="50575" y="292033"/>
                </a:lnTo>
                <a:lnTo>
                  <a:pt x="16166" y="257624"/>
                </a:lnTo>
                <a:cubicBezTo>
                  <a:pt x="5339" y="246797"/>
                  <a:pt x="5339" y="229242"/>
                  <a:pt x="16166" y="218415"/>
                </a:cubicBezTo>
                <a:cubicBezTo>
                  <a:pt x="26993" y="207588"/>
                  <a:pt x="44548" y="207588"/>
                  <a:pt x="55375" y="218415"/>
                </a:cubicBezTo>
                <a:lnTo>
                  <a:pt x="89784" y="252824"/>
                </a:lnTo>
                <a:lnTo>
                  <a:pt x="115252" y="227356"/>
                </a:lnTo>
                <a:cubicBezTo>
                  <a:pt x="95803" y="205073"/>
                  <a:pt x="85548" y="175747"/>
                  <a:pt x="85548" y="144025"/>
                </a:cubicBezTo>
                <a:cubicBezTo>
                  <a:pt x="85548" y="64482"/>
                  <a:pt x="150030" y="0"/>
                  <a:pt x="2295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570" name="Oval 6"/>
          <p:cNvSpPr/>
          <p:nvPr/>
        </p:nvSpPr>
        <p:spPr>
          <a:xfrm>
            <a:off x="7560720" y="2604600"/>
            <a:ext cx="507600" cy="502200"/>
          </a:xfrm>
          <a:custGeom>
            <a:avLst/>
            <a:gdLst>
              <a:gd name="textAreaLeft" fmla="*/ 0 w 507600"/>
              <a:gd name="textAreaRight" fmla="*/ 507960 w 507600"/>
              <a:gd name="textAreaTop" fmla="*/ 0 h 502200"/>
              <a:gd name="textAreaBottom" fmla="*/ 502560 h 502200"/>
            </a:gdLst>
            <a:ahLst/>
            <a:rect l="textAreaLeft" t="textAreaTop" r="textAreaRight" b="textAreaBottom"/>
            <a:pathLst>
              <a:path w="3220460" h="3186731">
                <a:moveTo>
                  <a:pt x="1762834" y="1282034"/>
                </a:moveTo>
                <a:lnTo>
                  <a:pt x="273698" y="2771171"/>
                </a:lnTo>
                <a:cubicBezTo>
                  <a:pt x="253145" y="2791724"/>
                  <a:pt x="253145" y="2825048"/>
                  <a:pt x="273698" y="2845601"/>
                </a:cubicBezTo>
                <a:cubicBezTo>
                  <a:pt x="294251" y="2866154"/>
                  <a:pt x="327575" y="2866154"/>
                  <a:pt x="348128" y="2845601"/>
                </a:cubicBezTo>
                <a:lnTo>
                  <a:pt x="1830131" y="1363598"/>
                </a:lnTo>
                <a:close/>
                <a:moveTo>
                  <a:pt x="2703218" y="237332"/>
                </a:moveTo>
                <a:cubicBezTo>
                  <a:pt x="2623680" y="237332"/>
                  <a:pt x="2559202" y="301810"/>
                  <a:pt x="2559202" y="381348"/>
                </a:cubicBezTo>
                <a:cubicBezTo>
                  <a:pt x="2559202" y="460886"/>
                  <a:pt x="2623680" y="525364"/>
                  <a:pt x="2703218" y="525364"/>
                </a:cubicBezTo>
                <a:cubicBezTo>
                  <a:pt x="2782756" y="525364"/>
                  <a:pt x="2847234" y="460886"/>
                  <a:pt x="2847234" y="381348"/>
                </a:cubicBezTo>
                <a:cubicBezTo>
                  <a:pt x="2847234" y="301810"/>
                  <a:pt x="2782756" y="237332"/>
                  <a:pt x="2703218" y="237332"/>
                </a:cubicBezTo>
                <a:close/>
                <a:moveTo>
                  <a:pt x="2413103" y="0"/>
                </a:moveTo>
                <a:cubicBezTo>
                  <a:pt x="2858994" y="0"/>
                  <a:pt x="3220460" y="361466"/>
                  <a:pt x="3220460" y="807357"/>
                </a:cubicBezTo>
                <a:cubicBezTo>
                  <a:pt x="3220460" y="1253248"/>
                  <a:pt x="2858994" y="1614714"/>
                  <a:pt x="2413103" y="1614714"/>
                </a:cubicBezTo>
                <a:cubicBezTo>
                  <a:pt x="2305542" y="1614714"/>
                  <a:pt x="2202893" y="1593680"/>
                  <a:pt x="2109223" y="1555067"/>
                </a:cubicBezTo>
                <a:lnTo>
                  <a:pt x="2191945" y="1637789"/>
                </a:lnTo>
                <a:cubicBezTo>
                  <a:pt x="2226856" y="1672699"/>
                  <a:pt x="2226855" y="1729300"/>
                  <a:pt x="2191945" y="1764210"/>
                </a:cubicBezTo>
                <a:lnTo>
                  <a:pt x="2045068" y="1911087"/>
                </a:lnTo>
                <a:cubicBezTo>
                  <a:pt x="2010158" y="1945998"/>
                  <a:pt x="1953557" y="1945998"/>
                  <a:pt x="1918647" y="1911087"/>
                </a:cubicBezTo>
                <a:lnTo>
                  <a:pt x="1799123" y="1791564"/>
                </a:lnTo>
                <a:lnTo>
                  <a:pt x="1749496" y="1841190"/>
                </a:lnTo>
                <a:lnTo>
                  <a:pt x="1832980" y="1924673"/>
                </a:lnTo>
                <a:lnTo>
                  <a:pt x="1761893" y="1995760"/>
                </a:lnTo>
                <a:lnTo>
                  <a:pt x="1678410" y="1912277"/>
                </a:lnTo>
                <a:lnTo>
                  <a:pt x="1650246" y="1940441"/>
                </a:lnTo>
                <a:lnTo>
                  <a:pt x="1735612" y="2025807"/>
                </a:lnTo>
                <a:lnTo>
                  <a:pt x="1573330" y="2188089"/>
                </a:lnTo>
                <a:lnTo>
                  <a:pt x="1487964" y="2102723"/>
                </a:lnTo>
                <a:lnTo>
                  <a:pt x="1451742" y="2138944"/>
                </a:lnTo>
                <a:lnTo>
                  <a:pt x="1537109" y="2224311"/>
                </a:lnTo>
                <a:lnTo>
                  <a:pt x="1374830" y="2386590"/>
                </a:lnTo>
                <a:lnTo>
                  <a:pt x="1289463" y="2301223"/>
                </a:lnTo>
                <a:lnTo>
                  <a:pt x="1225079" y="2365608"/>
                </a:lnTo>
                <a:lnTo>
                  <a:pt x="1310445" y="2450974"/>
                </a:lnTo>
                <a:lnTo>
                  <a:pt x="1239358" y="2522061"/>
                </a:lnTo>
                <a:lnTo>
                  <a:pt x="1153992" y="2436695"/>
                </a:lnTo>
                <a:lnTo>
                  <a:pt x="1104364" y="2486322"/>
                </a:lnTo>
                <a:lnTo>
                  <a:pt x="1189730" y="2571689"/>
                </a:lnTo>
                <a:lnTo>
                  <a:pt x="1034153" y="2727266"/>
                </a:lnTo>
                <a:lnTo>
                  <a:pt x="948787" y="2641900"/>
                </a:lnTo>
                <a:lnTo>
                  <a:pt x="905863" y="2684824"/>
                </a:lnTo>
                <a:lnTo>
                  <a:pt x="991230" y="2770191"/>
                </a:lnTo>
                <a:lnTo>
                  <a:pt x="842353" y="2919067"/>
                </a:lnTo>
                <a:lnTo>
                  <a:pt x="756986" y="2833700"/>
                </a:lnTo>
                <a:lnTo>
                  <a:pt x="692119" y="2898567"/>
                </a:lnTo>
                <a:lnTo>
                  <a:pt x="777486" y="2983934"/>
                </a:lnTo>
                <a:lnTo>
                  <a:pt x="628610" y="3132811"/>
                </a:lnTo>
                <a:lnTo>
                  <a:pt x="618557" y="3122757"/>
                </a:lnTo>
                <a:lnTo>
                  <a:pt x="622830" y="3134825"/>
                </a:lnTo>
                <a:lnTo>
                  <a:pt x="346551" y="3150831"/>
                </a:lnTo>
                <a:lnTo>
                  <a:pt x="0" y="3186731"/>
                </a:lnTo>
                <a:lnTo>
                  <a:pt x="51749" y="2750557"/>
                </a:lnTo>
                <a:lnTo>
                  <a:pt x="48979" y="2747788"/>
                </a:lnTo>
                <a:lnTo>
                  <a:pt x="52495" y="2744272"/>
                </a:lnTo>
                <a:lnTo>
                  <a:pt x="52938" y="2740533"/>
                </a:lnTo>
                <a:lnTo>
                  <a:pt x="54575" y="2742192"/>
                </a:lnTo>
                <a:lnTo>
                  <a:pt x="1671288" y="1125479"/>
                </a:lnTo>
                <a:cubicBezTo>
                  <a:pt x="1628971" y="1027979"/>
                  <a:pt x="1605746" y="920380"/>
                  <a:pt x="1605746" y="807357"/>
                </a:cubicBezTo>
                <a:cubicBezTo>
                  <a:pt x="1605746" y="361466"/>
                  <a:pt x="1967212" y="0"/>
                  <a:pt x="241310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71" name="Block Arc 25"/>
          <p:cNvSpPr/>
          <p:nvPr/>
        </p:nvSpPr>
        <p:spPr>
          <a:xfrm>
            <a:off x="5081760" y="2603520"/>
            <a:ext cx="349200" cy="504360"/>
          </a:xfrm>
          <a:custGeom>
            <a:avLst/>
            <a:gdLst>
              <a:gd name="textAreaLeft" fmla="*/ 0 w 349200"/>
              <a:gd name="textAreaRight" fmla="*/ 349560 w 349200"/>
              <a:gd name="textAreaTop" fmla="*/ 0 h 504360"/>
              <a:gd name="textAreaBottom" fmla="*/ 504720 h 504360"/>
            </a:gdLst>
            <a:ahLst/>
            <a:rect l="textAreaLeft" t="textAreaTop" r="textAreaRight" b="textAreaBottom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572" name="Block Arc 31"/>
          <p:cNvSpPr/>
          <p:nvPr/>
        </p:nvSpPr>
        <p:spPr>
          <a:xfrm>
            <a:off x="8411040" y="2603520"/>
            <a:ext cx="455760" cy="504360"/>
          </a:xfrm>
          <a:custGeom>
            <a:avLst/>
            <a:gdLst>
              <a:gd name="textAreaLeft" fmla="*/ 0 w 455760"/>
              <a:gd name="textAreaRight" fmla="*/ 456120 w 455760"/>
              <a:gd name="textAreaTop" fmla="*/ 0 h 504360"/>
              <a:gd name="textAreaBottom" fmla="*/ 504720 h 504360"/>
            </a:gdLst>
            <a:ahLst/>
            <a:rect l="textAreaLeft" t="textAreaTop" r="textAreaRight" b="textAreaBottom"/>
            <a:pathLst>
              <a:path w="2890784" h="3200962">
                <a:moveTo>
                  <a:pt x="1107828" y="2097026"/>
                </a:moveTo>
                <a:cubicBezTo>
                  <a:pt x="1025313" y="2097026"/>
                  <a:pt x="958422" y="2163918"/>
                  <a:pt x="958422" y="2246432"/>
                </a:cubicBezTo>
                <a:cubicBezTo>
                  <a:pt x="958422" y="2302715"/>
                  <a:pt x="989545" y="2351730"/>
                  <a:pt x="1036589" y="2375275"/>
                </a:cubicBezTo>
                <a:lnTo>
                  <a:pt x="985421" y="2684898"/>
                </a:lnTo>
                <a:lnTo>
                  <a:pt x="1230235" y="2684898"/>
                </a:lnTo>
                <a:lnTo>
                  <a:pt x="1179067" y="2375275"/>
                </a:lnTo>
                <a:cubicBezTo>
                  <a:pt x="1226111" y="2351730"/>
                  <a:pt x="1257233" y="2302715"/>
                  <a:pt x="1257233" y="2246432"/>
                </a:cubicBezTo>
                <a:cubicBezTo>
                  <a:pt x="1257233" y="2163918"/>
                  <a:pt x="1190342" y="2097026"/>
                  <a:pt x="1107828" y="2097026"/>
                </a:cubicBezTo>
                <a:close/>
                <a:moveTo>
                  <a:pt x="2199259" y="56"/>
                </a:moveTo>
                <a:cubicBezTo>
                  <a:pt x="2572924" y="-4720"/>
                  <a:pt x="2881009" y="291773"/>
                  <a:pt x="2890561" y="665346"/>
                </a:cubicBezTo>
                <a:lnTo>
                  <a:pt x="2843000" y="666562"/>
                </a:lnTo>
                <a:lnTo>
                  <a:pt x="2890784" y="666562"/>
                </a:lnTo>
                <a:lnTo>
                  <a:pt x="2890784" y="1580962"/>
                </a:lnTo>
                <a:lnTo>
                  <a:pt x="2625345" y="1580962"/>
                </a:lnTo>
                <a:lnTo>
                  <a:pt x="2625345" y="672127"/>
                </a:lnTo>
                <a:lnTo>
                  <a:pt x="2623811" y="672166"/>
                </a:lnTo>
                <a:cubicBezTo>
                  <a:pt x="2617992" y="444585"/>
                  <a:pt x="2430306" y="263961"/>
                  <a:pt x="2202670" y="266871"/>
                </a:cubicBezTo>
                <a:cubicBezTo>
                  <a:pt x="1975033" y="269781"/>
                  <a:pt x="1792025" y="455143"/>
                  <a:pt x="1792025" y="682798"/>
                </a:cubicBezTo>
                <a:lnTo>
                  <a:pt x="1790626" y="682798"/>
                </a:lnTo>
                <a:lnTo>
                  <a:pt x="1790626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1525187" y="1580962"/>
                </a:lnTo>
                <a:lnTo>
                  <a:pt x="1525187" y="676764"/>
                </a:lnTo>
                <a:lnTo>
                  <a:pt x="1525791" y="676764"/>
                </a:lnTo>
                <a:cubicBezTo>
                  <a:pt x="1528430" y="305830"/>
                  <a:pt x="1827609" y="4806"/>
                  <a:pt x="2199259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573" name="Freeform 53"/>
          <p:cNvSpPr/>
          <p:nvPr/>
        </p:nvSpPr>
        <p:spPr>
          <a:xfrm>
            <a:off x="10130760" y="2599920"/>
            <a:ext cx="499320" cy="511920"/>
          </a:xfrm>
          <a:custGeom>
            <a:avLst/>
            <a:gdLst>
              <a:gd name="textAreaLeft" fmla="*/ 0 w 499320"/>
              <a:gd name="textAreaRight" fmla="*/ 499680 w 499320"/>
              <a:gd name="textAreaTop" fmla="*/ 0 h 511920"/>
              <a:gd name="textAreaBottom" fmla="*/ 512280 h 511920"/>
            </a:gdLst>
            <a:ahLst/>
            <a:rect l="textAreaLeft" t="textAreaTop" r="textAreaRight" b="textAreaBottom"/>
            <a:pathLst>
              <a:path w="2296406" h="2354521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74" name="Block Arc 10"/>
          <p:cNvSpPr/>
          <p:nvPr/>
        </p:nvSpPr>
        <p:spPr>
          <a:xfrm>
            <a:off x="10959120" y="4745880"/>
            <a:ext cx="614160" cy="415800"/>
          </a:xfrm>
          <a:custGeom>
            <a:avLst/>
            <a:gdLst>
              <a:gd name="textAreaLeft" fmla="*/ 0 w 614160"/>
              <a:gd name="textAreaRight" fmla="*/ 614520 w 614160"/>
              <a:gd name="textAreaTop" fmla="*/ 0 h 415800"/>
              <a:gd name="textAreaBottom" fmla="*/ 416160 h 415800"/>
            </a:gdLst>
            <a:ahLst/>
            <a:rect l="textAreaLeft" t="textAreaTop" r="textAreaRight" b="textAreaBottom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dk1"/>
              </a:solidFill>
              <a:latin typeface="Arial"/>
              <a:ea typeface="Arial Unicode MS"/>
            </a:endParaRPr>
          </a:p>
        </p:txBody>
      </p:sp>
      <p:sp>
        <p:nvSpPr>
          <p:cNvPr id="1575" name="Freeform 55"/>
          <p:cNvSpPr/>
          <p:nvPr/>
        </p:nvSpPr>
        <p:spPr>
          <a:xfrm>
            <a:off x="4423320" y="2468520"/>
            <a:ext cx="315720" cy="774360"/>
          </a:xfrm>
          <a:custGeom>
            <a:avLst/>
            <a:gdLst>
              <a:gd name="textAreaLeft" fmla="*/ 0 w 315720"/>
              <a:gd name="textAreaRight" fmla="*/ 316080 w 315720"/>
              <a:gd name="textAreaTop" fmla="*/ 0 h 774360"/>
              <a:gd name="textAreaBottom" fmla="*/ 774720 h 774360"/>
            </a:gdLst>
            <a:ahLst/>
            <a:rect l="textAreaLeft" t="textAreaTop" r="textAreaRight" b="textAreaBottom"/>
            <a:pathLst>
              <a:path w="1060423" h="259839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76" name="Round Same Side Corner Rectangle 36"/>
          <p:cNvSpPr/>
          <p:nvPr/>
        </p:nvSpPr>
        <p:spPr>
          <a:xfrm>
            <a:off x="9209160" y="2626920"/>
            <a:ext cx="578880" cy="457560"/>
          </a:xfrm>
          <a:custGeom>
            <a:avLst/>
            <a:gdLst>
              <a:gd name="textAreaLeft" fmla="*/ 0 w 578880"/>
              <a:gd name="textAreaRight" fmla="*/ 579240 w 578880"/>
              <a:gd name="textAreaTop" fmla="*/ 0 h 457560"/>
              <a:gd name="textAreaBottom" fmla="*/ 457920 h 457560"/>
            </a:gdLst>
            <a:ahLst/>
            <a:rect l="textAreaLeft" t="textAreaTop" r="textAreaRight" b="textAreaBottom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77" name="Oval 21"/>
          <p:cNvSpPr/>
          <p:nvPr/>
        </p:nvSpPr>
        <p:spPr>
          <a:xfrm>
            <a:off x="7052040" y="4713480"/>
            <a:ext cx="476640" cy="480600"/>
          </a:xfrm>
          <a:custGeom>
            <a:avLst/>
            <a:gdLst>
              <a:gd name="textAreaLeft" fmla="*/ 0 w 476640"/>
              <a:gd name="textAreaRight" fmla="*/ 477000 w 476640"/>
              <a:gd name="textAreaTop" fmla="*/ 0 h 480600"/>
              <a:gd name="textAreaBottom" fmla="*/ 480960 h 480600"/>
            </a:gdLst>
            <a:ahLst/>
            <a:rect l="textAreaLeft" t="textAreaTop" r="textAreaRight" b="textAreaBottom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  <p:sp>
        <p:nvSpPr>
          <p:cNvPr id="1578" name="Oval 32"/>
          <p:cNvSpPr/>
          <p:nvPr/>
        </p:nvSpPr>
        <p:spPr>
          <a:xfrm>
            <a:off x="9307800" y="4680720"/>
            <a:ext cx="453600" cy="546120"/>
          </a:xfrm>
          <a:custGeom>
            <a:avLst/>
            <a:gdLst>
              <a:gd name="textAreaLeft" fmla="*/ 0 w 453600"/>
              <a:gd name="textAreaRight" fmla="*/ 453960 w 453600"/>
              <a:gd name="textAreaTop" fmla="*/ 0 h 546120"/>
              <a:gd name="textAreaBottom" fmla="*/ 546480 h 546120"/>
            </a:gdLst>
            <a:ahLst/>
            <a:rect l="textAreaLeft" t="textAreaTop" r="textAreaRight" b="textAreaBottom"/>
            <a:pathLst>
              <a:path w="2671236" h="3213546">
                <a:moveTo>
                  <a:pt x="1336943" y="151152"/>
                </a:moveTo>
                <a:cubicBezTo>
                  <a:pt x="1223677" y="151152"/>
                  <a:pt x="1131857" y="242973"/>
                  <a:pt x="1131857" y="356239"/>
                </a:cubicBezTo>
                <a:cubicBezTo>
                  <a:pt x="1131857" y="469506"/>
                  <a:pt x="1223677" y="561326"/>
                  <a:pt x="1336943" y="561326"/>
                </a:cubicBezTo>
                <a:cubicBezTo>
                  <a:pt x="1450210" y="561326"/>
                  <a:pt x="1542030" y="469506"/>
                  <a:pt x="1542030" y="356239"/>
                </a:cubicBezTo>
                <a:cubicBezTo>
                  <a:pt x="1542030" y="242973"/>
                  <a:pt x="1450210" y="151152"/>
                  <a:pt x="1336943" y="151152"/>
                </a:cubicBezTo>
                <a:close/>
                <a:moveTo>
                  <a:pt x="1336943" y="0"/>
                </a:moveTo>
                <a:cubicBezTo>
                  <a:pt x="1533689" y="0"/>
                  <a:pt x="1693182" y="159493"/>
                  <a:pt x="1693182" y="356239"/>
                </a:cubicBezTo>
                <a:cubicBezTo>
                  <a:pt x="1693182" y="499348"/>
                  <a:pt x="1608797" y="622748"/>
                  <a:pt x="1486649" y="678491"/>
                </a:cubicBezTo>
                <a:lnTo>
                  <a:pt x="1504985" y="861628"/>
                </a:lnTo>
                <a:lnTo>
                  <a:pt x="2050955" y="861628"/>
                </a:lnTo>
                <a:cubicBezTo>
                  <a:pt x="2073924" y="808095"/>
                  <a:pt x="2127168" y="770742"/>
                  <a:pt x="2189136" y="770742"/>
                </a:cubicBezTo>
                <a:cubicBezTo>
                  <a:pt x="2272476" y="770742"/>
                  <a:pt x="2340037" y="838303"/>
                  <a:pt x="2340037" y="921643"/>
                </a:cubicBezTo>
                <a:cubicBezTo>
                  <a:pt x="2340037" y="1004983"/>
                  <a:pt x="2272476" y="1072544"/>
                  <a:pt x="2189136" y="1072544"/>
                </a:cubicBezTo>
                <a:cubicBezTo>
                  <a:pt x="2127168" y="1072544"/>
                  <a:pt x="2073924" y="1035191"/>
                  <a:pt x="2050955" y="981658"/>
                </a:cubicBezTo>
                <a:lnTo>
                  <a:pt x="1517002" y="981658"/>
                </a:lnTo>
                <a:lnTo>
                  <a:pt x="1678124" y="2590970"/>
                </a:lnTo>
                <a:cubicBezTo>
                  <a:pt x="2063444" y="2451708"/>
                  <a:pt x="2360829" y="2287813"/>
                  <a:pt x="2381761" y="1860600"/>
                </a:cubicBezTo>
                <a:cubicBezTo>
                  <a:pt x="2329006" y="1862811"/>
                  <a:pt x="2276981" y="1871755"/>
                  <a:pt x="2228094" y="1886075"/>
                </a:cubicBezTo>
                <a:cubicBezTo>
                  <a:pt x="2324645" y="1771974"/>
                  <a:pt x="2415523" y="1665436"/>
                  <a:pt x="2449665" y="1504055"/>
                </a:cubicBezTo>
                <a:cubicBezTo>
                  <a:pt x="2485699" y="1663545"/>
                  <a:pt x="2574685" y="1764408"/>
                  <a:pt x="2671236" y="1886075"/>
                </a:cubicBezTo>
                <a:cubicBezTo>
                  <a:pt x="2622475" y="1872164"/>
                  <a:pt x="2568855" y="1862858"/>
                  <a:pt x="2513341" y="1860541"/>
                </a:cubicBezTo>
                <a:cubicBezTo>
                  <a:pt x="2486075" y="2436981"/>
                  <a:pt x="2151724" y="2992040"/>
                  <a:pt x="1522375" y="3040581"/>
                </a:cubicBezTo>
                <a:cubicBezTo>
                  <a:pt x="1427529" y="3119259"/>
                  <a:pt x="1392747" y="3155891"/>
                  <a:pt x="1336943" y="3213546"/>
                </a:cubicBezTo>
                <a:cubicBezTo>
                  <a:pt x="1284048" y="3153728"/>
                  <a:pt x="1252174" y="3120936"/>
                  <a:pt x="1157234" y="3046101"/>
                </a:cubicBezTo>
                <a:cubicBezTo>
                  <a:pt x="592479" y="2980043"/>
                  <a:pt x="187829" y="2438320"/>
                  <a:pt x="160409" y="1860193"/>
                </a:cubicBezTo>
                <a:cubicBezTo>
                  <a:pt x="105366" y="1862056"/>
                  <a:pt x="50978" y="1871143"/>
                  <a:pt x="0" y="1886075"/>
                </a:cubicBezTo>
                <a:cubicBezTo>
                  <a:pt x="96552" y="1771974"/>
                  <a:pt x="187429" y="1665436"/>
                  <a:pt x="221571" y="1504055"/>
                </a:cubicBezTo>
                <a:cubicBezTo>
                  <a:pt x="257605" y="1663545"/>
                  <a:pt x="346591" y="1764408"/>
                  <a:pt x="443143" y="1886075"/>
                </a:cubicBezTo>
                <a:cubicBezTo>
                  <a:pt x="396276" y="1872705"/>
                  <a:pt x="344922" y="1863589"/>
                  <a:pt x="291687" y="1860996"/>
                </a:cubicBezTo>
                <a:cubicBezTo>
                  <a:pt x="313360" y="2289054"/>
                  <a:pt x="617325" y="2454996"/>
                  <a:pt x="1001768" y="2593980"/>
                </a:cubicBezTo>
                <a:lnTo>
                  <a:pt x="1157883" y="981658"/>
                </a:lnTo>
                <a:lnTo>
                  <a:pt x="666108" y="981658"/>
                </a:lnTo>
                <a:cubicBezTo>
                  <a:pt x="643139" y="1035191"/>
                  <a:pt x="589896" y="1072543"/>
                  <a:pt x="527928" y="1072543"/>
                </a:cubicBezTo>
                <a:cubicBezTo>
                  <a:pt x="444588" y="1072543"/>
                  <a:pt x="377027" y="1004982"/>
                  <a:pt x="377027" y="921642"/>
                </a:cubicBezTo>
                <a:cubicBezTo>
                  <a:pt x="377027" y="838302"/>
                  <a:pt x="444588" y="770741"/>
                  <a:pt x="527928" y="770741"/>
                </a:cubicBezTo>
                <a:cubicBezTo>
                  <a:pt x="589896" y="770741"/>
                  <a:pt x="643141" y="808095"/>
                  <a:pt x="666110" y="861628"/>
                </a:cubicBezTo>
                <a:lnTo>
                  <a:pt x="1169505" y="861628"/>
                </a:lnTo>
                <a:lnTo>
                  <a:pt x="1187237" y="678491"/>
                </a:lnTo>
                <a:cubicBezTo>
                  <a:pt x="1065090" y="622748"/>
                  <a:pt x="980704" y="499348"/>
                  <a:pt x="980704" y="356239"/>
                </a:cubicBezTo>
                <a:cubicBezTo>
                  <a:pt x="980704" y="159493"/>
                  <a:pt x="1140198" y="0"/>
                  <a:pt x="133694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700" spc="-1" strike="noStrike">
              <a:solidFill>
                <a:schemeClr val="lt1"/>
              </a:solidFill>
              <a:latin typeface="Arial"/>
              <a:ea typeface="Arial Unicode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over and End Slide Master">
  <a:themeElements>
    <a:clrScheme name="ALLPPT-40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ver and End Slide Master">
  <a:themeElements>
    <a:clrScheme name="ALLPPT-40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ntents Slide Master">
  <a:themeElements>
    <a:clrScheme name="ALLPPT-40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 pitchFamily="0" charset="1"/>
        <a:ea typeface="Arial Unicode MS" pitchFamily="0" charset="1"/>
        <a:cs typeface=""/>
      </a:majorFont>
      <a:minorFont>
        <a:latin typeface="Arial" pitchFamily="0" charset="1"/>
        <a:ea typeface="Arial Unicode MS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ontents Slide Master">
  <a:themeElements>
    <a:clrScheme name="ALLPPT-40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 pitchFamily="0" charset="1"/>
        <a:ea typeface="Arial Unicode MS" pitchFamily="0" charset="1"/>
        <a:cs typeface=""/>
      </a:majorFont>
      <a:minorFont>
        <a:latin typeface="Arial" pitchFamily="0" charset="1"/>
        <a:ea typeface="Arial Unicode MS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ontents Slide Master">
  <a:themeElements>
    <a:clrScheme name="ALLPPT-40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 pitchFamily="0" charset="1"/>
        <a:ea typeface="Arial Unicode MS" pitchFamily="0" charset="1"/>
        <a:cs typeface=""/>
      </a:majorFont>
      <a:minorFont>
        <a:latin typeface="Arial" pitchFamily="0" charset="1"/>
        <a:ea typeface="Arial Unicode MS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Contents Slide Master">
  <a:themeElements>
    <a:clrScheme name="ALLPPT-40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 pitchFamily="0" charset="1"/>
        <a:ea typeface="Arial Unicode MS" pitchFamily="0" charset="1"/>
        <a:cs typeface=""/>
      </a:majorFont>
      <a:minorFont>
        <a:latin typeface="Arial" pitchFamily="0" charset="1"/>
        <a:ea typeface="Arial Unicode MS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Contents Slide Master">
  <a:themeElements>
    <a:clrScheme name="ALLPPT-40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 pitchFamily="0" charset="1"/>
        <a:ea typeface="Arial Unicode MS" pitchFamily="0" charset="1"/>
        <a:cs typeface=""/>
      </a:majorFont>
      <a:minorFont>
        <a:latin typeface="Arial" pitchFamily="0" charset="1"/>
        <a:ea typeface="Arial Unicode MS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Contents Slide Master">
  <a:themeElements>
    <a:clrScheme name="ALLPPT-40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 pitchFamily="0" charset="1"/>
        <a:ea typeface="Arial Unicode MS" pitchFamily="0" charset="1"/>
        <a:cs typeface=""/>
      </a:majorFont>
      <a:minorFont>
        <a:latin typeface="Arial" pitchFamily="0" charset="1"/>
        <a:ea typeface="Arial Unicode MS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Contents Slide Master">
  <a:themeElements>
    <a:clrScheme name="ALLPPT-40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 pitchFamily="0" charset="1"/>
        <a:ea typeface="Arial Unicode MS" pitchFamily="0" charset="1"/>
        <a:cs typeface=""/>
      </a:majorFont>
      <a:minorFont>
        <a:latin typeface="Arial" pitchFamily="0" charset="1"/>
        <a:ea typeface="Arial Unicode MS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Contents Slide Master">
  <a:themeElements>
    <a:clrScheme name="ALLPPT-40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 pitchFamily="0" charset="1"/>
        <a:ea typeface="Arial Unicode MS" pitchFamily="0" charset="1"/>
        <a:cs typeface=""/>
      </a:majorFont>
      <a:minorFont>
        <a:latin typeface="Arial" pitchFamily="0" charset="1"/>
        <a:ea typeface="Arial Unicode MS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Contents Slide Master">
  <a:themeElements>
    <a:clrScheme name="ALLPPT-40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 pitchFamily="0" charset="1"/>
        <a:ea typeface="Arial Unicode MS" pitchFamily="0" charset="1"/>
        <a:cs typeface=""/>
      </a:majorFont>
      <a:minorFont>
        <a:latin typeface="Arial" pitchFamily="0" charset="1"/>
        <a:ea typeface="Arial Unicode MS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Contents Slide Master">
  <a:themeElements>
    <a:clrScheme name="ALLPPT-40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 pitchFamily="0" charset="1"/>
        <a:ea typeface="Arial Unicode MS" pitchFamily="0" charset="1"/>
        <a:cs typeface=""/>
      </a:majorFont>
      <a:minorFont>
        <a:latin typeface="Arial" pitchFamily="0" charset="1"/>
        <a:ea typeface="Arial Unicode MS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Contents Slide Master">
  <a:themeElements>
    <a:clrScheme name="ALLPPT-40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 pitchFamily="0" charset="1"/>
        <a:ea typeface="Arial Unicode MS" pitchFamily="0" charset="1"/>
        <a:cs typeface=""/>
      </a:majorFont>
      <a:minorFont>
        <a:latin typeface="Arial" pitchFamily="0" charset="1"/>
        <a:ea typeface="Arial Unicode MS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Contents Slide Master">
  <a:themeElements>
    <a:clrScheme name="ALLPPT-40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 pitchFamily="0" charset="1"/>
        <a:ea typeface="Arial Unicode MS" pitchFamily="0" charset="1"/>
        <a:cs typeface=""/>
      </a:majorFont>
      <a:minorFont>
        <a:latin typeface="Arial" pitchFamily="0" charset="1"/>
        <a:ea typeface="Arial Unicode MS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Contents Slide Master">
  <a:themeElements>
    <a:clrScheme name="ALLPPT-40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 pitchFamily="0" charset="1"/>
        <a:ea typeface="Arial Unicode MS" pitchFamily="0" charset="1"/>
        <a:cs typeface=""/>
      </a:majorFont>
      <a:minorFont>
        <a:latin typeface="Arial" pitchFamily="0" charset="1"/>
        <a:ea typeface="Arial Unicode MS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Contents Slide Master">
  <a:themeElements>
    <a:clrScheme name="ALLPPT-40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 pitchFamily="0" charset="1"/>
        <a:ea typeface="Arial Unicode MS" pitchFamily="0" charset="1"/>
        <a:cs typeface=""/>
      </a:majorFont>
      <a:minorFont>
        <a:latin typeface="Arial" pitchFamily="0" charset="1"/>
        <a:ea typeface="Arial Unicode MS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Contents Slide Master">
  <a:themeElements>
    <a:clrScheme name="ALLPPT-40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 pitchFamily="0" charset="1"/>
        <a:ea typeface="Arial Unicode MS" pitchFamily="0" charset="1"/>
        <a:cs typeface=""/>
      </a:majorFont>
      <a:minorFont>
        <a:latin typeface="Arial" pitchFamily="0" charset="1"/>
        <a:ea typeface="Arial Unicode MS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Contents Slide Master">
  <a:themeElements>
    <a:clrScheme name="ALLPPT-40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 pitchFamily="0" charset="1"/>
        <a:ea typeface="Arial Unicode MS" pitchFamily="0" charset="1"/>
        <a:cs typeface=""/>
      </a:majorFont>
      <a:minorFont>
        <a:latin typeface="Arial" pitchFamily="0" charset="1"/>
        <a:ea typeface="Arial Unicode MS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Contents Slide Master">
  <a:themeElements>
    <a:clrScheme name="ALLPPT-40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 pitchFamily="0" charset="1"/>
        <a:ea typeface="Arial Unicode MS" pitchFamily="0" charset="1"/>
        <a:cs typeface=""/>
      </a:majorFont>
      <a:minorFont>
        <a:latin typeface="Arial" pitchFamily="0" charset="1"/>
        <a:ea typeface="Arial Unicode MS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Contents Slide Master">
  <a:themeElements>
    <a:clrScheme name="ALLPPT-40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 pitchFamily="0" charset="1"/>
        <a:ea typeface="Arial Unicode MS" pitchFamily="0" charset="1"/>
        <a:cs typeface=""/>
      </a:majorFont>
      <a:minorFont>
        <a:latin typeface="Arial" pitchFamily="0" charset="1"/>
        <a:ea typeface="Arial Unicode MS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Contents Slide Master">
  <a:themeElements>
    <a:clrScheme name="ALLPPT-40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 pitchFamily="0" charset="1"/>
        <a:ea typeface="Arial Unicode MS" pitchFamily="0" charset="1"/>
        <a:cs typeface=""/>
      </a:majorFont>
      <a:minorFont>
        <a:latin typeface="Arial" pitchFamily="0" charset="1"/>
        <a:ea typeface="Arial Unicode MS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Contents Slide Master">
  <a:themeElements>
    <a:clrScheme name="ALLPPT-40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 pitchFamily="0" charset="1"/>
        <a:ea typeface="Arial Unicode MS" pitchFamily="0" charset="1"/>
        <a:cs typeface=""/>
      </a:majorFont>
      <a:minorFont>
        <a:latin typeface="Arial" pitchFamily="0" charset="1"/>
        <a:ea typeface="Arial Unicode MS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Contents Slide Master">
  <a:themeElements>
    <a:clrScheme name="ALLPPT-40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 pitchFamily="0" charset="1"/>
        <a:ea typeface="Arial Unicode MS" pitchFamily="0" charset="1"/>
        <a:cs typeface=""/>
      </a:majorFont>
      <a:minorFont>
        <a:latin typeface="Arial" pitchFamily="0" charset="1"/>
        <a:ea typeface="Arial Unicode MS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Contents Slide Master">
  <a:themeElements>
    <a:clrScheme name="ALLPPT-40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 pitchFamily="0" charset="1"/>
        <a:ea typeface="Arial Unicode MS" pitchFamily="0" charset="1"/>
        <a:cs typeface=""/>
      </a:majorFont>
      <a:minorFont>
        <a:latin typeface="Arial" pitchFamily="0" charset="1"/>
        <a:ea typeface="Arial Unicode MS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Section Break Slide Master">
  <a:themeElements>
    <a:clrScheme name="ALLPPT-40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a9bd5"/>
      </a:accent1>
      <a:accent2>
        <a:srgbClr val="224a90"/>
      </a:accent2>
      <a:accent3>
        <a:srgbClr val="010a4f"/>
      </a:accent3>
      <a:accent4>
        <a:srgbClr val="5a9bd5"/>
      </a:accent4>
      <a:accent5>
        <a:srgbClr val="224a90"/>
      </a:accent5>
      <a:accent6>
        <a:srgbClr val="010a4f"/>
      </a:accent6>
      <a:hlink>
        <a:srgbClr val="262626"/>
      </a:hlink>
      <a:folHlink>
        <a:srgbClr val="262626"/>
      </a:folHlink>
    </a:clrScheme>
    <a:fontScheme name="ALLPPT FONT">
      <a:majorFont>
        <a:latin typeface="Arial" pitchFamily="0" charset="1"/>
        <a:ea typeface="Arial Unicode MS" pitchFamily="0" charset="1"/>
        <a:cs typeface=""/>
      </a:majorFont>
      <a:minorFont>
        <a:latin typeface="Arial" pitchFamily="0" charset="1"/>
        <a:ea typeface="Arial Unicode MS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3210</TotalTime>
  <Application>LibreOffice/24.2.7.2$Linux_X86_64 LibreOffice_project/420$Build-2</Application>
  <AppVersion>15.0000</AppVersion>
  <Words>4791</Words>
  <Paragraphs>481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2020-01-20T05:08:25Z</dcterms:created>
  <dc:creator>Allppt.com</dc:creator>
  <dc:description/>
  <dc:language>en-US</dc:language>
  <cp:lastModifiedBy/>
  <dcterms:modified xsi:type="dcterms:W3CDTF">2026-05-05T21:45:09Z</dcterms:modified>
  <cp:revision>87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48</vt:i4>
  </property>
</Properties>
</file>