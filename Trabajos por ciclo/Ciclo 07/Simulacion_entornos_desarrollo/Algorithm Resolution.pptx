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media/image2.png" ContentType="image/png"/>
  <Override PartName="/ppt/media/image3.jpeg" ContentType="image/jpe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5" r:id="rId5"/>
    <p:sldMasterId id="2147483657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3255120" y="-2760840"/>
            <a:ext cx="10039680" cy="6731280"/>
            <a:chOff x="-3255120" y="-2760840"/>
            <a:chExt cx="10039680" cy="673128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3255120" y="-2760840"/>
              <a:ext cx="6563880" cy="6731280"/>
              <a:chOff x="-3255120" y="-2760840"/>
              <a:chExt cx="6563880" cy="6731280"/>
            </a:xfrm>
          </p:grpSpPr>
          <p:sp>
            <p:nvSpPr>
              <p:cNvPr id="4" name="Google Shape;11;p2"/>
              <p:cNvSpPr/>
              <p:nvPr/>
            </p:nvSpPr>
            <p:spPr>
              <a:xfrm rot="10221600">
                <a:off x="-1132920" y="-721440"/>
                <a:ext cx="3045240" cy="2637000"/>
              </a:xfrm>
              <a:custGeom>
                <a:avLst/>
                <a:gdLst>
                  <a:gd name="textAreaLeft" fmla="*/ 0 w 3045240"/>
                  <a:gd name="textAreaRight" fmla="*/ 3045600 w 3045240"/>
                  <a:gd name="textAreaTop" fmla="*/ 0 h 2637000"/>
                  <a:gd name="textAreaBottom" fmla="*/ 2637360 h 263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pic>
            <p:nvPicPr>
              <p:cNvPr id="5" name="Google Shape;12;p2" descr=""/>
              <p:cNvPicPr/>
              <p:nvPr/>
            </p:nvPicPr>
            <p:blipFill>
              <a:blip r:embed="rId2"/>
              <a:srcRect l="0" t="17653" r="0" b="17662"/>
              <a:stretch/>
            </p:blipFill>
            <p:spPr>
              <a:xfrm rot="13821600">
                <a:off x="-2650680" y="-1438560"/>
                <a:ext cx="5355360" cy="4087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6" name="Google Shape;13;p2"/>
            <p:cNvSpPr/>
            <p:nvPr/>
          </p:nvSpPr>
          <p:spPr>
            <a:xfrm>
              <a:off x="-441720" y="-339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rot="2700000">
              <a:off x="765720" y="-237348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-353880" y="-534240"/>
              <a:ext cx="7138440" cy="819000"/>
            </a:xfrm>
            <a:custGeom>
              <a:avLst/>
              <a:gdLst>
                <a:gd name="textAreaLeft" fmla="*/ 0 w 7138440"/>
                <a:gd name="textAreaRight" fmla="*/ 7138800 w 7138440"/>
                <a:gd name="textAreaTop" fmla="*/ 0 h 819000"/>
                <a:gd name="textAreaBottom" fmla="*/ 819360 h 81900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rot="5400000">
              <a:off x="958680" y="-1418760"/>
              <a:ext cx="577080" cy="3045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3045240"/>
                <a:gd name="textAreaBottom" fmla="*/ 3045600 h 3045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5400000">
              <a:off x="502200" y="-954360"/>
              <a:ext cx="686880" cy="27309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730960"/>
                <a:gd name="textAreaBottom" fmla="*/ 2731320 h 27309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" name="Google Shape;18;p2"/>
            <p:cNvGrpSpPr/>
            <p:nvPr/>
          </p:nvGrpSpPr>
          <p:grpSpPr>
            <a:xfrm>
              <a:off x="4294080" y="218160"/>
              <a:ext cx="133560" cy="133560"/>
              <a:chOff x="4294080" y="218160"/>
              <a:chExt cx="133560" cy="133560"/>
            </a:xfrm>
          </p:grpSpPr>
          <p:sp>
            <p:nvSpPr>
              <p:cNvPr id="12" name="Google Shape;19;p2"/>
              <p:cNvSpPr/>
              <p:nvPr/>
            </p:nvSpPr>
            <p:spPr>
              <a:xfrm flipH="1">
                <a:off x="4293720" y="21816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0;p2"/>
              <p:cNvSpPr/>
              <p:nvPr/>
            </p:nvSpPr>
            <p:spPr>
              <a:xfrm flipH="1">
                <a:off x="4321440" y="24876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" name="Google Shape;21;p2"/>
            <p:cNvGrpSpPr/>
            <p:nvPr/>
          </p:nvGrpSpPr>
          <p:grpSpPr>
            <a:xfrm>
              <a:off x="1220760" y="521640"/>
              <a:ext cx="133560" cy="133560"/>
              <a:chOff x="1220760" y="521640"/>
              <a:chExt cx="133560" cy="133560"/>
            </a:xfrm>
          </p:grpSpPr>
          <p:sp>
            <p:nvSpPr>
              <p:cNvPr id="15" name="Google Shape;22;p2"/>
              <p:cNvSpPr/>
              <p:nvPr/>
            </p:nvSpPr>
            <p:spPr>
              <a:xfrm flipH="1">
                <a:off x="1220400" y="521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3;p2"/>
              <p:cNvSpPr/>
              <p:nvPr/>
            </p:nvSpPr>
            <p:spPr>
              <a:xfrm flipH="1">
                <a:off x="1248120" y="55188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" name="Google Shape;24;p2"/>
            <p:cNvGrpSpPr/>
            <p:nvPr/>
          </p:nvGrpSpPr>
          <p:grpSpPr>
            <a:xfrm>
              <a:off x="934200" y="784440"/>
              <a:ext cx="133560" cy="133560"/>
              <a:chOff x="934200" y="784440"/>
              <a:chExt cx="133560" cy="133560"/>
            </a:xfrm>
          </p:grpSpPr>
          <p:sp>
            <p:nvSpPr>
              <p:cNvPr id="18" name="Google Shape;25;p2"/>
              <p:cNvSpPr/>
              <p:nvPr/>
            </p:nvSpPr>
            <p:spPr>
              <a:xfrm flipH="1">
                <a:off x="93384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26;p2"/>
              <p:cNvSpPr/>
              <p:nvPr/>
            </p:nvSpPr>
            <p:spPr>
              <a:xfrm flipH="1">
                <a:off x="96120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" name="Google Shape;27;p2"/>
            <p:cNvGrpSpPr/>
            <p:nvPr/>
          </p:nvGrpSpPr>
          <p:grpSpPr>
            <a:xfrm>
              <a:off x="124920" y="784440"/>
              <a:ext cx="133560" cy="133560"/>
              <a:chOff x="124920" y="784440"/>
              <a:chExt cx="133560" cy="133560"/>
            </a:xfrm>
          </p:grpSpPr>
          <p:sp>
            <p:nvSpPr>
              <p:cNvPr id="21" name="Google Shape;28;p2"/>
              <p:cNvSpPr/>
              <p:nvPr/>
            </p:nvSpPr>
            <p:spPr>
              <a:xfrm flipH="1">
                <a:off x="12456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29;p2"/>
              <p:cNvSpPr/>
              <p:nvPr/>
            </p:nvSpPr>
            <p:spPr>
              <a:xfrm flipH="1">
                <a:off x="15228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" name="Google Shape;30;p2"/>
            <p:cNvGrpSpPr/>
            <p:nvPr/>
          </p:nvGrpSpPr>
          <p:grpSpPr>
            <a:xfrm>
              <a:off x="124920" y="467640"/>
              <a:ext cx="133560" cy="133560"/>
              <a:chOff x="124920" y="467640"/>
              <a:chExt cx="133560" cy="133560"/>
            </a:xfrm>
          </p:grpSpPr>
          <p:sp>
            <p:nvSpPr>
              <p:cNvPr id="24" name="Google Shape;31;p2"/>
              <p:cNvSpPr/>
              <p:nvPr/>
            </p:nvSpPr>
            <p:spPr>
              <a:xfrm flipH="1">
                <a:off x="124560" y="467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32;p2"/>
              <p:cNvSpPr/>
              <p:nvPr/>
            </p:nvSpPr>
            <p:spPr>
              <a:xfrm flipH="1">
                <a:off x="152280" y="4982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" name="Google Shape;33;p2"/>
          <p:cNvGrpSpPr/>
          <p:nvPr/>
        </p:nvGrpSpPr>
        <p:grpSpPr>
          <a:xfrm>
            <a:off x="6385680" y="3039840"/>
            <a:ext cx="3920040" cy="3213360"/>
            <a:chOff x="6385680" y="3039840"/>
            <a:chExt cx="3920040" cy="3213360"/>
          </a:xfrm>
        </p:grpSpPr>
        <p:pic>
          <p:nvPicPr>
            <p:cNvPr id="27" name="Google Shape;34;p2" descr="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6385680" y="326124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" name="Google Shape;35;p2"/>
            <p:cNvSpPr/>
            <p:nvPr/>
          </p:nvSpPr>
          <p:spPr>
            <a:xfrm rot="10800000">
              <a:off x="7612200" y="3138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 rot="10800000">
              <a:off x="7771320" y="31388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" name="Google Shape;37;p2"/>
            <p:cNvGrpSpPr/>
            <p:nvPr/>
          </p:nvGrpSpPr>
          <p:grpSpPr>
            <a:xfrm>
              <a:off x="7356600" y="3916440"/>
              <a:ext cx="581760" cy="582120"/>
              <a:chOff x="7356600" y="3916440"/>
              <a:chExt cx="581760" cy="582120"/>
            </a:xfrm>
          </p:grpSpPr>
          <p:sp>
            <p:nvSpPr>
              <p:cNvPr id="31" name="Google Shape;38;p2"/>
              <p:cNvSpPr/>
              <p:nvPr/>
            </p:nvSpPr>
            <p:spPr>
              <a:xfrm>
                <a:off x="7356600" y="43754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39;p2"/>
              <p:cNvSpPr/>
              <p:nvPr/>
            </p:nvSpPr>
            <p:spPr>
              <a:xfrm>
                <a:off x="7432920" y="42987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40;p2"/>
              <p:cNvSpPr/>
              <p:nvPr/>
            </p:nvSpPr>
            <p:spPr>
              <a:xfrm>
                <a:off x="7509240" y="42224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41;p2"/>
              <p:cNvSpPr/>
              <p:nvPr/>
            </p:nvSpPr>
            <p:spPr>
              <a:xfrm>
                <a:off x="7585560" y="4146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42;p2"/>
              <p:cNvSpPr/>
              <p:nvPr/>
            </p:nvSpPr>
            <p:spPr>
              <a:xfrm>
                <a:off x="7662600" y="40698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43;p2"/>
              <p:cNvSpPr/>
              <p:nvPr/>
            </p:nvSpPr>
            <p:spPr>
              <a:xfrm>
                <a:off x="7738560" y="3993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44;p2"/>
              <p:cNvSpPr/>
              <p:nvPr/>
            </p:nvSpPr>
            <p:spPr>
              <a:xfrm>
                <a:off x="7815240" y="39164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8" name="Google Shape;45;p2"/>
            <p:cNvSpPr/>
            <p:nvPr/>
          </p:nvSpPr>
          <p:spPr>
            <a:xfrm>
              <a:off x="8506800" y="303984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" name="Google Shape;46;p2"/>
            <p:cNvGrpSpPr/>
            <p:nvPr/>
          </p:nvGrpSpPr>
          <p:grpSpPr>
            <a:xfrm>
              <a:off x="8413920" y="3689280"/>
              <a:ext cx="699840" cy="1650600"/>
              <a:chOff x="8413920" y="3689280"/>
              <a:chExt cx="699840" cy="1650600"/>
            </a:xfrm>
          </p:grpSpPr>
          <p:sp>
            <p:nvSpPr>
              <p:cNvPr id="40" name="Google Shape;47;p2"/>
              <p:cNvSpPr/>
              <p:nvPr/>
            </p:nvSpPr>
            <p:spPr>
              <a:xfrm>
                <a:off x="8413920" y="36892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48;p2"/>
              <p:cNvSpPr/>
              <p:nvPr/>
            </p:nvSpPr>
            <p:spPr>
              <a:xfrm>
                <a:off x="8774640" y="411336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49;p2"/>
              <p:cNvSpPr/>
              <p:nvPr/>
            </p:nvSpPr>
            <p:spPr>
              <a:xfrm>
                <a:off x="8867160" y="40204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" name="Google Shape;50;p2"/>
            <p:cNvGrpSpPr/>
            <p:nvPr/>
          </p:nvGrpSpPr>
          <p:grpSpPr>
            <a:xfrm>
              <a:off x="8021520" y="4498560"/>
              <a:ext cx="904320" cy="725760"/>
              <a:chOff x="8021520" y="4498560"/>
              <a:chExt cx="904320" cy="725760"/>
            </a:xfrm>
          </p:grpSpPr>
          <p:sp>
            <p:nvSpPr>
              <p:cNvPr id="44" name="Google Shape;51;p2"/>
              <p:cNvSpPr/>
              <p:nvPr/>
            </p:nvSpPr>
            <p:spPr>
              <a:xfrm>
                <a:off x="8253000" y="46418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52;p2"/>
              <p:cNvSpPr/>
              <p:nvPr/>
            </p:nvSpPr>
            <p:spPr>
              <a:xfrm>
                <a:off x="8240400" y="4498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3;p2"/>
              <p:cNvSpPr/>
              <p:nvPr/>
            </p:nvSpPr>
            <p:spPr>
              <a:xfrm>
                <a:off x="8021520" y="46418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96920" y="816480"/>
            <a:ext cx="6974280" cy="232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" name="Google Shape;56;p2"/>
          <p:cNvGrpSpPr/>
          <p:nvPr/>
        </p:nvGrpSpPr>
        <p:grpSpPr>
          <a:xfrm>
            <a:off x="-309600" y="3618000"/>
            <a:ext cx="1447920" cy="2238120"/>
            <a:chOff x="-309600" y="3618000"/>
            <a:chExt cx="1447920" cy="2238120"/>
          </a:xfrm>
        </p:grpSpPr>
        <p:grpSp>
          <p:nvGrpSpPr>
            <p:cNvPr id="49" name="Google Shape;57;p2"/>
            <p:cNvGrpSpPr/>
            <p:nvPr/>
          </p:nvGrpSpPr>
          <p:grpSpPr>
            <a:xfrm>
              <a:off x="-276480" y="3870720"/>
              <a:ext cx="981360" cy="1985400"/>
              <a:chOff x="-276480" y="3870720"/>
              <a:chExt cx="981360" cy="1985400"/>
            </a:xfrm>
          </p:grpSpPr>
          <p:sp>
            <p:nvSpPr>
              <p:cNvPr id="50" name="Google Shape;58;p2"/>
              <p:cNvSpPr/>
              <p:nvPr/>
            </p:nvSpPr>
            <p:spPr>
              <a:xfrm rot="10800000">
                <a:off x="-276120" y="387072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59;p2"/>
              <p:cNvSpPr/>
              <p:nvPr/>
            </p:nvSpPr>
            <p:spPr>
              <a:xfrm rot="10800000">
                <a:off x="-138960" y="387108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" name="Google Shape;60;p2"/>
            <p:cNvGrpSpPr/>
            <p:nvPr/>
          </p:nvGrpSpPr>
          <p:grpSpPr>
            <a:xfrm>
              <a:off x="363240" y="4906800"/>
              <a:ext cx="699120" cy="478080"/>
              <a:chOff x="363240" y="4906800"/>
              <a:chExt cx="699120" cy="478080"/>
            </a:xfrm>
          </p:grpSpPr>
          <p:grpSp>
            <p:nvGrpSpPr>
              <p:cNvPr id="53" name="Google Shape;61;p2"/>
              <p:cNvGrpSpPr/>
              <p:nvPr/>
            </p:nvGrpSpPr>
            <p:grpSpPr>
              <a:xfrm>
                <a:off x="363240" y="4906800"/>
                <a:ext cx="478080" cy="478080"/>
                <a:chOff x="363240" y="4906800"/>
                <a:chExt cx="478080" cy="478080"/>
              </a:xfrm>
            </p:grpSpPr>
            <p:sp>
              <p:nvSpPr>
                <p:cNvPr id="54" name="Google Shape;62;p2"/>
                <p:cNvSpPr/>
                <p:nvPr/>
              </p:nvSpPr>
              <p:spPr>
                <a:xfrm rot="2700000">
                  <a:off x="429480" y="498024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" name="Google Shape;63;p2"/>
                <p:cNvGrpSpPr/>
                <p:nvPr/>
              </p:nvGrpSpPr>
              <p:grpSpPr>
                <a:xfrm>
                  <a:off x="408240" y="5007600"/>
                  <a:ext cx="387360" cy="223200"/>
                  <a:chOff x="408240" y="5007600"/>
                  <a:chExt cx="387360" cy="223200"/>
                </a:xfrm>
              </p:grpSpPr>
              <p:sp>
                <p:nvSpPr>
                  <p:cNvPr id="56" name="Google Shape;64;p2"/>
                  <p:cNvSpPr/>
                  <p:nvPr/>
                </p:nvSpPr>
                <p:spPr>
                  <a:xfrm rot="2700000">
                    <a:off x="44100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" name="Google Shape;65;p2"/>
                  <p:cNvSpPr/>
                  <p:nvPr/>
                </p:nvSpPr>
                <p:spPr>
                  <a:xfrm rot="2700000">
                    <a:off x="48204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" name="Google Shape;66;p2"/>
                  <p:cNvSpPr/>
                  <p:nvPr/>
                </p:nvSpPr>
                <p:spPr>
                  <a:xfrm rot="2700000">
                    <a:off x="52308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" name="Google Shape;67;p2"/>
                  <p:cNvSpPr/>
                  <p:nvPr/>
                </p:nvSpPr>
                <p:spPr>
                  <a:xfrm rot="2700000">
                    <a:off x="56412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" name="Google Shape;68;p2"/>
                  <p:cNvSpPr/>
                  <p:nvPr/>
                </p:nvSpPr>
                <p:spPr>
                  <a:xfrm rot="2700000">
                    <a:off x="60516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1" name="Google Shape;69;p2"/>
              <p:cNvSpPr/>
              <p:nvPr/>
            </p:nvSpPr>
            <p:spPr>
              <a:xfrm rot="18900000">
                <a:off x="694440" y="4986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2" name="Google Shape;70;p2"/>
            <p:cNvGrpSpPr/>
            <p:nvPr/>
          </p:nvGrpSpPr>
          <p:grpSpPr>
            <a:xfrm>
              <a:off x="-309600" y="3618000"/>
              <a:ext cx="1047240" cy="1350720"/>
              <a:chOff x="-309600" y="3618000"/>
              <a:chExt cx="1047240" cy="1350720"/>
            </a:xfrm>
          </p:grpSpPr>
          <p:sp>
            <p:nvSpPr>
              <p:cNvPr id="63" name="Google Shape;71;p2"/>
              <p:cNvSpPr/>
              <p:nvPr/>
            </p:nvSpPr>
            <p:spPr>
              <a:xfrm rot="13500000">
                <a:off x="37080" y="427140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72;p2"/>
              <p:cNvSpPr/>
              <p:nvPr/>
            </p:nvSpPr>
            <p:spPr>
              <a:xfrm rot="13500000">
                <a:off x="-38880" y="40870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73;p2"/>
              <p:cNvSpPr/>
              <p:nvPr/>
            </p:nvSpPr>
            <p:spPr>
              <a:xfrm rot="13500000">
                <a:off x="-115200" y="39232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74;p2"/>
              <p:cNvSpPr/>
              <p:nvPr/>
            </p:nvSpPr>
            <p:spPr>
              <a:xfrm rot="13500000">
                <a:off x="-191160" y="3738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" name="Google Shape;75;p2"/>
            <p:cNvGrpSpPr/>
            <p:nvPr/>
          </p:nvGrpSpPr>
          <p:grpSpPr>
            <a:xfrm>
              <a:off x="439200" y="4567320"/>
              <a:ext cx="699120" cy="478080"/>
              <a:chOff x="439200" y="4567320"/>
              <a:chExt cx="699120" cy="478080"/>
            </a:xfrm>
          </p:grpSpPr>
          <p:grpSp>
            <p:nvGrpSpPr>
              <p:cNvPr id="68" name="Google Shape;76;p2"/>
              <p:cNvGrpSpPr/>
              <p:nvPr/>
            </p:nvGrpSpPr>
            <p:grpSpPr>
              <a:xfrm>
                <a:off x="439200" y="4567320"/>
                <a:ext cx="478080" cy="478080"/>
                <a:chOff x="439200" y="4567320"/>
                <a:chExt cx="478080" cy="478080"/>
              </a:xfrm>
            </p:grpSpPr>
            <p:sp>
              <p:nvSpPr>
                <p:cNvPr id="69" name="Google Shape;77;p2"/>
                <p:cNvSpPr/>
                <p:nvPr/>
              </p:nvSpPr>
              <p:spPr>
                <a:xfrm rot="2700000">
                  <a:off x="505440" y="46407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70" name="Google Shape;78;p2"/>
                <p:cNvGrpSpPr/>
                <p:nvPr/>
              </p:nvGrpSpPr>
              <p:grpSpPr>
                <a:xfrm>
                  <a:off x="483840" y="4668120"/>
                  <a:ext cx="387360" cy="223200"/>
                  <a:chOff x="483840" y="4668120"/>
                  <a:chExt cx="387360" cy="223200"/>
                </a:xfrm>
              </p:grpSpPr>
              <p:sp>
                <p:nvSpPr>
                  <p:cNvPr id="71" name="Google Shape;79;p2"/>
                  <p:cNvSpPr/>
                  <p:nvPr/>
                </p:nvSpPr>
                <p:spPr>
                  <a:xfrm rot="2700000">
                    <a:off x="51660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2" name="Google Shape;80;p2"/>
                  <p:cNvSpPr/>
                  <p:nvPr/>
                </p:nvSpPr>
                <p:spPr>
                  <a:xfrm rot="2700000">
                    <a:off x="55764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3" name="Google Shape;81;p2"/>
                  <p:cNvSpPr/>
                  <p:nvPr/>
                </p:nvSpPr>
                <p:spPr>
                  <a:xfrm rot="2700000">
                    <a:off x="59904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4" name="Google Shape;82;p2"/>
                  <p:cNvSpPr/>
                  <p:nvPr/>
                </p:nvSpPr>
                <p:spPr>
                  <a:xfrm rot="2700000">
                    <a:off x="63972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" name="Google Shape;83;p2"/>
                  <p:cNvSpPr/>
                  <p:nvPr/>
                </p:nvSpPr>
                <p:spPr>
                  <a:xfrm rot="2700000">
                    <a:off x="68076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76" name="Google Shape;84;p2"/>
              <p:cNvSpPr/>
              <p:nvPr/>
            </p:nvSpPr>
            <p:spPr>
              <a:xfrm rot="18900000">
                <a:off x="770400" y="464652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" name="Google Shape;85;p2"/>
            <p:cNvGrpSpPr/>
            <p:nvPr/>
          </p:nvGrpSpPr>
          <p:grpSpPr>
            <a:xfrm>
              <a:off x="-64800" y="4623840"/>
              <a:ext cx="698760" cy="478080"/>
              <a:chOff x="-64800" y="4623840"/>
              <a:chExt cx="698760" cy="478080"/>
            </a:xfrm>
          </p:grpSpPr>
          <p:grpSp>
            <p:nvGrpSpPr>
              <p:cNvPr id="78" name="Google Shape;86;p2"/>
              <p:cNvGrpSpPr/>
              <p:nvPr/>
            </p:nvGrpSpPr>
            <p:grpSpPr>
              <a:xfrm>
                <a:off x="-64800" y="4623840"/>
                <a:ext cx="478080" cy="478080"/>
                <a:chOff x="-64800" y="4623840"/>
                <a:chExt cx="478080" cy="478080"/>
              </a:xfrm>
            </p:grpSpPr>
            <p:sp>
              <p:nvSpPr>
                <p:cNvPr id="79" name="Google Shape;87;p2"/>
                <p:cNvSpPr/>
                <p:nvPr/>
              </p:nvSpPr>
              <p:spPr>
                <a:xfrm rot="2700000">
                  <a:off x="1440" y="46972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0" name="Google Shape;88;p2"/>
                <p:cNvGrpSpPr/>
                <p:nvPr/>
              </p:nvGrpSpPr>
              <p:grpSpPr>
                <a:xfrm>
                  <a:off x="-20160" y="4724640"/>
                  <a:ext cx="387360" cy="223200"/>
                  <a:chOff x="-20160" y="4724640"/>
                  <a:chExt cx="387360" cy="223200"/>
                </a:xfrm>
              </p:grpSpPr>
              <p:sp>
                <p:nvSpPr>
                  <p:cNvPr id="81" name="Google Shape;89;p2"/>
                  <p:cNvSpPr/>
                  <p:nvPr/>
                </p:nvSpPr>
                <p:spPr>
                  <a:xfrm rot="2700000">
                    <a:off x="1224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" name="Google Shape;90;p2"/>
                  <p:cNvSpPr/>
                  <p:nvPr/>
                </p:nvSpPr>
                <p:spPr>
                  <a:xfrm rot="2700000">
                    <a:off x="5328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" name="Google Shape;91;p2"/>
                  <p:cNvSpPr/>
                  <p:nvPr/>
                </p:nvSpPr>
                <p:spPr>
                  <a:xfrm rot="2700000">
                    <a:off x="9432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" name="Google Shape;92;p2"/>
                  <p:cNvSpPr/>
                  <p:nvPr/>
                </p:nvSpPr>
                <p:spPr>
                  <a:xfrm rot="2700000">
                    <a:off x="13536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" name="Google Shape;93;p2"/>
                  <p:cNvSpPr/>
                  <p:nvPr/>
                </p:nvSpPr>
                <p:spPr>
                  <a:xfrm rot="2700000">
                    <a:off x="17640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6" name="Google Shape;94;p2"/>
              <p:cNvSpPr/>
              <p:nvPr/>
            </p:nvSpPr>
            <p:spPr>
              <a:xfrm rot="18900000">
                <a:off x="266040" y="470304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Google Shape;763;p19"/>
          <p:cNvGrpSpPr/>
          <p:nvPr/>
        </p:nvGrpSpPr>
        <p:grpSpPr>
          <a:xfrm>
            <a:off x="-96120" y="4888440"/>
            <a:ext cx="1590120" cy="87840"/>
            <a:chOff x="-96120" y="4888440"/>
            <a:chExt cx="1590120" cy="87840"/>
          </a:xfrm>
        </p:grpSpPr>
        <p:sp>
          <p:nvSpPr>
            <p:cNvPr id="92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" name="Google Shape;766;p19"/>
          <p:cNvGrpSpPr/>
          <p:nvPr/>
        </p:nvGrpSpPr>
        <p:grpSpPr>
          <a:xfrm>
            <a:off x="6883560" y="1385640"/>
            <a:ext cx="4028040" cy="5283360"/>
            <a:chOff x="6883560" y="1385640"/>
            <a:chExt cx="4028040" cy="5283360"/>
          </a:xfrm>
        </p:grpSpPr>
        <p:sp>
          <p:nvSpPr>
            <p:cNvPr id="95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9" name="Google Shape;771;p19"/>
          <p:cNvGrpSpPr/>
          <p:nvPr/>
        </p:nvGrpSpPr>
        <p:grpSpPr>
          <a:xfrm>
            <a:off x="4597920" y="-1699200"/>
            <a:ext cx="5579640" cy="3202920"/>
            <a:chOff x="4597920" y="-1699200"/>
            <a:chExt cx="5579640" cy="3202920"/>
          </a:xfrm>
        </p:grpSpPr>
        <p:grpSp>
          <p:nvGrpSpPr>
            <p:cNvPr id="100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101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104" name="Google Shape;776;p19" descr="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5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7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108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111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8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119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1283;p29"/>
          <p:cNvGrpSpPr/>
          <p:nvPr/>
        </p:nvGrpSpPr>
        <p:grpSpPr>
          <a:xfrm>
            <a:off x="-291600" y="-494280"/>
            <a:ext cx="1448280" cy="2238120"/>
            <a:chOff x="-291600" y="-494280"/>
            <a:chExt cx="1448280" cy="2238120"/>
          </a:xfrm>
        </p:grpSpPr>
        <p:grpSp>
          <p:nvGrpSpPr>
            <p:cNvPr id="129" name="Google Shape;1284;p29"/>
            <p:cNvGrpSpPr/>
            <p:nvPr/>
          </p:nvGrpSpPr>
          <p:grpSpPr>
            <a:xfrm>
              <a:off x="-258120" y="-241560"/>
              <a:ext cx="981360" cy="1985400"/>
              <a:chOff x="-258120" y="-241560"/>
              <a:chExt cx="981360" cy="1985400"/>
            </a:xfrm>
          </p:grpSpPr>
          <p:sp>
            <p:nvSpPr>
              <p:cNvPr id="130" name="Google Shape;1285;p29"/>
              <p:cNvSpPr/>
              <p:nvPr/>
            </p:nvSpPr>
            <p:spPr>
              <a:xfrm rot="10800000">
                <a:off x="-257760" y="-24156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1286;p29"/>
              <p:cNvSpPr/>
              <p:nvPr/>
            </p:nvSpPr>
            <p:spPr>
              <a:xfrm rot="10800000">
                <a:off x="-120600" y="-24120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" name="Google Shape;1287;p29"/>
            <p:cNvGrpSpPr/>
            <p:nvPr/>
          </p:nvGrpSpPr>
          <p:grpSpPr>
            <a:xfrm>
              <a:off x="381600" y="794520"/>
              <a:ext cx="699120" cy="478080"/>
              <a:chOff x="381600" y="794520"/>
              <a:chExt cx="699120" cy="478080"/>
            </a:xfrm>
          </p:grpSpPr>
          <p:grpSp>
            <p:nvGrpSpPr>
              <p:cNvPr id="133" name="Google Shape;1288;p29"/>
              <p:cNvGrpSpPr/>
              <p:nvPr/>
            </p:nvGrpSpPr>
            <p:grpSpPr>
              <a:xfrm>
                <a:off x="381600" y="794520"/>
                <a:ext cx="478080" cy="478080"/>
                <a:chOff x="381600" y="794520"/>
                <a:chExt cx="478080" cy="478080"/>
              </a:xfrm>
            </p:grpSpPr>
            <p:sp>
              <p:nvSpPr>
                <p:cNvPr id="134" name="Google Shape;1289;p29"/>
                <p:cNvSpPr/>
                <p:nvPr/>
              </p:nvSpPr>
              <p:spPr>
                <a:xfrm rot="2700000">
                  <a:off x="447840" y="8679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35" name="Google Shape;1290;p29"/>
                <p:cNvGrpSpPr/>
                <p:nvPr/>
              </p:nvGrpSpPr>
              <p:grpSpPr>
                <a:xfrm>
                  <a:off x="426600" y="895680"/>
                  <a:ext cx="387360" cy="222840"/>
                  <a:chOff x="426600" y="895680"/>
                  <a:chExt cx="387360" cy="222840"/>
                </a:xfrm>
              </p:grpSpPr>
              <p:sp>
                <p:nvSpPr>
                  <p:cNvPr id="136" name="Google Shape;1291;p29"/>
                  <p:cNvSpPr/>
                  <p:nvPr/>
                </p:nvSpPr>
                <p:spPr>
                  <a:xfrm rot="2700000">
                    <a:off x="45936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7" name="Google Shape;1292;p29"/>
                  <p:cNvSpPr/>
                  <p:nvPr/>
                </p:nvSpPr>
                <p:spPr>
                  <a:xfrm rot="2700000">
                    <a:off x="50040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8" name="Google Shape;1293;p29"/>
                  <p:cNvSpPr/>
                  <p:nvPr/>
                </p:nvSpPr>
                <p:spPr>
                  <a:xfrm rot="2700000">
                    <a:off x="54144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9" name="Google Shape;1294;p29"/>
                  <p:cNvSpPr/>
                  <p:nvPr/>
                </p:nvSpPr>
                <p:spPr>
                  <a:xfrm rot="2700000">
                    <a:off x="58248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0" name="Google Shape;1295;p29"/>
                  <p:cNvSpPr/>
                  <p:nvPr/>
                </p:nvSpPr>
                <p:spPr>
                  <a:xfrm rot="2700000">
                    <a:off x="62352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41" name="Google Shape;1296;p29"/>
              <p:cNvSpPr/>
              <p:nvPr/>
            </p:nvSpPr>
            <p:spPr>
              <a:xfrm rot="18900000">
                <a:off x="712800" y="87408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2" name="Google Shape;1297;p29"/>
            <p:cNvGrpSpPr/>
            <p:nvPr/>
          </p:nvGrpSpPr>
          <p:grpSpPr>
            <a:xfrm>
              <a:off x="-291600" y="-494280"/>
              <a:ext cx="1047240" cy="1351080"/>
              <a:chOff x="-291600" y="-494280"/>
              <a:chExt cx="1047240" cy="1351080"/>
            </a:xfrm>
          </p:grpSpPr>
          <p:sp>
            <p:nvSpPr>
              <p:cNvPr id="143" name="Google Shape;1298;p29"/>
              <p:cNvSpPr/>
              <p:nvPr/>
            </p:nvSpPr>
            <p:spPr>
              <a:xfrm rot="13500000">
                <a:off x="55080" y="159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4" name="Google Shape;1299;p29"/>
              <p:cNvSpPr/>
              <p:nvPr/>
            </p:nvSpPr>
            <p:spPr>
              <a:xfrm rot="13500000">
                <a:off x="-20520" y="-24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5" name="Google Shape;1300;p29"/>
              <p:cNvSpPr/>
              <p:nvPr/>
            </p:nvSpPr>
            <p:spPr>
              <a:xfrm rot="13500000">
                <a:off x="-96840" y="-18864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1301;p29"/>
              <p:cNvSpPr/>
              <p:nvPr/>
            </p:nvSpPr>
            <p:spPr>
              <a:xfrm rot="13500000">
                <a:off x="-173160" y="-372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7" name="Google Shape;1302;p29"/>
            <p:cNvGrpSpPr/>
            <p:nvPr/>
          </p:nvGrpSpPr>
          <p:grpSpPr>
            <a:xfrm>
              <a:off x="457560" y="455040"/>
              <a:ext cx="699120" cy="478080"/>
              <a:chOff x="457560" y="455040"/>
              <a:chExt cx="699120" cy="478080"/>
            </a:xfrm>
          </p:grpSpPr>
          <p:grpSp>
            <p:nvGrpSpPr>
              <p:cNvPr id="148" name="Google Shape;1303;p29"/>
              <p:cNvGrpSpPr/>
              <p:nvPr/>
            </p:nvGrpSpPr>
            <p:grpSpPr>
              <a:xfrm>
                <a:off x="457560" y="455040"/>
                <a:ext cx="478080" cy="478080"/>
                <a:chOff x="457560" y="455040"/>
                <a:chExt cx="478080" cy="478080"/>
              </a:xfrm>
            </p:grpSpPr>
            <p:sp>
              <p:nvSpPr>
                <p:cNvPr id="149" name="Google Shape;1304;p29"/>
                <p:cNvSpPr/>
                <p:nvPr/>
              </p:nvSpPr>
              <p:spPr>
                <a:xfrm rot="2700000">
                  <a:off x="523800" y="5284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50" name="Google Shape;1305;p29"/>
                <p:cNvGrpSpPr/>
                <p:nvPr/>
              </p:nvGrpSpPr>
              <p:grpSpPr>
                <a:xfrm>
                  <a:off x="502200" y="556200"/>
                  <a:ext cx="387360" cy="222840"/>
                  <a:chOff x="502200" y="556200"/>
                  <a:chExt cx="387360" cy="222840"/>
                </a:xfrm>
              </p:grpSpPr>
              <p:sp>
                <p:nvSpPr>
                  <p:cNvPr id="151" name="Google Shape;1306;p29"/>
                  <p:cNvSpPr/>
                  <p:nvPr/>
                </p:nvSpPr>
                <p:spPr>
                  <a:xfrm rot="2700000">
                    <a:off x="53496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2" name="Google Shape;1307;p29"/>
                  <p:cNvSpPr/>
                  <p:nvPr/>
                </p:nvSpPr>
                <p:spPr>
                  <a:xfrm rot="2700000">
                    <a:off x="57600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3" name="Google Shape;1308;p29"/>
                  <p:cNvSpPr/>
                  <p:nvPr/>
                </p:nvSpPr>
                <p:spPr>
                  <a:xfrm rot="2700000">
                    <a:off x="61704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4" name="Google Shape;1309;p29"/>
                  <p:cNvSpPr/>
                  <p:nvPr/>
                </p:nvSpPr>
                <p:spPr>
                  <a:xfrm rot="2700000">
                    <a:off x="65808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5" name="Google Shape;1310;p29"/>
                  <p:cNvSpPr/>
                  <p:nvPr/>
                </p:nvSpPr>
                <p:spPr>
                  <a:xfrm rot="2700000">
                    <a:off x="69912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56" name="Google Shape;1311;p29"/>
              <p:cNvSpPr/>
              <p:nvPr/>
            </p:nvSpPr>
            <p:spPr>
              <a:xfrm rot="18900000">
                <a:off x="788760" y="5346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7" name="Google Shape;1312;p29"/>
            <p:cNvGrpSpPr/>
            <p:nvPr/>
          </p:nvGrpSpPr>
          <p:grpSpPr>
            <a:xfrm>
              <a:off x="-46800" y="511560"/>
              <a:ext cx="699120" cy="478080"/>
              <a:chOff x="-46800" y="511560"/>
              <a:chExt cx="699120" cy="478080"/>
            </a:xfrm>
          </p:grpSpPr>
          <p:grpSp>
            <p:nvGrpSpPr>
              <p:cNvPr id="158" name="Google Shape;1313;p29"/>
              <p:cNvGrpSpPr/>
              <p:nvPr/>
            </p:nvGrpSpPr>
            <p:grpSpPr>
              <a:xfrm>
                <a:off x="-46800" y="511560"/>
                <a:ext cx="478080" cy="478080"/>
                <a:chOff x="-46800" y="511560"/>
                <a:chExt cx="478080" cy="478080"/>
              </a:xfrm>
            </p:grpSpPr>
            <p:sp>
              <p:nvSpPr>
                <p:cNvPr id="159" name="Google Shape;1314;p29"/>
                <p:cNvSpPr/>
                <p:nvPr/>
              </p:nvSpPr>
              <p:spPr>
                <a:xfrm rot="2700000">
                  <a:off x="19440" y="5850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60" name="Google Shape;1315;p29"/>
                <p:cNvGrpSpPr/>
                <p:nvPr/>
              </p:nvGrpSpPr>
              <p:grpSpPr>
                <a:xfrm>
                  <a:off x="-1800" y="612360"/>
                  <a:ext cx="387360" cy="223200"/>
                  <a:chOff x="-1800" y="612360"/>
                  <a:chExt cx="387360" cy="223200"/>
                </a:xfrm>
              </p:grpSpPr>
              <p:sp>
                <p:nvSpPr>
                  <p:cNvPr id="161" name="Google Shape;1316;p29"/>
                  <p:cNvSpPr/>
                  <p:nvPr/>
                </p:nvSpPr>
                <p:spPr>
                  <a:xfrm rot="2700000">
                    <a:off x="3060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2" name="Google Shape;1317;p29"/>
                  <p:cNvSpPr/>
                  <p:nvPr/>
                </p:nvSpPr>
                <p:spPr>
                  <a:xfrm rot="2700000">
                    <a:off x="7164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3" name="Google Shape;1318;p29"/>
                  <p:cNvSpPr/>
                  <p:nvPr/>
                </p:nvSpPr>
                <p:spPr>
                  <a:xfrm rot="2700000">
                    <a:off x="11268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4" name="Google Shape;1319;p29"/>
                  <p:cNvSpPr/>
                  <p:nvPr/>
                </p:nvSpPr>
                <p:spPr>
                  <a:xfrm rot="2700000">
                    <a:off x="15372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5" name="Google Shape;1320;p29"/>
                  <p:cNvSpPr/>
                  <p:nvPr/>
                </p:nvSpPr>
                <p:spPr>
                  <a:xfrm rot="2700000">
                    <a:off x="19512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66" name="Google Shape;1321;p29"/>
              <p:cNvSpPr/>
              <p:nvPr/>
            </p:nvSpPr>
            <p:spPr>
              <a:xfrm rot="18900000">
                <a:off x="284400" y="5907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67" name="Google Shape;1322;p29"/>
          <p:cNvGrpSpPr/>
          <p:nvPr/>
        </p:nvGrpSpPr>
        <p:grpSpPr>
          <a:xfrm>
            <a:off x="2660400" y="4275720"/>
            <a:ext cx="4950720" cy="2991960"/>
            <a:chOff x="2660400" y="4275720"/>
            <a:chExt cx="4950720" cy="2991960"/>
          </a:xfrm>
        </p:grpSpPr>
        <p:pic>
          <p:nvPicPr>
            <p:cNvPr id="168" name="Google Shape;1323;p29" descr="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0800000">
              <a:off x="2660400" y="4275720"/>
              <a:ext cx="354852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69" name="Google Shape;1324;p29"/>
            <p:cNvGrpSpPr/>
            <p:nvPr/>
          </p:nvGrpSpPr>
          <p:grpSpPr>
            <a:xfrm>
              <a:off x="2952720" y="4719240"/>
              <a:ext cx="1517400" cy="906480"/>
              <a:chOff x="2952720" y="4719240"/>
              <a:chExt cx="1517400" cy="906480"/>
            </a:xfrm>
          </p:grpSpPr>
          <p:sp>
            <p:nvSpPr>
              <p:cNvPr id="170" name="Google Shape;1325;p29"/>
              <p:cNvSpPr/>
              <p:nvPr/>
            </p:nvSpPr>
            <p:spPr>
              <a:xfrm>
                <a:off x="2952720" y="477828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1" name="Google Shape;1326;p29"/>
              <p:cNvSpPr/>
              <p:nvPr/>
            </p:nvSpPr>
            <p:spPr>
              <a:xfrm>
                <a:off x="3530880" y="4835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2" name="Google Shape;1327;p29"/>
              <p:cNvSpPr/>
              <p:nvPr/>
            </p:nvSpPr>
            <p:spPr>
              <a:xfrm>
                <a:off x="3409920" y="50688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328;p29"/>
              <p:cNvSpPr/>
              <p:nvPr/>
            </p:nvSpPr>
            <p:spPr>
              <a:xfrm>
                <a:off x="3888360" y="47192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4" name="Google Shape;1329;p29"/>
            <p:cNvGrpSpPr/>
            <p:nvPr/>
          </p:nvGrpSpPr>
          <p:grpSpPr>
            <a:xfrm>
              <a:off x="4778280" y="4462560"/>
              <a:ext cx="2832840" cy="1420560"/>
              <a:chOff x="4778280" y="4462560"/>
              <a:chExt cx="2832840" cy="1420560"/>
            </a:xfrm>
          </p:grpSpPr>
          <p:sp>
            <p:nvSpPr>
              <p:cNvPr id="175" name="Google Shape;1330;p29"/>
              <p:cNvSpPr/>
              <p:nvPr/>
            </p:nvSpPr>
            <p:spPr>
              <a:xfrm rot="16200000">
                <a:off x="5484240" y="375624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4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6" name="Google Shape;1331;p29"/>
              <p:cNvGrpSpPr/>
              <p:nvPr/>
            </p:nvGrpSpPr>
            <p:grpSpPr>
              <a:xfrm>
                <a:off x="6455160" y="5174280"/>
                <a:ext cx="161640" cy="161640"/>
                <a:chOff x="6455160" y="5174280"/>
                <a:chExt cx="161640" cy="161640"/>
              </a:xfrm>
            </p:grpSpPr>
            <p:sp>
              <p:nvSpPr>
                <p:cNvPr id="177" name="Google Shape;1332;p29"/>
                <p:cNvSpPr/>
                <p:nvPr/>
              </p:nvSpPr>
              <p:spPr>
                <a:xfrm rot="10800000">
                  <a:off x="6455160" y="517428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" name="Google Shape;1333;p29"/>
                <p:cNvSpPr/>
                <p:nvPr/>
              </p:nvSpPr>
              <p:spPr>
                <a:xfrm rot="10800000">
                  <a:off x="6487560" y="521100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79" name="Google Shape;1334;p29"/>
              <p:cNvGrpSpPr/>
              <p:nvPr/>
            </p:nvGrpSpPr>
            <p:grpSpPr>
              <a:xfrm>
                <a:off x="5072400" y="4755960"/>
                <a:ext cx="161640" cy="161640"/>
                <a:chOff x="5072400" y="4755960"/>
                <a:chExt cx="161640" cy="161640"/>
              </a:xfrm>
            </p:grpSpPr>
            <p:sp>
              <p:nvSpPr>
                <p:cNvPr id="180" name="Google Shape;1335;p29"/>
                <p:cNvSpPr/>
                <p:nvPr/>
              </p:nvSpPr>
              <p:spPr>
                <a:xfrm>
                  <a:off x="5072400" y="475596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" name="Google Shape;1336;p29"/>
                <p:cNvSpPr/>
                <p:nvPr/>
              </p:nvSpPr>
              <p:spPr>
                <a:xfrm>
                  <a:off x="5104800" y="47926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82" name="Google Shape;1337;p29"/>
          <p:cNvSpPr/>
          <p:nvPr/>
        </p:nvSpPr>
        <p:spPr>
          <a:xfrm>
            <a:off x="1157400" y="3476880"/>
            <a:ext cx="531972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CREDITS: 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This presentation template was created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3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and includes icons, infographics &amp; images by</a:t>
            </a: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4"/>
              </a:rPr>
              <a:t>Freepik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5"/>
    <p:sldLayoutId id="2147483654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7703640" cy="4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" name="Google Shape;143;p4"/>
          <p:cNvGrpSpPr/>
          <p:nvPr/>
        </p:nvGrpSpPr>
        <p:grpSpPr>
          <a:xfrm>
            <a:off x="7365240" y="-1147680"/>
            <a:ext cx="3732840" cy="6536520"/>
            <a:chOff x="7365240" y="-1147680"/>
            <a:chExt cx="3732840" cy="6536520"/>
          </a:xfrm>
        </p:grpSpPr>
        <p:pic>
          <p:nvPicPr>
            <p:cNvPr id="189" name="Google Shape;144;p4" descr="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365240" y="-1147680"/>
              <a:ext cx="3732840" cy="284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90" name="Google Shape;145;p4"/>
            <p:cNvGrpSpPr/>
            <p:nvPr/>
          </p:nvGrpSpPr>
          <p:grpSpPr>
            <a:xfrm>
              <a:off x="7544880" y="540000"/>
              <a:ext cx="1518120" cy="3030120"/>
              <a:chOff x="7544880" y="540000"/>
              <a:chExt cx="1518120" cy="3030120"/>
            </a:xfrm>
          </p:grpSpPr>
          <p:sp>
            <p:nvSpPr>
              <p:cNvPr id="191" name="Google Shape;146;p4"/>
              <p:cNvSpPr/>
              <p:nvPr/>
            </p:nvSpPr>
            <p:spPr>
              <a:xfrm rot="10800000">
                <a:off x="7642440" y="73728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147;p4"/>
              <p:cNvSpPr/>
              <p:nvPr/>
            </p:nvSpPr>
            <p:spPr>
              <a:xfrm rot="10800000">
                <a:off x="7544880" y="54000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93" name="Google Shape;148;p4"/>
            <p:cNvSpPr/>
            <p:nvPr/>
          </p:nvSpPr>
          <p:spPr>
            <a:xfrm rot="5400000">
              <a:off x="8250840" y="-8769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4" name="Google Shape;149;p4"/>
            <p:cNvGrpSpPr/>
            <p:nvPr/>
          </p:nvGrpSpPr>
          <p:grpSpPr>
            <a:xfrm>
              <a:off x="7893360" y="270000"/>
              <a:ext cx="3152880" cy="5118840"/>
              <a:chOff x="7893360" y="270000"/>
              <a:chExt cx="3152880" cy="5118840"/>
            </a:xfrm>
          </p:grpSpPr>
          <p:sp>
            <p:nvSpPr>
              <p:cNvPr id="195" name="Google Shape;150;p4"/>
              <p:cNvSpPr/>
              <p:nvPr/>
            </p:nvSpPr>
            <p:spPr>
              <a:xfrm>
                <a:off x="7893360" y="27000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96" name="Google Shape;151;p4"/>
              <p:cNvGrpSpPr/>
              <p:nvPr/>
            </p:nvGrpSpPr>
            <p:grpSpPr>
              <a:xfrm>
                <a:off x="8345160" y="4736520"/>
                <a:ext cx="133560" cy="133560"/>
                <a:chOff x="8345160" y="4736520"/>
                <a:chExt cx="133560" cy="133560"/>
              </a:xfrm>
            </p:grpSpPr>
            <p:sp>
              <p:nvSpPr>
                <p:cNvPr id="197" name="Google Shape;152;p4"/>
                <p:cNvSpPr/>
                <p:nvPr/>
              </p:nvSpPr>
              <p:spPr>
                <a:xfrm>
                  <a:off x="8345160" y="47365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" name="Google Shape;153;p4"/>
                <p:cNvSpPr/>
                <p:nvPr/>
              </p:nvSpPr>
              <p:spPr>
                <a:xfrm>
                  <a:off x="8364240" y="47552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99" name="Google Shape;154;p4"/>
              <p:cNvGrpSpPr/>
              <p:nvPr/>
            </p:nvGrpSpPr>
            <p:grpSpPr>
              <a:xfrm>
                <a:off x="8940600" y="3794760"/>
                <a:ext cx="133560" cy="133560"/>
                <a:chOff x="8940600" y="3794760"/>
                <a:chExt cx="133560" cy="133560"/>
              </a:xfrm>
            </p:grpSpPr>
            <p:sp>
              <p:nvSpPr>
                <p:cNvPr id="200" name="Google Shape;155;p4"/>
                <p:cNvSpPr/>
                <p:nvPr/>
              </p:nvSpPr>
              <p:spPr>
                <a:xfrm>
                  <a:off x="8940600" y="3794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" name="Google Shape;156;p4"/>
                <p:cNvSpPr/>
                <p:nvPr/>
              </p:nvSpPr>
              <p:spPr>
                <a:xfrm>
                  <a:off x="8959680" y="38134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2" name="Google Shape;157;p4"/>
              <p:cNvGrpSpPr/>
              <p:nvPr/>
            </p:nvGrpSpPr>
            <p:grpSpPr>
              <a:xfrm>
                <a:off x="8806680" y="2424600"/>
                <a:ext cx="133560" cy="133560"/>
                <a:chOff x="8806680" y="2424600"/>
                <a:chExt cx="133560" cy="133560"/>
              </a:xfrm>
            </p:grpSpPr>
            <p:sp>
              <p:nvSpPr>
                <p:cNvPr id="203" name="Google Shape;158;p4"/>
                <p:cNvSpPr/>
                <p:nvPr/>
              </p:nvSpPr>
              <p:spPr>
                <a:xfrm>
                  <a:off x="8806680" y="2424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" name="Google Shape;159;p4"/>
                <p:cNvSpPr/>
                <p:nvPr/>
              </p:nvSpPr>
              <p:spPr>
                <a:xfrm>
                  <a:off x="8825400" y="2443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205" name="Google Shape;160;p4"/>
          <p:cNvGrpSpPr/>
          <p:nvPr/>
        </p:nvGrpSpPr>
        <p:grpSpPr>
          <a:xfrm>
            <a:off x="-575640" y="3774240"/>
            <a:ext cx="1954800" cy="2072160"/>
            <a:chOff x="-575640" y="3774240"/>
            <a:chExt cx="1954800" cy="2072160"/>
          </a:xfrm>
        </p:grpSpPr>
        <p:sp>
          <p:nvSpPr>
            <p:cNvPr id="206" name="Google Shape;161;p4"/>
            <p:cNvSpPr/>
            <p:nvPr/>
          </p:nvSpPr>
          <p:spPr>
            <a:xfrm rot="8271000">
              <a:off x="275400" y="361476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62;p4"/>
            <p:cNvSpPr/>
            <p:nvPr/>
          </p:nvSpPr>
          <p:spPr>
            <a:xfrm rot="8271000">
              <a:off x="131040" y="374544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8" name="Google Shape;163;p4"/>
          <p:cNvGrpSpPr/>
          <p:nvPr/>
        </p:nvGrpSpPr>
        <p:grpSpPr>
          <a:xfrm>
            <a:off x="-519840" y="-573120"/>
            <a:ext cx="1501560" cy="2806920"/>
            <a:chOff x="-519840" y="-573120"/>
            <a:chExt cx="1501560" cy="2806920"/>
          </a:xfrm>
        </p:grpSpPr>
        <p:grpSp>
          <p:nvGrpSpPr>
            <p:cNvPr id="209" name="Google Shape;164;p4"/>
            <p:cNvGrpSpPr/>
            <p:nvPr/>
          </p:nvGrpSpPr>
          <p:grpSpPr>
            <a:xfrm>
              <a:off x="-343440" y="1508040"/>
              <a:ext cx="904320" cy="725760"/>
              <a:chOff x="-343440" y="1508040"/>
              <a:chExt cx="904320" cy="725760"/>
            </a:xfrm>
          </p:grpSpPr>
          <p:sp>
            <p:nvSpPr>
              <p:cNvPr id="210" name="Google Shape;165;p4"/>
              <p:cNvSpPr/>
              <p:nvPr/>
            </p:nvSpPr>
            <p:spPr>
              <a:xfrm rot="10800000">
                <a:off x="-343440" y="15080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166;p4"/>
              <p:cNvSpPr/>
              <p:nvPr/>
            </p:nvSpPr>
            <p:spPr>
              <a:xfrm rot="10800000">
                <a:off x="-138960" y="18176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167;p4"/>
              <p:cNvSpPr/>
              <p:nvPr/>
            </p:nvSpPr>
            <p:spPr>
              <a:xfrm rot="10800000">
                <a:off x="80280" y="1674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13" name="Google Shape;168;p4"/>
            <p:cNvSpPr/>
            <p:nvPr/>
          </p:nvSpPr>
          <p:spPr>
            <a:xfrm>
              <a:off x="360" y="-57240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69;p4"/>
            <p:cNvSpPr/>
            <p:nvPr/>
          </p:nvSpPr>
          <p:spPr>
            <a:xfrm>
              <a:off x="-159120" y="-57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15" name="Google Shape;170;p4"/>
            <p:cNvGrpSpPr/>
            <p:nvPr/>
          </p:nvGrpSpPr>
          <p:grpSpPr>
            <a:xfrm>
              <a:off x="-519840" y="-466920"/>
              <a:ext cx="699480" cy="1650960"/>
              <a:chOff x="-519840" y="-466920"/>
              <a:chExt cx="699480" cy="1650960"/>
            </a:xfrm>
          </p:grpSpPr>
          <p:sp>
            <p:nvSpPr>
              <p:cNvPr id="216" name="Google Shape;171;p4"/>
              <p:cNvSpPr/>
              <p:nvPr/>
            </p:nvSpPr>
            <p:spPr>
              <a:xfrm rot="10800000">
                <a:off x="-302760" y="17064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172;p4"/>
              <p:cNvSpPr/>
              <p:nvPr/>
            </p:nvSpPr>
            <p:spPr>
              <a:xfrm rot="10800000">
                <a:off x="-426960" y="-4669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173;p4"/>
              <p:cNvSpPr/>
              <p:nvPr/>
            </p:nvSpPr>
            <p:spPr>
              <a:xfrm rot="10800000">
                <a:off x="-519480" y="-3736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0000" y="479880"/>
            <a:ext cx="3144960" cy="184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135680" y="539640"/>
            <a:ext cx="4294800" cy="406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3" name="Google Shape;379;p9"/>
          <p:cNvGrpSpPr/>
          <p:nvPr/>
        </p:nvGrpSpPr>
        <p:grpSpPr>
          <a:xfrm>
            <a:off x="-2393640" y="-1635480"/>
            <a:ext cx="4710600" cy="5344200"/>
            <a:chOff x="-2393640" y="-1635480"/>
            <a:chExt cx="4710600" cy="5344200"/>
          </a:xfrm>
        </p:grpSpPr>
        <p:pic>
          <p:nvPicPr>
            <p:cNvPr id="224" name="Google Shape;380;p9" descr="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-2393640" y="-163548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25" name="Google Shape;381;p9"/>
            <p:cNvGrpSpPr/>
            <p:nvPr/>
          </p:nvGrpSpPr>
          <p:grpSpPr>
            <a:xfrm>
              <a:off x="-1398960" y="-1410120"/>
              <a:ext cx="3152880" cy="5118840"/>
              <a:chOff x="-1398960" y="-1410120"/>
              <a:chExt cx="3152880" cy="5118840"/>
            </a:xfrm>
          </p:grpSpPr>
          <p:sp>
            <p:nvSpPr>
              <p:cNvPr id="226" name="Google Shape;382;p9"/>
              <p:cNvSpPr/>
              <p:nvPr/>
            </p:nvSpPr>
            <p:spPr>
              <a:xfrm>
                <a:off x="-1398960" y="-14101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27" name="Google Shape;383;p9"/>
              <p:cNvGrpSpPr/>
              <p:nvPr/>
            </p:nvGrpSpPr>
            <p:grpSpPr>
              <a:xfrm>
                <a:off x="629280" y="217080"/>
                <a:ext cx="133560" cy="133560"/>
                <a:chOff x="629280" y="217080"/>
                <a:chExt cx="133560" cy="133560"/>
              </a:xfrm>
            </p:grpSpPr>
            <p:sp>
              <p:nvSpPr>
                <p:cNvPr id="228" name="Google Shape;384;p9"/>
                <p:cNvSpPr/>
                <p:nvPr/>
              </p:nvSpPr>
              <p:spPr>
                <a:xfrm>
                  <a:off x="629280" y="217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" name="Google Shape;385;p9"/>
                <p:cNvSpPr/>
                <p:nvPr/>
              </p:nvSpPr>
              <p:spPr>
                <a:xfrm>
                  <a:off x="648360" y="2358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0" name="Google Shape;386;p9"/>
              <p:cNvGrpSpPr/>
              <p:nvPr/>
            </p:nvGrpSpPr>
            <p:grpSpPr>
              <a:xfrm>
                <a:off x="-363960" y="903240"/>
                <a:ext cx="133560" cy="133560"/>
                <a:chOff x="-363960" y="903240"/>
                <a:chExt cx="133560" cy="133560"/>
              </a:xfrm>
            </p:grpSpPr>
            <p:sp>
              <p:nvSpPr>
                <p:cNvPr id="231" name="Google Shape;387;p9"/>
                <p:cNvSpPr/>
                <p:nvPr/>
              </p:nvSpPr>
              <p:spPr>
                <a:xfrm>
                  <a:off x="-363960" y="9032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" name="Google Shape;388;p9"/>
                <p:cNvSpPr/>
                <p:nvPr/>
              </p:nvSpPr>
              <p:spPr>
                <a:xfrm>
                  <a:off x="-345240" y="9223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3" name="Google Shape;389;p9"/>
              <p:cNvGrpSpPr/>
              <p:nvPr/>
            </p:nvGrpSpPr>
            <p:grpSpPr>
              <a:xfrm>
                <a:off x="20160" y="1276920"/>
                <a:ext cx="133560" cy="133560"/>
                <a:chOff x="20160" y="1276920"/>
                <a:chExt cx="133560" cy="133560"/>
              </a:xfrm>
            </p:grpSpPr>
            <p:sp>
              <p:nvSpPr>
                <p:cNvPr id="234" name="Google Shape;390;p9"/>
                <p:cNvSpPr/>
                <p:nvPr/>
              </p:nvSpPr>
              <p:spPr>
                <a:xfrm>
                  <a:off x="20160" y="12769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" name="Google Shape;391;p9"/>
                <p:cNvSpPr/>
                <p:nvPr/>
              </p:nvSpPr>
              <p:spPr>
                <a:xfrm>
                  <a:off x="38880" y="12960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36" name="Google Shape;392;p9"/>
            <p:cNvGrpSpPr/>
            <p:nvPr/>
          </p:nvGrpSpPr>
          <p:grpSpPr>
            <a:xfrm>
              <a:off x="45360" y="-923040"/>
              <a:ext cx="87840" cy="2151360"/>
              <a:chOff x="45360" y="-923040"/>
              <a:chExt cx="87840" cy="2151360"/>
            </a:xfrm>
          </p:grpSpPr>
          <p:sp>
            <p:nvSpPr>
              <p:cNvPr id="237" name="Google Shape;393;p9"/>
              <p:cNvSpPr/>
              <p:nvPr/>
            </p:nvSpPr>
            <p:spPr>
              <a:xfrm>
                <a:off x="453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8" name="Google Shape;394;p9"/>
              <p:cNvSpPr/>
              <p:nvPr/>
            </p:nvSpPr>
            <p:spPr>
              <a:xfrm>
                <a:off x="1209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9" name="Google Shape;395;p9"/>
            <p:cNvGrpSpPr/>
            <p:nvPr/>
          </p:nvGrpSpPr>
          <p:grpSpPr>
            <a:xfrm>
              <a:off x="285120" y="-794880"/>
              <a:ext cx="87840" cy="2151360"/>
              <a:chOff x="285120" y="-794880"/>
              <a:chExt cx="87840" cy="2151360"/>
            </a:xfrm>
          </p:grpSpPr>
          <p:sp>
            <p:nvSpPr>
              <p:cNvPr id="240" name="Google Shape;396;p9"/>
              <p:cNvSpPr/>
              <p:nvPr/>
            </p:nvSpPr>
            <p:spPr>
              <a:xfrm>
                <a:off x="2851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397;p9"/>
              <p:cNvSpPr/>
              <p:nvPr/>
            </p:nvSpPr>
            <p:spPr>
              <a:xfrm>
                <a:off x="3607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42" name="Google Shape;398;p9"/>
            <p:cNvSpPr/>
            <p:nvPr/>
          </p:nvSpPr>
          <p:spPr>
            <a:xfrm rot="5400000">
              <a:off x="425520" y="-13532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43" name="Google Shape;399;p9"/>
            <p:cNvGrpSpPr/>
            <p:nvPr/>
          </p:nvGrpSpPr>
          <p:grpSpPr>
            <a:xfrm>
              <a:off x="-252000" y="261000"/>
              <a:ext cx="480240" cy="480960"/>
              <a:chOff x="-252000" y="261000"/>
              <a:chExt cx="480240" cy="480960"/>
            </a:xfrm>
          </p:grpSpPr>
          <p:sp>
            <p:nvSpPr>
              <p:cNvPr id="244" name="Google Shape;400;p9"/>
              <p:cNvSpPr/>
              <p:nvPr/>
            </p:nvSpPr>
            <p:spPr>
              <a:xfrm>
                <a:off x="126720" y="2610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5" name="Google Shape;401;p9"/>
              <p:cNvSpPr/>
              <p:nvPr/>
            </p:nvSpPr>
            <p:spPr>
              <a:xfrm>
                <a:off x="63360" y="32472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6" name="Google Shape;402;p9"/>
              <p:cNvSpPr/>
              <p:nvPr/>
            </p:nvSpPr>
            <p:spPr>
              <a:xfrm>
                <a:off x="720" y="3880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7" name="Google Shape;403;p9"/>
              <p:cNvSpPr/>
              <p:nvPr/>
            </p:nvSpPr>
            <p:spPr>
              <a:xfrm>
                <a:off x="-63000" y="4507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8" name="Google Shape;404;p9"/>
              <p:cNvSpPr/>
              <p:nvPr/>
            </p:nvSpPr>
            <p:spPr>
              <a:xfrm>
                <a:off x="-126000" y="51408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9" name="Google Shape;405;p9"/>
              <p:cNvSpPr/>
              <p:nvPr/>
            </p:nvSpPr>
            <p:spPr>
              <a:xfrm>
                <a:off x="-189360" y="57708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406;p9"/>
              <p:cNvSpPr/>
              <p:nvPr/>
            </p:nvSpPr>
            <p:spPr>
              <a:xfrm>
                <a:off x="-252000" y="64044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51" name="Google Shape;407;p9"/>
          <p:cNvGrpSpPr/>
          <p:nvPr/>
        </p:nvGrpSpPr>
        <p:grpSpPr>
          <a:xfrm>
            <a:off x="6719760" y="2898360"/>
            <a:ext cx="3920040" cy="3213720"/>
            <a:chOff x="6719760" y="2898360"/>
            <a:chExt cx="3920040" cy="3213720"/>
          </a:xfrm>
        </p:grpSpPr>
        <p:sp>
          <p:nvSpPr>
            <p:cNvPr id="252" name="Google Shape;408;p9"/>
            <p:cNvSpPr/>
            <p:nvPr/>
          </p:nvSpPr>
          <p:spPr>
            <a:xfrm>
              <a:off x="8841240" y="289836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253" name="Google Shape;409;p9" descr="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6719760" y="312012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54" name="Google Shape;410;p9"/>
            <p:cNvGrpSpPr/>
            <p:nvPr/>
          </p:nvGrpSpPr>
          <p:grpSpPr>
            <a:xfrm>
              <a:off x="8748360" y="3547800"/>
              <a:ext cx="699480" cy="1650960"/>
              <a:chOff x="8748360" y="3547800"/>
              <a:chExt cx="699480" cy="1650960"/>
            </a:xfrm>
          </p:grpSpPr>
          <p:sp>
            <p:nvSpPr>
              <p:cNvPr id="255" name="Google Shape;411;p9"/>
              <p:cNvSpPr/>
              <p:nvPr/>
            </p:nvSpPr>
            <p:spPr>
              <a:xfrm>
                <a:off x="8748360" y="354780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412;p9"/>
              <p:cNvSpPr/>
              <p:nvPr/>
            </p:nvSpPr>
            <p:spPr>
              <a:xfrm>
                <a:off x="9201240" y="387900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413;p9"/>
              <p:cNvSpPr/>
              <p:nvPr/>
            </p:nvSpPr>
            <p:spPr>
              <a:xfrm>
                <a:off x="9108720" y="39722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58" name="Google Shape;414;p9"/>
            <p:cNvGrpSpPr/>
            <p:nvPr/>
          </p:nvGrpSpPr>
          <p:grpSpPr>
            <a:xfrm>
              <a:off x="8355600" y="4357440"/>
              <a:ext cx="904320" cy="725400"/>
              <a:chOff x="8355600" y="4357440"/>
              <a:chExt cx="904320" cy="725400"/>
            </a:xfrm>
          </p:grpSpPr>
          <p:sp>
            <p:nvSpPr>
              <p:cNvPr id="259" name="Google Shape;415;p9"/>
              <p:cNvSpPr/>
              <p:nvPr/>
            </p:nvSpPr>
            <p:spPr>
              <a:xfrm>
                <a:off x="8574840" y="4357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0" name="Google Shape;416;p9"/>
              <p:cNvSpPr/>
              <p:nvPr/>
            </p:nvSpPr>
            <p:spPr>
              <a:xfrm>
                <a:off x="8355600" y="4500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" name="Google Shape;417;p9"/>
              <p:cNvSpPr/>
              <p:nvPr/>
            </p:nvSpPr>
            <p:spPr>
              <a:xfrm>
                <a:off x="8587080" y="45003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62" name="Google Shape;418;p9"/>
            <p:cNvSpPr/>
            <p:nvPr/>
          </p:nvSpPr>
          <p:spPr>
            <a:xfrm rot="10800000">
              <a:off x="7946280" y="29966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419;p9"/>
            <p:cNvSpPr/>
            <p:nvPr/>
          </p:nvSpPr>
          <p:spPr>
            <a:xfrm rot="10800000">
              <a:off x="8105760" y="29973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4" name="Google Shape;420;p9"/>
          <p:cNvGrpSpPr/>
          <p:nvPr/>
        </p:nvGrpSpPr>
        <p:grpSpPr>
          <a:xfrm>
            <a:off x="-1953000" y="4816440"/>
            <a:ext cx="4558680" cy="133920"/>
            <a:chOff x="-1953000" y="4816440"/>
            <a:chExt cx="4558680" cy="133920"/>
          </a:xfrm>
        </p:grpSpPr>
        <p:sp>
          <p:nvSpPr>
            <p:cNvPr id="265" name="Google Shape;421;p9"/>
            <p:cNvSpPr/>
            <p:nvPr/>
          </p:nvSpPr>
          <p:spPr>
            <a:xfrm>
              <a:off x="2471760" y="48164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66" name="Google Shape;422;p9"/>
            <p:cNvCxnSpPr/>
            <p:nvPr/>
          </p:nvCxnSpPr>
          <p:spPr>
            <a:xfrm>
              <a:off x="-1953000" y="48834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267" name="Google Shape;423;p9"/>
            <p:cNvSpPr/>
            <p:nvPr/>
          </p:nvSpPr>
          <p:spPr>
            <a:xfrm>
              <a:off x="2501640" y="48466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ubTitle"/>
          </p:nvPr>
        </p:nvSpPr>
        <p:spPr>
          <a:xfrm>
            <a:off x="1095480" y="3457440"/>
            <a:ext cx="48859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Template for documenting problem, approach, and verification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title"/>
          </p:nvPr>
        </p:nvSpPr>
        <p:spPr>
          <a:xfrm>
            <a:off x="1095480" y="819000"/>
            <a:ext cx="6972120" cy="232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45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Algorithm Resolution 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70" name="Google Shape;1432;p35"/>
          <p:cNvGrpSpPr/>
          <p:nvPr/>
        </p:nvGrpSpPr>
        <p:grpSpPr>
          <a:xfrm>
            <a:off x="1096560" y="3242880"/>
            <a:ext cx="3936600" cy="133560"/>
            <a:chOff x="1096560" y="3242880"/>
            <a:chExt cx="3936600" cy="133560"/>
          </a:xfrm>
        </p:grpSpPr>
        <p:cxnSp>
          <p:nvCxnSpPr>
            <p:cNvPr id="271" name="Google Shape;1433;p35"/>
            <p:cNvCxnSpPr/>
            <p:nvPr/>
          </p:nvCxnSpPr>
          <p:spPr>
            <a:xfrm>
              <a:off x="1096560" y="3309840"/>
              <a:ext cx="384120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grpSp>
          <p:nvGrpSpPr>
            <p:cNvPr id="272" name="Google Shape;1434;p35"/>
            <p:cNvGrpSpPr/>
            <p:nvPr/>
          </p:nvGrpSpPr>
          <p:grpSpPr>
            <a:xfrm>
              <a:off x="4899600" y="3242880"/>
              <a:ext cx="133560" cy="133560"/>
              <a:chOff x="4899600" y="3242880"/>
              <a:chExt cx="133560" cy="133560"/>
            </a:xfrm>
          </p:grpSpPr>
          <p:sp>
            <p:nvSpPr>
              <p:cNvPr id="273" name="Google Shape;1435;p35"/>
              <p:cNvSpPr/>
              <p:nvPr/>
            </p:nvSpPr>
            <p:spPr>
              <a:xfrm>
                <a:off x="4929480" y="3273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" name="Google Shape;1436;p35"/>
              <p:cNvSpPr/>
              <p:nvPr/>
            </p:nvSpPr>
            <p:spPr>
              <a:xfrm>
                <a:off x="4899600" y="3242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75" name="Google Shape;1437;p35"/>
          <p:cNvGrpSpPr/>
          <p:nvPr/>
        </p:nvGrpSpPr>
        <p:grpSpPr>
          <a:xfrm>
            <a:off x="8017920" y="-313560"/>
            <a:ext cx="133560" cy="1890360"/>
            <a:chOff x="8017920" y="-313560"/>
            <a:chExt cx="133560" cy="1890360"/>
          </a:xfrm>
        </p:grpSpPr>
        <p:sp>
          <p:nvSpPr>
            <p:cNvPr id="276" name="Google Shape;1438;p35"/>
            <p:cNvSpPr/>
            <p:nvPr/>
          </p:nvSpPr>
          <p:spPr>
            <a:xfrm rot="5400000">
              <a:off x="8017920" y="14432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77" name="Google Shape;1439;p35"/>
            <p:cNvCxnSpPr/>
            <p:nvPr/>
          </p:nvCxnSpPr>
          <p:spPr>
            <a:xfrm>
              <a:off x="8084160" y="-313560"/>
              <a:ext cx="360" cy="17949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278" name="Google Shape;1440;p35"/>
            <p:cNvSpPr/>
            <p:nvPr/>
          </p:nvSpPr>
          <p:spPr>
            <a:xfrm rot="5400000">
              <a:off x="8047800" y="14734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9" name="Google Shape;1441;p35"/>
          <p:cNvGrpSpPr/>
          <p:nvPr/>
        </p:nvGrpSpPr>
        <p:grpSpPr>
          <a:xfrm>
            <a:off x="6309360" y="957600"/>
            <a:ext cx="3504960" cy="5118840"/>
            <a:chOff x="6309360" y="957600"/>
            <a:chExt cx="3504960" cy="5118840"/>
          </a:xfrm>
        </p:grpSpPr>
        <p:sp>
          <p:nvSpPr>
            <p:cNvPr id="280" name="Google Shape;1442;p35"/>
            <p:cNvSpPr/>
            <p:nvPr/>
          </p:nvSpPr>
          <p:spPr>
            <a:xfrm>
              <a:off x="6309360" y="9576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81" name="Google Shape;1443;p35"/>
            <p:cNvGrpSpPr/>
            <p:nvPr/>
          </p:nvGrpSpPr>
          <p:grpSpPr>
            <a:xfrm>
              <a:off x="7728480" y="3644640"/>
              <a:ext cx="133560" cy="133560"/>
              <a:chOff x="7728480" y="3644640"/>
              <a:chExt cx="133560" cy="133560"/>
            </a:xfrm>
          </p:grpSpPr>
          <p:sp>
            <p:nvSpPr>
              <p:cNvPr id="282" name="Google Shape;1444;p35"/>
              <p:cNvSpPr/>
              <p:nvPr/>
            </p:nvSpPr>
            <p:spPr>
              <a:xfrm>
                <a:off x="7728480" y="3644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1445;p35"/>
              <p:cNvSpPr/>
              <p:nvPr/>
            </p:nvSpPr>
            <p:spPr>
              <a:xfrm>
                <a:off x="7747200" y="366336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4" name="Google Shape;1446;p35"/>
            <p:cNvGrpSpPr/>
            <p:nvPr/>
          </p:nvGrpSpPr>
          <p:grpSpPr>
            <a:xfrm>
              <a:off x="7344360" y="3270960"/>
              <a:ext cx="133560" cy="133560"/>
              <a:chOff x="7344360" y="3270960"/>
              <a:chExt cx="133560" cy="133560"/>
            </a:xfrm>
          </p:grpSpPr>
          <p:sp>
            <p:nvSpPr>
              <p:cNvPr id="285" name="Google Shape;1447;p35"/>
              <p:cNvSpPr/>
              <p:nvPr/>
            </p:nvSpPr>
            <p:spPr>
              <a:xfrm>
                <a:off x="7344360" y="32709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1448;p35"/>
              <p:cNvSpPr/>
              <p:nvPr/>
            </p:nvSpPr>
            <p:spPr>
              <a:xfrm>
                <a:off x="7363440" y="32896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7" name="Google Shape;1449;p35"/>
            <p:cNvGrpSpPr/>
            <p:nvPr/>
          </p:nvGrpSpPr>
          <p:grpSpPr>
            <a:xfrm>
              <a:off x="8337960" y="2584440"/>
              <a:ext cx="133560" cy="133560"/>
              <a:chOff x="8337960" y="2584440"/>
              <a:chExt cx="133560" cy="133560"/>
            </a:xfrm>
          </p:grpSpPr>
          <p:sp>
            <p:nvSpPr>
              <p:cNvPr id="288" name="Google Shape;1450;p35"/>
              <p:cNvSpPr/>
              <p:nvPr/>
            </p:nvSpPr>
            <p:spPr>
              <a:xfrm>
                <a:off x="8337960" y="25844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1451;p35"/>
              <p:cNvSpPr/>
              <p:nvPr/>
            </p:nvSpPr>
            <p:spPr>
              <a:xfrm>
                <a:off x="8356680" y="26035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90" name="Google Shape;1452;p35"/>
            <p:cNvSpPr/>
            <p:nvPr/>
          </p:nvSpPr>
          <p:spPr>
            <a:xfrm rot="5400000">
              <a:off x="7687440" y="11433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723960" y="476280"/>
            <a:ext cx="3142800" cy="184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Introduction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subTitle"/>
          </p:nvPr>
        </p:nvSpPr>
        <p:spPr>
          <a:xfrm>
            <a:off x="723960" y="2362320"/>
            <a:ext cx="3142800" cy="224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This template guides a clear *algorithm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resolution* process: define the problem, design the solution, and verify results.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Use concise sections to capture **input/output**, **constraints**, algorithm steps, and basic *complexity analysis* for quick review and reproducibility.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93" name="Google Shape;1843;p46"/>
          <p:cNvGrpSpPr/>
          <p:nvPr/>
        </p:nvGrpSpPr>
        <p:grpSpPr>
          <a:xfrm>
            <a:off x="-74880" y="1766160"/>
            <a:ext cx="480600" cy="480600"/>
            <a:chOff x="-74880" y="1766160"/>
            <a:chExt cx="480600" cy="480600"/>
          </a:xfrm>
        </p:grpSpPr>
        <p:sp>
          <p:nvSpPr>
            <p:cNvPr id="294" name="Google Shape;1844;p46"/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845;p46"/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846;p46"/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847;p46"/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848;p46"/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849;p46"/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850;p46"/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1" name="Google Shape;1851;p46"/>
          <p:cNvSpPr/>
          <p:nvPr/>
        </p:nvSpPr>
        <p:spPr>
          <a:xfrm>
            <a:off x="4135680" y="539640"/>
            <a:ext cx="4294800" cy="4068720"/>
          </a:xfrm>
          <a:prstGeom prst="snip1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3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Problem Definition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04" name="image69fab8c3c25c1" descr="image69fab8c3c25c5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Input and Output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6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Describe expected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input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types, formats, and ranges. Define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output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format and success criteria.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Include one or two sample cases showing input - output mappings for clarity.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Constraints and Assumptions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8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List data size limits, time/memory bounds, and edge cases to handle.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State assumptions (e.g., sorted input, no duplicates) and target complexity (e.g.,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O(n log n)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or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O(n)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09" name="image69fab8c3cd9b8" descr="image69fab8c3cd9ba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Example Cases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subTitle"/>
          </p:nvPr>
        </p:nvSpPr>
        <p:spPr>
          <a:xfrm>
            <a:off x="4876920" y="1790640"/>
            <a:ext cx="354312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Provide representative inputs with expected outputs.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Example 1: small array - single pass result.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Example 2: edge case (empty or max-size) - defined behavior and error handling.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ubTitle"/>
          </p:nvPr>
        </p:nvSpPr>
        <p:spPr>
          <a:xfrm>
            <a:off x="723960" y="1790640"/>
            <a:ext cx="3543120" cy="182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  <a:ea typeface="Poppins"/>
            </a:endParaRPr>
          </a:p>
        </p:txBody>
      </p:sp>
      <p:grpSp>
        <p:nvGrpSpPr>
          <p:cNvPr id="313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314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315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17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318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19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20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03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2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Solution Approach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23" name="image69fab8c3d87dd" descr="image69fab8c3d87df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Algorithm Design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Choose core strategy: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greedy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,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divide and conquer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, or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dynamic programming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Outline steps, data structures, and key invariants. Emphasize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correctness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and minimal state.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Complexity Analysis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ubTitle"/>
          </p:nvPr>
        </p:nvSpPr>
        <p:spPr>
          <a:xfrm>
            <a:off x="4876920" y="1790640"/>
            <a:ext cx="354312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Estimate time and space in Big-O terms.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Highlight worst-case, average-case, and any trade-offs; state target like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O(n)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or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O(n log n)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ubTitle"/>
          </p:nvPr>
        </p:nvSpPr>
        <p:spPr>
          <a:xfrm>
            <a:off x="723960" y="1790640"/>
            <a:ext cx="3543120" cy="182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  <a:ea typeface="Poppins"/>
            </a:endParaRPr>
          </a:p>
        </p:txBody>
      </p:sp>
      <p:grpSp>
        <p:nvGrpSpPr>
          <p:cNvPr id="329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330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331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2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33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334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35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36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Implementation Steps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8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List concrete steps: parse input, validate, apply algorithm, format output.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Include testing hooks, edge-case checks, and brief comments for clarity.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39" name="image69fab8c3e3a2f" descr="image69fab8c3e3a32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Conclusions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subTitle"/>
          </p:nvPr>
        </p:nvSpPr>
        <p:spPr>
          <a:xfrm>
            <a:off x="4876920" y="1790640"/>
            <a:ext cx="354312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Summarize approach, expected complexity, and validation strategy.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State next actions: optimize, test at scale, or prepare for integration.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ubTitle"/>
          </p:nvPr>
        </p:nvSpPr>
        <p:spPr>
          <a:xfrm>
            <a:off x="723960" y="1790640"/>
            <a:ext cx="3543120" cy="182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  <a:ea typeface="Poppins"/>
            </a:endParaRPr>
          </a:p>
        </p:txBody>
      </p:sp>
      <p:grpSp>
        <p:nvGrpSpPr>
          <p:cNvPr id="343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344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345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6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47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348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49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50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ubTitle"/>
          </p:nvPr>
        </p:nvSpPr>
        <p:spPr>
          <a:xfrm>
            <a:off x="1152360" y="1609560"/>
            <a:ext cx="4447800" cy="123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0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Do you have any questions?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youremail@freepik.com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+34 654 321 432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yourwebsite.com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title"/>
          </p:nvPr>
        </p:nvSpPr>
        <p:spPr>
          <a:xfrm>
            <a:off x="1162080" y="495360"/>
            <a:ext cx="5124240" cy="21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5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Thanks!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2413;p64"/>
          <p:cNvSpPr/>
          <p:nvPr/>
        </p:nvSpPr>
        <p:spPr>
          <a:xfrm>
            <a:off x="1162080" y="439092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737880" bIns="-3737880" anchor="t">
            <a:sp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54" name="Google Shape;2414;p64"/>
          <p:cNvGrpSpPr/>
          <p:nvPr/>
        </p:nvGrpSpPr>
        <p:grpSpPr>
          <a:xfrm>
            <a:off x="2810520" y="2984760"/>
            <a:ext cx="597600" cy="385560"/>
            <a:chOff x="2810520" y="2984760"/>
            <a:chExt cx="597600" cy="385560"/>
          </a:xfrm>
        </p:grpSpPr>
        <p:sp>
          <p:nvSpPr>
            <p:cNvPr id="355" name="Google Shape;2415;p64"/>
            <p:cNvSpPr/>
            <p:nvPr/>
          </p:nvSpPr>
          <p:spPr>
            <a:xfrm>
              <a:off x="2967840" y="3032640"/>
              <a:ext cx="282600" cy="28296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282960"/>
                <a:gd name="textAreaBottom" fmla="*/ 283320 h 282960"/>
              </a:gdLst>
              <a:ahLst/>
              <a:cxnLst/>
              <a:rect l="textAreaLeft" t="textAreaTop" r="textAreaRight" b="textAreaBottom"/>
              <a:pathLst>
                <a:path w="10860" h="10872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2416;p64"/>
            <p:cNvSpPr/>
            <p:nvPr/>
          </p:nvSpPr>
          <p:spPr>
            <a:xfrm>
              <a:off x="2810520" y="2984760"/>
              <a:ext cx="597600" cy="385560"/>
            </a:xfrm>
            <a:prstGeom prst="rect">
              <a:avLst/>
            </a:prstGeom>
            <a:noFill/>
            <a:ln w="9525">
              <a:solidFill>
                <a:srgbClr val="eb91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7" name="Google Shape;2417;p64"/>
          <p:cNvGrpSpPr/>
          <p:nvPr/>
        </p:nvGrpSpPr>
        <p:grpSpPr>
          <a:xfrm>
            <a:off x="2022480" y="2984760"/>
            <a:ext cx="597600" cy="385560"/>
            <a:chOff x="2022480" y="2984760"/>
            <a:chExt cx="597600" cy="385560"/>
          </a:xfrm>
        </p:grpSpPr>
        <p:grpSp>
          <p:nvGrpSpPr>
            <p:cNvPr id="358" name="Google Shape;2418;p64"/>
            <p:cNvGrpSpPr/>
            <p:nvPr/>
          </p:nvGrpSpPr>
          <p:grpSpPr>
            <a:xfrm>
              <a:off x="2179800" y="3032640"/>
              <a:ext cx="282960" cy="282600"/>
              <a:chOff x="2179800" y="3032640"/>
              <a:chExt cx="282960" cy="282600"/>
            </a:xfrm>
          </p:grpSpPr>
          <p:sp>
            <p:nvSpPr>
              <p:cNvPr id="359" name="Google Shape;2419;p64"/>
              <p:cNvSpPr/>
              <p:nvPr/>
            </p:nvSpPr>
            <p:spPr>
              <a:xfrm>
                <a:off x="2179800" y="3032640"/>
                <a:ext cx="282960" cy="282600"/>
              </a:xfrm>
              <a:custGeom>
                <a:avLst/>
                <a:gdLst>
                  <a:gd name="textAreaLeft" fmla="*/ 0 w 282960"/>
                  <a:gd name="textAreaRight" fmla="*/ 283320 w 282960"/>
                  <a:gd name="textAreaTop" fmla="*/ 0 h 282600"/>
                  <a:gd name="textAreaBottom" fmla="*/ 282960 h 28260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0" name="Google Shape;2420;p64"/>
              <p:cNvSpPr/>
              <p:nvPr/>
            </p:nvSpPr>
            <p:spPr>
              <a:xfrm>
                <a:off x="2233080" y="3085920"/>
                <a:ext cx="175680" cy="175680"/>
              </a:xfrm>
              <a:custGeom>
                <a:avLst/>
                <a:gdLst>
                  <a:gd name="textAreaLeft" fmla="*/ 0 w 175680"/>
                  <a:gd name="textAreaRight" fmla="*/ 176040 w 175680"/>
                  <a:gd name="textAreaTop" fmla="*/ 0 h 175680"/>
                  <a:gd name="textAreaBottom" fmla="*/ 176040 h 175680"/>
                </a:gdLst>
                <a:ahLst/>
                <a:cxnLst/>
                <a:rect l="textAreaLeft" t="textAreaTop" r="textAreaRight" b="textAreaBottom"/>
                <a:pathLst>
                  <a:path w="6764" h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840" bIns="87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1" name="Google Shape;2421;p64"/>
              <p:cNvSpPr/>
              <p:nvPr/>
            </p:nvSpPr>
            <p:spPr>
              <a:xfrm>
                <a:off x="2273760" y="3127680"/>
                <a:ext cx="93600" cy="91800"/>
              </a:xfrm>
              <a:custGeom>
                <a:avLst/>
                <a:gdLst>
                  <a:gd name="textAreaLeft" fmla="*/ 0 w 93600"/>
                  <a:gd name="textAreaRight" fmla="*/ 93960 w 9360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3607" h="3542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2" name="Google Shape;2422;p64"/>
              <p:cNvSpPr/>
              <p:nvPr/>
            </p:nvSpPr>
            <p:spPr>
              <a:xfrm>
                <a:off x="2356560" y="3108600"/>
                <a:ext cx="23760" cy="23400"/>
              </a:xfrm>
              <a:custGeom>
                <a:avLst/>
                <a:gdLst>
                  <a:gd name="textAreaLeft" fmla="*/ 0 w 23760"/>
                  <a:gd name="textAreaRight" fmla="*/ 24120 w 23760"/>
                  <a:gd name="textAreaTop" fmla="*/ 0 h 23400"/>
                  <a:gd name="textAreaBottom" fmla="*/ 23760 h 23400"/>
                </a:gdLst>
                <a:ahLst/>
                <a:cxnLst/>
                <a:rect l="textAreaLeft" t="textAreaTop" r="textAreaRight" b="textAreaBottom"/>
                <a:pathLst>
                  <a:path w="929" h="918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1880" bIns="11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63" name="Google Shape;2423;p64"/>
            <p:cNvSpPr/>
            <p:nvPr/>
          </p:nvSpPr>
          <p:spPr>
            <a:xfrm>
              <a:off x="2022480" y="2984760"/>
              <a:ext cx="597600" cy="385560"/>
            </a:xfrm>
            <a:prstGeom prst="rect">
              <a:avLst/>
            </a:prstGeom>
            <a:noFill/>
            <a:ln w="9525">
              <a:solidFill>
                <a:srgbClr val="eb91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4" name="Google Shape;2424;p64"/>
          <p:cNvGrpSpPr/>
          <p:nvPr/>
        </p:nvGrpSpPr>
        <p:grpSpPr>
          <a:xfrm>
            <a:off x="1234080" y="2984760"/>
            <a:ext cx="597600" cy="385560"/>
            <a:chOff x="1234080" y="2984760"/>
            <a:chExt cx="597600" cy="385560"/>
          </a:xfrm>
        </p:grpSpPr>
        <p:grpSp>
          <p:nvGrpSpPr>
            <p:cNvPr id="365" name="Google Shape;2425;p64"/>
            <p:cNvGrpSpPr/>
            <p:nvPr/>
          </p:nvGrpSpPr>
          <p:grpSpPr>
            <a:xfrm>
              <a:off x="1391400" y="3035880"/>
              <a:ext cx="283320" cy="282960"/>
              <a:chOff x="1391400" y="3035880"/>
              <a:chExt cx="283320" cy="282960"/>
            </a:xfrm>
          </p:grpSpPr>
          <p:sp>
            <p:nvSpPr>
              <p:cNvPr id="366" name="Google Shape;2426;p64"/>
              <p:cNvSpPr/>
              <p:nvPr/>
            </p:nvSpPr>
            <p:spPr>
              <a:xfrm>
                <a:off x="1391400" y="3035880"/>
                <a:ext cx="283320" cy="282960"/>
              </a:xfrm>
              <a:custGeom>
                <a:avLst/>
                <a:gdLst>
                  <a:gd name="textAreaLeft" fmla="*/ 0 w 283320"/>
                  <a:gd name="textAreaRight" fmla="*/ 283680 w 283320"/>
                  <a:gd name="textAreaTop" fmla="*/ 0 h 282960"/>
                  <a:gd name="textAreaBottom" fmla="*/ 283320 h 28296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7" name="Google Shape;2427;p64"/>
              <p:cNvSpPr/>
              <p:nvPr/>
            </p:nvSpPr>
            <p:spPr>
              <a:xfrm>
                <a:off x="1456560" y="3149280"/>
                <a:ext cx="38880" cy="98280"/>
              </a:xfrm>
              <a:custGeom>
                <a:avLst/>
                <a:gdLst>
                  <a:gd name="textAreaLeft" fmla="*/ 0 w 38880"/>
                  <a:gd name="textAreaRight" fmla="*/ 39240 w 38880"/>
                  <a:gd name="textAreaTop" fmla="*/ 0 h 98280"/>
                  <a:gd name="textAreaBottom" fmla="*/ 98640 h 98280"/>
                </a:gdLst>
                <a:ahLst/>
                <a:cxnLst/>
                <a:rect l="textAreaLeft" t="textAreaTop" r="textAreaRight" b="textAreaBottom"/>
                <a:pathLst>
                  <a:path w="1502" h="3787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9320" bIns="49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8" name="Google Shape;2428;p64"/>
              <p:cNvSpPr/>
              <p:nvPr/>
            </p:nvSpPr>
            <p:spPr>
              <a:xfrm>
                <a:off x="1450800" y="3095640"/>
                <a:ext cx="44640" cy="44640"/>
              </a:xfrm>
              <a:custGeom>
                <a:avLst/>
                <a:gdLst>
                  <a:gd name="textAreaLeft" fmla="*/ 0 w 44640"/>
                  <a:gd name="textAreaRight" fmla="*/ 45000 w 44640"/>
                  <a:gd name="textAreaTop" fmla="*/ 0 h 44640"/>
                  <a:gd name="textAreaBottom" fmla="*/ 45000 h 44640"/>
                </a:gdLst>
                <a:ahLst/>
                <a:cxnLst/>
                <a:rect l="textAreaLeft" t="textAreaTop" r="textAreaRight" b="textAreaBottom"/>
                <a:pathLst>
                  <a:path w="1728" h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2320" bIns="22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9" name="Google Shape;2429;p64"/>
              <p:cNvSpPr/>
              <p:nvPr/>
            </p:nvSpPr>
            <p:spPr>
              <a:xfrm>
                <a:off x="1516320" y="3149280"/>
                <a:ext cx="104760" cy="98280"/>
              </a:xfrm>
              <a:custGeom>
                <a:avLst/>
                <a:gdLst>
                  <a:gd name="textAreaLeft" fmla="*/ 0 w 104760"/>
                  <a:gd name="textAreaRight" fmla="*/ 105120 w 104760"/>
                  <a:gd name="textAreaTop" fmla="*/ 0 h 98280"/>
                  <a:gd name="textAreaBottom" fmla="*/ 98640 h 98280"/>
                </a:gdLst>
                <a:ahLst/>
                <a:cxnLst/>
                <a:rect l="textAreaLeft" t="textAreaTop" r="textAreaRight" b="textAreaBottom"/>
                <a:pathLst>
                  <a:path w="4026" h="3787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9320" bIns="49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70" name="Google Shape;2430;p64"/>
            <p:cNvSpPr/>
            <p:nvPr/>
          </p:nvSpPr>
          <p:spPr>
            <a:xfrm>
              <a:off x="1234080" y="2984760"/>
              <a:ext cx="597600" cy="385560"/>
            </a:xfrm>
            <a:prstGeom prst="rect">
              <a:avLst/>
            </a:prstGeom>
            <a:noFill/>
            <a:ln w="9525">
              <a:solidFill>
                <a:srgbClr val="eb91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1" name="Google Shape;2431;p64"/>
          <p:cNvGrpSpPr/>
          <p:nvPr/>
        </p:nvGrpSpPr>
        <p:grpSpPr>
          <a:xfrm>
            <a:off x="6774120" y="-1204920"/>
            <a:ext cx="4151520" cy="5527080"/>
            <a:chOff x="6774120" y="-1204920"/>
            <a:chExt cx="4151520" cy="5527080"/>
          </a:xfrm>
        </p:grpSpPr>
        <p:sp>
          <p:nvSpPr>
            <p:cNvPr id="372" name="Google Shape;2433;p64"/>
            <p:cNvSpPr/>
            <p:nvPr/>
          </p:nvSpPr>
          <p:spPr>
            <a:xfrm flipV="1" rot="10800000">
              <a:off x="8072640" y="-349560"/>
              <a:ext cx="1039320" cy="2443680"/>
            </a:xfrm>
            <a:custGeom>
              <a:avLst/>
              <a:gdLst>
                <a:gd name="textAreaLeft" fmla="*/ 0 w 1039320"/>
                <a:gd name="textAreaRight" fmla="*/ 1039680 w 1039320"/>
                <a:gd name="textAreaTop" fmla="*/ 360 h 2443680"/>
                <a:gd name="textAreaBottom" fmla="*/ 2444400 h 2443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434;p64"/>
            <p:cNvSpPr/>
            <p:nvPr/>
          </p:nvSpPr>
          <p:spPr>
            <a:xfrm flipV="1" rot="10800000">
              <a:off x="8241480" y="-350280"/>
              <a:ext cx="1039320" cy="2443680"/>
            </a:xfrm>
            <a:custGeom>
              <a:avLst/>
              <a:gdLst>
                <a:gd name="textAreaLeft" fmla="*/ 0 w 1039320"/>
                <a:gd name="textAreaRight" fmla="*/ 1039680 w 1039320"/>
                <a:gd name="textAreaTop" fmla="*/ 360 h 2443680"/>
                <a:gd name="textAreaBottom" fmla="*/ 2444400 h 2443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2435;p64"/>
            <p:cNvSpPr/>
            <p:nvPr/>
          </p:nvSpPr>
          <p:spPr>
            <a:xfrm flipV="1">
              <a:off x="6774120" y="-1098720"/>
              <a:ext cx="3339000" cy="5420880"/>
            </a:xfrm>
            <a:custGeom>
              <a:avLst/>
              <a:gdLst>
                <a:gd name="textAreaLeft" fmla="*/ 0 w 3339000"/>
                <a:gd name="textAreaRight" fmla="*/ 3339360 w 3339000"/>
                <a:gd name="textAreaTop" fmla="*/ 360 h 5420880"/>
                <a:gd name="textAreaBottom" fmla="*/ 5421600 h 54208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75" name="Google Shape;2436;p64"/>
            <p:cNvGrpSpPr/>
            <p:nvPr/>
          </p:nvGrpSpPr>
          <p:grpSpPr>
            <a:xfrm>
              <a:off x="7802280" y="653040"/>
              <a:ext cx="615960" cy="615960"/>
              <a:chOff x="7802280" y="653040"/>
              <a:chExt cx="615960" cy="615960"/>
            </a:xfrm>
          </p:grpSpPr>
          <p:sp>
            <p:nvSpPr>
              <p:cNvPr id="376" name="Google Shape;2437;p64"/>
              <p:cNvSpPr/>
              <p:nvPr/>
            </p:nvSpPr>
            <p:spPr>
              <a:xfrm flipV="1">
                <a:off x="7802280" y="65304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7" name="Google Shape;2438;p64"/>
              <p:cNvSpPr/>
              <p:nvPr/>
            </p:nvSpPr>
            <p:spPr>
              <a:xfrm flipV="1">
                <a:off x="7882920" y="732960"/>
                <a:ext cx="130320" cy="13068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-360 h 130680"/>
                  <a:gd name="textAreaBottom" fmla="*/ 130680 h 1306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8" name="Google Shape;2439;p64"/>
              <p:cNvSpPr/>
              <p:nvPr/>
            </p:nvSpPr>
            <p:spPr>
              <a:xfrm flipV="1">
                <a:off x="7963920" y="814680"/>
                <a:ext cx="130680" cy="130320"/>
              </a:xfrm>
              <a:custGeom>
                <a:avLst/>
                <a:gdLst>
                  <a:gd name="textAreaLeft" fmla="*/ 0 w 130680"/>
                  <a:gd name="textAreaRight" fmla="*/ 131040 w 13068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2440;p64"/>
              <p:cNvSpPr/>
              <p:nvPr/>
            </p:nvSpPr>
            <p:spPr>
              <a:xfrm flipV="1">
                <a:off x="8044560" y="895680"/>
                <a:ext cx="130680" cy="130320"/>
              </a:xfrm>
              <a:custGeom>
                <a:avLst/>
                <a:gdLst>
                  <a:gd name="textAreaLeft" fmla="*/ 0 w 130680"/>
                  <a:gd name="textAreaRight" fmla="*/ 131040 w 13068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0" name="Google Shape;2441;p64"/>
              <p:cNvSpPr/>
              <p:nvPr/>
            </p:nvSpPr>
            <p:spPr>
              <a:xfrm flipV="1">
                <a:off x="8125920" y="97632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1" name="Google Shape;2442;p64"/>
              <p:cNvSpPr/>
              <p:nvPr/>
            </p:nvSpPr>
            <p:spPr>
              <a:xfrm flipV="1">
                <a:off x="8206560" y="105768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2443;p64"/>
              <p:cNvSpPr/>
              <p:nvPr/>
            </p:nvSpPr>
            <p:spPr>
              <a:xfrm flipV="1">
                <a:off x="8287920" y="1137960"/>
                <a:ext cx="130320" cy="13068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-360 h 130680"/>
                  <a:gd name="textAreaBottom" fmla="*/ 130680 h 1306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3" name="Google Shape;2444;p64"/>
            <p:cNvGrpSpPr/>
            <p:nvPr/>
          </p:nvGrpSpPr>
          <p:grpSpPr>
            <a:xfrm>
              <a:off x="8276760" y="1334520"/>
              <a:ext cx="141480" cy="141480"/>
              <a:chOff x="8276760" y="1334520"/>
              <a:chExt cx="141480" cy="141480"/>
            </a:xfrm>
          </p:grpSpPr>
          <p:sp>
            <p:nvSpPr>
              <p:cNvPr id="384" name="Google Shape;2445;p64"/>
              <p:cNvSpPr/>
              <p:nvPr/>
            </p:nvSpPr>
            <p:spPr>
              <a:xfrm flipV="1">
                <a:off x="8276760" y="133416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2446;p64"/>
              <p:cNvSpPr/>
              <p:nvPr/>
            </p:nvSpPr>
            <p:spPr>
              <a:xfrm flipV="1">
                <a:off x="8296560" y="135504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6" name="Google Shape;2447;p64"/>
            <p:cNvGrpSpPr/>
            <p:nvPr/>
          </p:nvGrpSpPr>
          <p:grpSpPr>
            <a:xfrm>
              <a:off x="7869960" y="1730520"/>
              <a:ext cx="141480" cy="141480"/>
              <a:chOff x="7869960" y="1730520"/>
              <a:chExt cx="141480" cy="141480"/>
            </a:xfrm>
          </p:grpSpPr>
          <p:sp>
            <p:nvSpPr>
              <p:cNvPr id="387" name="Google Shape;2448;p64"/>
              <p:cNvSpPr/>
              <p:nvPr/>
            </p:nvSpPr>
            <p:spPr>
              <a:xfrm flipV="1">
                <a:off x="7869960" y="173016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2449;p64"/>
              <p:cNvSpPr/>
              <p:nvPr/>
            </p:nvSpPr>
            <p:spPr>
              <a:xfrm flipV="1">
                <a:off x="7889760" y="175068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9" name="Google Shape;2450;p64"/>
            <p:cNvGrpSpPr/>
            <p:nvPr/>
          </p:nvGrpSpPr>
          <p:grpSpPr>
            <a:xfrm>
              <a:off x="8921880" y="2457000"/>
              <a:ext cx="141480" cy="141480"/>
              <a:chOff x="8921880" y="2457000"/>
              <a:chExt cx="141480" cy="141480"/>
            </a:xfrm>
          </p:grpSpPr>
          <p:sp>
            <p:nvSpPr>
              <p:cNvPr id="390" name="Google Shape;2451;p64"/>
              <p:cNvSpPr/>
              <p:nvPr/>
            </p:nvSpPr>
            <p:spPr>
              <a:xfrm flipV="1">
                <a:off x="8921880" y="245664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1" name="Google Shape;2452;p64"/>
              <p:cNvSpPr/>
              <p:nvPr/>
            </p:nvSpPr>
            <p:spPr>
              <a:xfrm flipV="1">
                <a:off x="8942040" y="247752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92" name="Google Shape;2453;p64"/>
            <p:cNvSpPr/>
            <p:nvPr/>
          </p:nvSpPr>
          <p:spPr>
            <a:xfrm flipV="1">
              <a:off x="9020520" y="1693440"/>
              <a:ext cx="509040" cy="503640"/>
            </a:xfrm>
            <a:custGeom>
              <a:avLst/>
              <a:gdLst>
                <a:gd name="textAreaLeft" fmla="*/ 0 w 509040"/>
                <a:gd name="textAreaRight" fmla="*/ 509400 w 509040"/>
                <a:gd name="textAreaTop" fmla="*/ -360 h 503640"/>
                <a:gd name="textAreaBottom" fmla="*/ 503640 h 50364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3" name="Google Shape;2454;p64"/>
            <p:cNvGrpSpPr/>
            <p:nvPr/>
          </p:nvGrpSpPr>
          <p:grpSpPr>
            <a:xfrm>
              <a:off x="8921880" y="-238320"/>
              <a:ext cx="740880" cy="1747800"/>
              <a:chOff x="8921880" y="-238320"/>
              <a:chExt cx="740880" cy="1747800"/>
            </a:xfrm>
          </p:grpSpPr>
          <p:sp>
            <p:nvSpPr>
              <p:cNvPr id="394" name="Google Shape;2455;p64"/>
              <p:cNvSpPr/>
              <p:nvPr/>
            </p:nvSpPr>
            <p:spPr>
              <a:xfrm flipV="1">
                <a:off x="8921880" y="435960"/>
                <a:ext cx="511200" cy="1073160"/>
              </a:xfrm>
              <a:custGeom>
                <a:avLst/>
                <a:gdLst>
                  <a:gd name="textAreaLeft" fmla="*/ 0 w 511200"/>
                  <a:gd name="textAreaRight" fmla="*/ 511560 w 511200"/>
                  <a:gd name="textAreaTop" fmla="*/ -360 h 1073160"/>
                  <a:gd name="textAreaBottom" fmla="*/ 1073160 h 107316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2456;p64"/>
              <p:cNvSpPr/>
              <p:nvPr/>
            </p:nvSpPr>
            <p:spPr>
              <a:xfrm flipV="1">
                <a:off x="9303840" y="-238320"/>
                <a:ext cx="261000" cy="1298880"/>
              </a:xfrm>
              <a:custGeom>
                <a:avLst/>
                <a:gdLst>
                  <a:gd name="textAreaLeft" fmla="*/ 0 w 261000"/>
                  <a:gd name="textAreaRight" fmla="*/ 261360 w 261000"/>
                  <a:gd name="textAreaTop" fmla="*/ 360 h 1298880"/>
                  <a:gd name="textAreaBottom" fmla="*/ 1299600 h 129888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2457;p64"/>
              <p:cNvSpPr/>
              <p:nvPr/>
            </p:nvSpPr>
            <p:spPr>
              <a:xfrm flipV="1">
                <a:off x="9401760" y="-139680"/>
                <a:ext cx="261000" cy="1298880"/>
              </a:xfrm>
              <a:custGeom>
                <a:avLst/>
                <a:gdLst>
                  <a:gd name="textAreaLeft" fmla="*/ 0 w 261000"/>
                  <a:gd name="textAreaRight" fmla="*/ 261360 w 261000"/>
                  <a:gd name="textAreaTop" fmla="*/ 360 h 1298880"/>
                  <a:gd name="textAreaBottom" fmla="*/ 1299600 h 129888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7" name="Google Shape;2458;p64"/>
            <p:cNvGrpSpPr/>
            <p:nvPr/>
          </p:nvGrpSpPr>
          <p:grpSpPr>
            <a:xfrm>
              <a:off x="8506080" y="-115920"/>
              <a:ext cx="957600" cy="768600"/>
              <a:chOff x="8506080" y="-115920"/>
              <a:chExt cx="957600" cy="768600"/>
            </a:xfrm>
          </p:grpSpPr>
          <p:sp>
            <p:nvSpPr>
              <p:cNvPr id="398" name="Google Shape;2459;p64"/>
              <p:cNvSpPr/>
              <p:nvPr/>
            </p:nvSpPr>
            <p:spPr>
              <a:xfrm flipV="1">
                <a:off x="8751240" y="-115920"/>
                <a:ext cx="712440" cy="617040"/>
              </a:xfrm>
              <a:custGeom>
                <a:avLst/>
                <a:gdLst>
                  <a:gd name="textAreaLeft" fmla="*/ 0 w 712440"/>
                  <a:gd name="textAreaRight" fmla="*/ 712800 w 712440"/>
                  <a:gd name="textAreaTop" fmla="*/ 360 h 617040"/>
                  <a:gd name="textAreaBottom" fmla="*/ 617760 h 6170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9" name="Google Shape;2460;p64"/>
              <p:cNvSpPr/>
              <p:nvPr/>
            </p:nvSpPr>
            <p:spPr>
              <a:xfrm flipV="1">
                <a:off x="8738280" y="211680"/>
                <a:ext cx="509040" cy="440640"/>
              </a:xfrm>
              <a:custGeom>
                <a:avLst/>
                <a:gdLst>
                  <a:gd name="textAreaLeft" fmla="*/ 0 w 509040"/>
                  <a:gd name="textAreaRight" fmla="*/ 509400 w 509040"/>
                  <a:gd name="textAreaTop" fmla="*/ 360 h 440640"/>
                  <a:gd name="textAreaBottom" fmla="*/ 441360 h 4406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2461;p64"/>
              <p:cNvSpPr/>
              <p:nvPr/>
            </p:nvSpPr>
            <p:spPr>
              <a:xfrm flipV="1">
                <a:off x="8506080" y="59760"/>
                <a:ext cx="509040" cy="440640"/>
              </a:xfrm>
              <a:custGeom>
                <a:avLst/>
                <a:gdLst>
                  <a:gd name="textAreaLeft" fmla="*/ 0 w 509040"/>
                  <a:gd name="textAreaRight" fmla="*/ 509400 w 509040"/>
                  <a:gd name="textAreaTop" fmla="*/ 360 h 440640"/>
                  <a:gd name="textAreaBottom" fmla="*/ 441360 h 4406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01" name="Google Shape;2462;p64"/>
            <p:cNvSpPr/>
            <p:nvPr/>
          </p:nvSpPr>
          <p:spPr>
            <a:xfrm flipV="1" rot="16200000">
              <a:off x="8232840" y="1123920"/>
              <a:ext cx="1504440" cy="3000240"/>
            </a:xfrm>
            <a:custGeom>
              <a:avLst/>
              <a:gdLst>
                <a:gd name="textAreaLeft" fmla="*/ 0 w 1504440"/>
                <a:gd name="textAreaRight" fmla="*/ 1504800 w 1504440"/>
                <a:gd name="textAreaTop" fmla="*/ 360 h 3000240"/>
                <a:gd name="textAreaBottom" fmla="*/ 3000960 h 30002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2" name="Google Shape;2463;p64"/>
          <p:cNvGrpSpPr/>
          <p:nvPr/>
        </p:nvGrpSpPr>
        <p:grpSpPr>
          <a:xfrm>
            <a:off x="1233720" y="4151880"/>
            <a:ext cx="4559040" cy="133920"/>
            <a:chOff x="1233720" y="4151880"/>
            <a:chExt cx="4559040" cy="133920"/>
          </a:xfrm>
        </p:grpSpPr>
        <p:sp>
          <p:nvSpPr>
            <p:cNvPr id="403" name="Google Shape;2464;p64"/>
            <p:cNvSpPr/>
            <p:nvPr/>
          </p:nvSpPr>
          <p:spPr>
            <a:xfrm>
              <a:off x="5658840" y="415188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04" name="Google Shape;2465;p64"/>
            <p:cNvCxnSpPr/>
            <p:nvPr/>
          </p:nvCxnSpPr>
          <p:spPr>
            <a:xfrm>
              <a:off x="1233720" y="421848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405" name="Google Shape;2466;p64"/>
            <p:cNvSpPr/>
            <p:nvPr/>
          </p:nvSpPr>
          <p:spPr>
            <a:xfrm>
              <a:off x="5689080" y="41817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2026-05-06T03:42:59Z</dcterms:created>
  <dc:creator>Unknown Creator</dc:creator>
  <dc:description/>
  <dc:language>en-US</dc:language>
  <cp:lastModifiedBy>Unknown Creator</cp:lastModifiedBy>
  <dcterms:modified xsi:type="dcterms:W3CDTF">2026-05-06T03:42:59Z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